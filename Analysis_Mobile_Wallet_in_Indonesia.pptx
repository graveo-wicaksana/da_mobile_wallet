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2"/>
  </p:notesMasterIdLst>
  <p:sldIdLst>
    <p:sldId id="358" r:id="rId4"/>
    <p:sldId id="355" r:id="rId5"/>
    <p:sldId id="352" r:id="rId6"/>
    <p:sldId id="309" r:id="rId7"/>
    <p:sldId id="360" r:id="rId8"/>
    <p:sldId id="361" r:id="rId9"/>
    <p:sldId id="363" r:id="rId10"/>
    <p:sldId id="364" r:id="rId11"/>
    <p:sldId id="365" r:id="rId12"/>
    <p:sldId id="366" r:id="rId13"/>
    <p:sldId id="367" r:id="rId14"/>
    <p:sldId id="371" r:id="rId15"/>
    <p:sldId id="373" r:id="rId16"/>
    <p:sldId id="372" r:id="rId17"/>
    <p:sldId id="370" r:id="rId18"/>
    <p:sldId id="368" r:id="rId19"/>
    <p:sldId id="374" r:id="rId20"/>
    <p:sldId id="3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1A9"/>
    <a:srgbClr val="995FB2"/>
    <a:srgbClr val="2BA286"/>
    <a:srgbClr val="23AFEA"/>
    <a:srgbClr val="FFFFFF"/>
    <a:srgbClr val="1B6322"/>
    <a:srgbClr val="20BEFF"/>
    <a:srgbClr val="3CAFA4"/>
    <a:srgbClr val="329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85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File_Graveo\2026%20Dataset\IMF_FAS_process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File_Graveo\2026%20Dataset\IMF_FAS_process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File_Graveo\2026%20Dataset\IMF_FAS_process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File_Graveo\2026%20Dataset\IMF_FAS_process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'Graphic 2'!$B$2</c:f>
              <c:strCache>
                <c:ptCount val="1"/>
                <c:pt idx="0">
                  <c:v>BANKING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numRef>
              <c:f>'Graphic 2'!$A$9:$A$18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'Graphic 2'!$B$9:$B$18</c:f>
              <c:numCache>
                <c:formatCode>_(* #,##0.00_);_(* \(#,##0.00\);_(* "-"??_);_(@_)</c:formatCode>
                <c:ptCount val="10"/>
                <c:pt idx="0">
                  <c:v>10448.100677565</c:v>
                </c:pt>
                <c:pt idx="1">
                  <c:v>14863.532154619699</c:v>
                </c:pt>
                <c:pt idx="2">
                  <c:v>18100.752971244001</c:v>
                </c:pt>
                <c:pt idx="3">
                  <c:v>22717.965369117301</c:v>
                </c:pt>
                <c:pt idx="4">
                  <c:v>27526.364126576798</c:v>
                </c:pt>
                <c:pt idx="5">
                  <c:v>25847.904621355501</c:v>
                </c:pt>
                <c:pt idx="6">
                  <c:v>17595.260503631602</c:v>
                </c:pt>
                <c:pt idx="7">
                  <c:v>24556.625836992302</c:v>
                </c:pt>
                <c:pt idx="8">
                  <c:v>38096.122675529601</c:v>
                </c:pt>
                <c:pt idx="9">
                  <c:v>57093.098888710098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BE-4983-AA86-B0B6485CEEB9}"/>
            </c:ext>
          </c:extLst>
        </c:ser>
        <c:ser>
          <c:idx val="2"/>
          <c:order val="1"/>
          <c:tx>
            <c:strRef>
              <c:f>'Graphic 2'!$C$2</c:f>
              <c:strCache>
                <c:ptCount val="1"/>
                <c:pt idx="0">
                  <c:v>MOBILE_MONEY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'Graphic 2'!$A$9:$A$18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'Graphic 2'!$C$9:$C$18</c:f>
              <c:numCache>
                <c:formatCode>_(* #,##0.00_);_(* \(#,##0.00\);_(* "-"??_);_(@_)</c:formatCode>
                <c:ptCount val="10"/>
                <c:pt idx="0">
                  <c:v>748.70027940207297</c:v>
                </c:pt>
                <c:pt idx="1">
                  <c:v>1088.42582838418</c:v>
                </c:pt>
                <c:pt idx="2">
                  <c:v>2826.88839721061</c:v>
                </c:pt>
                <c:pt idx="3">
                  <c:v>3557.3000570296199</c:v>
                </c:pt>
                <c:pt idx="4">
                  <c:v>4848.1762597848001</c:v>
                </c:pt>
                <c:pt idx="5">
                  <c:v>14829.715481651299</c:v>
                </c:pt>
                <c:pt idx="6">
                  <c:v>26186.853344675801</c:v>
                </c:pt>
                <c:pt idx="7">
                  <c:v>22906.440629819299</c:v>
                </c:pt>
                <c:pt idx="8">
                  <c:v>26721.5236506039</c:v>
                </c:pt>
                <c:pt idx="9">
                  <c:v>33610.957727005502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BE-4983-AA86-B0B6485CEE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5288928"/>
        <c:axId val="1565287488"/>
      </c:barChart>
      <c:catAx>
        <c:axId val="1565288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5287488"/>
        <c:crosses val="autoZero"/>
        <c:auto val="1"/>
        <c:lblAlgn val="ctr"/>
        <c:lblOffset val="100"/>
        <c:noMultiLvlLbl val="0"/>
      </c:catAx>
      <c:valAx>
        <c:axId val="1565287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in</a:t>
                </a:r>
                <a:r>
                  <a:rPr lang="en-US" baseline="0" dirty="0"/>
                  <a:t> Unit Transactions</a:t>
                </a:r>
                <a:endParaRPr lang="en-ID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528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28575">
      <a:solidFill>
        <a:srgbClr val="2BA286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'Graphic 2'!$D$2</c:f>
              <c:strCache>
                <c:ptCount val="1"/>
                <c:pt idx="0">
                  <c:v>BANKING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'Graphic 2'!$A$9:$A$18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'Graphic 2'!$D$9:$D$18</c:f>
              <c:numCache>
                <c:formatCode>0%</c:formatCode>
                <c:ptCount val="10"/>
                <c:pt idx="0">
                  <c:v>1</c:v>
                </c:pt>
                <c:pt idx="1">
                  <c:v>1.4226061380262029</c:v>
                </c:pt>
                <c:pt idx="2">
                  <c:v>1.7324443484844465</c:v>
                </c:pt>
                <c:pt idx="3">
                  <c:v>2.1743631756821733</c:v>
                </c:pt>
                <c:pt idx="4">
                  <c:v>2.6345806741395221</c:v>
                </c:pt>
                <c:pt idx="5">
                  <c:v>2.4739333414788196</c:v>
                </c:pt>
                <c:pt idx="6">
                  <c:v>1.6840630700863704</c:v>
                </c:pt>
                <c:pt idx="7">
                  <c:v>2.3503435308316138</c:v>
                </c:pt>
                <c:pt idx="8">
                  <c:v>3.6462246920469146</c:v>
                </c:pt>
                <c:pt idx="9">
                  <c:v>5.4644476207340711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AF-44C9-9C37-CE6ABACC85D5}"/>
            </c:ext>
          </c:extLst>
        </c:ser>
        <c:ser>
          <c:idx val="1"/>
          <c:order val="1"/>
          <c:tx>
            <c:strRef>
              <c:f>'Graphic 2'!$E$2</c:f>
              <c:strCache>
                <c:ptCount val="1"/>
                <c:pt idx="0">
                  <c:v>MOBILE_MONEY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'Graphic 2'!$A$9:$A$18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'Graphic 2'!$E$9:$E$18</c:f>
              <c:numCache>
                <c:formatCode>0%</c:formatCode>
                <c:ptCount val="10"/>
                <c:pt idx="0">
                  <c:v>1</c:v>
                </c:pt>
                <c:pt idx="1">
                  <c:v>1.4537537360790338</c:v>
                </c:pt>
                <c:pt idx="2">
                  <c:v>3.7757277177300104</c:v>
                </c:pt>
                <c:pt idx="3">
                  <c:v>4.7513005603130685</c:v>
                </c:pt>
                <c:pt idx="4">
                  <c:v>6.4754567256962305</c:v>
                </c:pt>
                <c:pt idx="5">
                  <c:v>19.807279213912686</c:v>
                </c:pt>
                <c:pt idx="6">
                  <c:v>34.97641721943679</c:v>
                </c:pt>
                <c:pt idx="7">
                  <c:v>30.594940672538335</c:v>
                </c:pt>
                <c:pt idx="8">
                  <c:v>35.690548522226067</c:v>
                </c:pt>
                <c:pt idx="9">
                  <c:v>44.89240708424456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AF-44C9-9C37-CE6ABACC8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36550400"/>
        <c:axId val="1636553280"/>
      </c:barChart>
      <c:catAx>
        <c:axId val="1636550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553280"/>
        <c:crosses val="autoZero"/>
        <c:auto val="1"/>
        <c:lblAlgn val="ctr"/>
        <c:lblOffset val="100"/>
        <c:noMultiLvlLbl val="0"/>
      </c:catAx>
      <c:valAx>
        <c:axId val="1636553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550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28575">
      <a:solidFill>
        <a:srgbClr val="2BA286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2"/>
          <c:order val="1"/>
          <c:tx>
            <c:strRef>
              <c:f>Graphic!$H$32</c:f>
              <c:strCache>
                <c:ptCount val="1"/>
                <c:pt idx="0">
                  <c:v>Total Accounts Per 1000 adults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Graphic!$E$33:$E$48</c:f>
              <c:numCache>
                <c:formatCode>General</c:formatCode>
                <c:ptCount val="16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</c:numCache>
            </c:numRef>
          </c:cat>
          <c:val>
            <c:numRef>
              <c:f>Graphic!$H$33:$H$48</c:f>
              <c:numCache>
                <c:formatCode>_(* #,##0.00_);_(* \(#,##0.00\);_(* "-"??_);_(@_)</c:formatCode>
                <c:ptCount val="16"/>
                <c:pt idx="0">
                  <c:v>0.98319175565683004</c:v>
                </c:pt>
                <c:pt idx="1">
                  <c:v>2.5241398732106601</c:v>
                </c:pt>
                <c:pt idx="2">
                  <c:v>17.402478275995001</c:v>
                </c:pt>
                <c:pt idx="3">
                  <c:v>44.964968993900598</c:v>
                </c:pt>
                <c:pt idx="4">
                  <c:v>80.012710066694297</c:v>
                </c:pt>
                <c:pt idx="5">
                  <c:v>120.5208630285</c:v>
                </c:pt>
                <c:pt idx="6">
                  <c:v>196.67725652618901</c:v>
                </c:pt>
                <c:pt idx="7">
                  <c:v>191.26920278656499</c:v>
                </c:pt>
                <c:pt idx="8">
                  <c:v>181.11987252462799</c:v>
                </c:pt>
                <c:pt idx="9">
                  <c:v>266.63909004135098</c:v>
                </c:pt>
                <c:pt idx="10">
                  <c:v>462.57319907908698</c:v>
                </c:pt>
                <c:pt idx="11">
                  <c:v>848.39774116563001</c:v>
                </c:pt>
                <c:pt idx="12">
                  <c:v>1464.4803689156399</c:v>
                </c:pt>
                <c:pt idx="13">
                  <c:v>2140.6533407839702</c:v>
                </c:pt>
                <c:pt idx="14">
                  <c:v>2820.0677015156998</c:v>
                </c:pt>
                <c:pt idx="15">
                  <c:v>3546.1089403107899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9A-4935-9A7C-D1E9A35CA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87592736"/>
        <c:axId val="1687594656"/>
      </c:barChart>
      <c:lineChart>
        <c:grouping val="standard"/>
        <c:varyColors val="0"/>
        <c:ser>
          <c:idx val="1"/>
          <c:order val="0"/>
          <c:tx>
            <c:strRef>
              <c:f>Graphic!$G$32</c:f>
              <c:strCache>
                <c:ptCount val="1"/>
                <c:pt idx="0">
                  <c:v>Total Accounts in mio unit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Graphic!$E$33:$E$48</c:f>
              <c:numCache>
                <c:formatCode>General</c:formatCode>
                <c:ptCount val="16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</c:numCache>
            </c:numRef>
          </c:cat>
          <c:val>
            <c:numRef>
              <c:f>Graphic!$G$33:$G$48</c:f>
              <c:numCache>
                <c:formatCode>_(* #,##0.00_);_(* \(#,##0.00\);_(* "-"??_);_(@_)</c:formatCode>
                <c:ptCount val="16"/>
                <c:pt idx="0">
                  <c:v>0.16519300000000001</c:v>
                </c:pt>
                <c:pt idx="1">
                  <c:v>0.43080099999999999</c:v>
                </c:pt>
                <c:pt idx="2">
                  <c:v>3.0162719999999998</c:v>
                </c:pt>
                <c:pt idx="3">
                  <c:v>7.9140180000000004</c:v>
                </c:pt>
                <c:pt idx="4">
                  <c:v>14.299726</c:v>
                </c:pt>
                <c:pt idx="5">
                  <c:v>21.869945999999999</c:v>
                </c:pt>
                <c:pt idx="6">
                  <c:v>36.225372999999998</c:v>
                </c:pt>
                <c:pt idx="7">
                  <c:v>35.738233000000001</c:v>
                </c:pt>
                <c:pt idx="8">
                  <c:v>34.314794999999997</c:v>
                </c:pt>
                <c:pt idx="9">
                  <c:v>51.20458</c:v>
                </c:pt>
                <c:pt idx="10">
                  <c:v>90.003848000000005</c:v>
                </c:pt>
                <c:pt idx="11">
                  <c:v>167.205578</c:v>
                </c:pt>
                <c:pt idx="12">
                  <c:v>292.29932000000002</c:v>
                </c:pt>
                <c:pt idx="13">
                  <c:v>432.28138000000001</c:v>
                </c:pt>
                <c:pt idx="14">
                  <c:v>575.32341899999994</c:v>
                </c:pt>
                <c:pt idx="15">
                  <c:v>730.70103800000004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9A-4935-9A7C-D1E9A35CA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07779904"/>
        <c:axId val="1807777984"/>
      </c:lineChart>
      <c:catAx>
        <c:axId val="18077799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7777984"/>
        <c:crosses val="autoZero"/>
        <c:auto val="1"/>
        <c:lblAlgn val="ctr"/>
        <c:lblOffset val="100"/>
        <c:noMultiLvlLbl val="0"/>
      </c:catAx>
      <c:valAx>
        <c:axId val="180777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Quantity per 1,000</a:t>
                </a:r>
                <a:r>
                  <a:rPr lang="en-ID" baseline="0"/>
                  <a:t> Adults</a:t>
                </a:r>
                <a:endParaRPr lang="en-ID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D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7779904"/>
        <c:crosses val="autoZero"/>
        <c:crossBetween val="between"/>
      </c:valAx>
      <c:valAx>
        <c:axId val="168759465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Quantity</a:t>
                </a:r>
                <a:r>
                  <a:rPr lang="en-ID" baseline="0"/>
                  <a:t> in mio unit</a:t>
                </a:r>
                <a:endParaRPr lang="en-ID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D"/>
            </a:p>
          </c:txPr>
        </c:title>
        <c:numFmt formatCode="_(* #,##0.00_);_(* \(#,##0.0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592736"/>
        <c:crosses val="max"/>
        <c:crossBetween val="between"/>
      </c:valAx>
      <c:catAx>
        <c:axId val="16875927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87594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28575"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Graphic!$G$2</c:f>
              <c:strCache>
                <c:ptCount val="1"/>
                <c:pt idx="0">
                  <c:v>OBS_VALUE (in IDR Bio)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accent4">
                  <a:lumMod val="60000"/>
                  <a:lumOff val="40000"/>
                </a:schemeClr>
              </a:solidFill>
              <a:ln w="9525" cap="rnd">
                <a:solidFill>
                  <a:schemeClr val="accent4">
                    <a:lumMod val="60000"/>
                    <a:lumOff val="40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numRef>
              <c:f>Graphic!$E$3:$E$12</c:f>
              <c:numCache>
                <c:formatCode>General</c:formatCode>
                <c:ptCount val="10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2022</c:v>
                </c:pt>
              </c:numCache>
            </c:numRef>
          </c:xVal>
          <c:yVal>
            <c:numRef>
              <c:f>Graphic!$G$3:$G$12</c:f>
              <c:numCache>
                <c:formatCode>_(* #,##0.00_);_(* \(#,##0.00\);_(* "-"??_);_(@_)</c:formatCode>
                <c:ptCount val="10"/>
                <c:pt idx="0">
                  <c:v>254.610091372</c:v>
                </c:pt>
                <c:pt idx="1">
                  <c:v>345.48266733099996</c:v>
                </c:pt>
                <c:pt idx="2">
                  <c:v>49.435369053000002</c:v>
                </c:pt>
                <c:pt idx="3">
                  <c:v>737.78608853900005</c:v>
                </c:pt>
                <c:pt idx="4">
                  <c:v>982.36028094200003</c:v>
                </c:pt>
                <c:pt idx="5">
                  <c:v>2421.094413629</c:v>
                </c:pt>
                <c:pt idx="6">
                  <c:v>4033.0082785489499</c:v>
                </c:pt>
                <c:pt idx="7">
                  <c:v>6142.7120100000002</c:v>
                </c:pt>
                <c:pt idx="8">
                  <c:v>7893.3213099999994</c:v>
                </c:pt>
                <c:pt idx="9">
                  <c:v>10606.468592904999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D1C-4D05-83E3-C4863F1296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0994272"/>
        <c:axId val="2010996672"/>
      </c:scatterChart>
      <c:valAx>
        <c:axId val="2010994272"/>
        <c:scaling>
          <c:orientation val="minMax"/>
          <c:max val="2022"/>
          <c:min val="2012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96672"/>
        <c:crosses val="autoZero"/>
        <c:crossBetween val="midCat"/>
      </c:valAx>
      <c:valAx>
        <c:axId val="2010996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Total in IDR Bio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9942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28575">
      <a:solidFill>
        <a:srgbClr val="2BA286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04/26/2026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| Easy Registration</a:t>
            </a:r>
          </a:p>
          <a:p>
            <a:r>
              <a:rPr lang="en-US" dirty="0"/>
              <a:t>Invest | How to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4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F8E4A850-2981-460F-9846-48EBA0D5F3EC}"/>
              </a:ext>
            </a:extLst>
          </p:cNvPr>
          <p:cNvSpPr/>
          <p:nvPr userDrawn="1"/>
        </p:nvSpPr>
        <p:spPr>
          <a:xfrm>
            <a:off x="1085065" y="1621765"/>
            <a:ext cx="2045865" cy="464101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9D26A4C8-7982-4005-A516-A16E744638DF}"/>
              </a:ext>
            </a:extLst>
          </p:cNvPr>
          <p:cNvSpPr/>
          <p:nvPr userDrawn="1"/>
        </p:nvSpPr>
        <p:spPr>
          <a:xfrm>
            <a:off x="3743733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8">
            <a:extLst>
              <a:ext uri="{FF2B5EF4-FFF2-40B4-BE49-F238E27FC236}">
                <a16:creationId xmlns:a16="http://schemas.microsoft.com/office/drawing/2014/main" id="{04575A1D-163E-4E18-9569-1D3E23086BDF}"/>
              </a:ext>
            </a:extLst>
          </p:cNvPr>
          <p:cNvSpPr/>
          <p:nvPr userDrawn="1"/>
        </p:nvSpPr>
        <p:spPr>
          <a:xfrm>
            <a:off x="6402401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A93F3913-43AF-432D-857D-C8FEEFACC427}"/>
              </a:ext>
            </a:extLst>
          </p:cNvPr>
          <p:cNvSpPr/>
          <p:nvPr userDrawn="1"/>
        </p:nvSpPr>
        <p:spPr>
          <a:xfrm>
            <a:off x="9061069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9885ADD6-0DB5-49CC-9209-CE288DFDF48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37445" y="1690611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97DB9F7C-2637-4A7D-B020-09DE1576EBC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3796113" y="4269899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B8F2FE5E-A158-4AB1-B584-2CE324A9FCB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454781" y="1690611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F1286852-3DBD-423B-8687-CE65E1A5C13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113448" y="4269899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E446F10-D98D-44F2-99D1-B739E5438054}"/>
              </a:ext>
            </a:extLst>
          </p:cNvPr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DC19109-ACB6-4629-AB01-D465B05ECD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C8382BE-D6AA-47A2-A947-A38349E8B3D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00622" y="1305993"/>
            <a:ext cx="4334608" cy="433509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Arc 431">
            <a:extLst>
              <a:ext uri="{FF2B5EF4-FFF2-40B4-BE49-F238E27FC236}">
                <a16:creationId xmlns:a16="http://schemas.microsoft.com/office/drawing/2014/main" id="{C8213F32-E4C0-43E5-B4CD-C8E76182B064}"/>
              </a:ext>
            </a:extLst>
          </p:cNvPr>
          <p:cNvSpPr/>
          <p:nvPr userDrawn="1"/>
        </p:nvSpPr>
        <p:spPr>
          <a:xfrm>
            <a:off x="6320628" y="1026240"/>
            <a:ext cx="4894597" cy="4894597"/>
          </a:xfrm>
          <a:prstGeom prst="arc">
            <a:avLst>
              <a:gd name="adj1" fmla="val 12493243"/>
              <a:gd name="adj2" fmla="val 8891088"/>
            </a:avLst>
          </a:prstGeom>
          <a:ln w="25400">
            <a:solidFill>
              <a:schemeClr val="accent1"/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7C38E266-3A45-4113-836B-E85A6BC56619}"/>
              </a:ext>
            </a:extLst>
          </p:cNvPr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>
              <a:extLst>
                <a:ext uri="{FF2B5EF4-FFF2-40B4-BE49-F238E27FC236}">
                  <a16:creationId xmlns:a16="http://schemas.microsoft.com/office/drawing/2014/main" id="{FCAB020C-EE36-4E4E-A65A-B2B745902977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>
              <a:extLst>
                <a:ext uri="{FF2B5EF4-FFF2-40B4-BE49-F238E27FC236}">
                  <a16:creationId xmlns:a16="http://schemas.microsoft.com/office/drawing/2014/main" id="{F00D10E6-99CA-4979-9CEB-1815CECED8D7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>
              <a:extLst>
                <a:ext uri="{FF2B5EF4-FFF2-40B4-BE49-F238E27FC236}">
                  <a16:creationId xmlns:a16="http://schemas.microsoft.com/office/drawing/2014/main" id="{5D38B13A-F324-4C27-9781-BAB6ADB982D6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>
                <a:extLst>
                  <a:ext uri="{FF2B5EF4-FFF2-40B4-BE49-F238E27FC236}">
                    <a16:creationId xmlns:a16="http://schemas.microsoft.com/office/drawing/2014/main" id="{1E4DFEDF-4CB0-4B2A-8436-B8DFCED6379F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>
                <a:extLst>
                  <a:ext uri="{FF2B5EF4-FFF2-40B4-BE49-F238E27FC236}">
                    <a16:creationId xmlns:a16="http://schemas.microsoft.com/office/drawing/2014/main" id="{CC0C30F9-D948-413E-8B55-BC831503C377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C88341F7-56F1-40FF-84B0-0F61D50FF748}"/>
              </a:ext>
            </a:extLst>
          </p:cNvPr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>
              <a:extLst>
                <a:ext uri="{FF2B5EF4-FFF2-40B4-BE49-F238E27FC236}">
                  <a16:creationId xmlns:a16="http://schemas.microsoft.com/office/drawing/2014/main" id="{B0985BDA-59C6-4C3A-B0B5-4351C6D09101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>
              <a:extLst>
                <a:ext uri="{FF2B5EF4-FFF2-40B4-BE49-F238E27FC236}">
                  <a16:creationId xmlns:a16="http://schemas.microsoft.com/office/drawing/2014/main" id="{A042CF08-721B-43B2-9E93-5B9F86230981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>
              <a:extLst>
                <a:ext uri="{FF2B5EF4-FFF2-40B4-BE49-F238E27FC236}">
                  <a16:creationId xmlns:a16="http://schemas.microsoft.com/office/drawing/2014/main" id="{1024F1CF-4419-4BCF-BDF4-BFB9BC71C32D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>
                <a:extLst>
                  <a:ext uri="{FF2B5EF4-FFF2-40B4-BE49-F238E27FC236}">
                    <a16:creationId xmlns:a16="http://schemas.microsoft.com/office/drawing/2014/main" id="{7889EBB6-7762-4C53-AA59-229F885F0AAE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>
                <a:extLst>
                  <a:ext uri="{FF2B5EF4-FFF2-40B4-BE49-F238E27FC236}">
                    <a16:creationId xmlns:a16="http://schemas.microsoft.com/office/drawing/2014/main" id="{3B6A84AA-3B13-4D42-8BCB-F34EF054FD42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ED0C1CEF-57E9-4E6C-8127-7E4DB9B754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BBC8E798-08DA-41F7-BCDC-2C25CB02AA8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953E6E3E-6BF7-48FC-ABA6-F2F500798B34}"/>
              </a:ext>
            </a:extLst>
          </p:cNvPr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>
              <a:extLst>
                <a:ext uri="{FF2B5EF4-FFF2-40B4-BE49-F238E27FC236}">
                  <a16:creationId xmlns:a16="http://schemas.microsoft.com/office/drawing/2014/main" id="{B5C47641-B6A1-4524-9326-0292B9566D48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>
              <a:extLst>
                <a:ext uri="{FF2B5EF4-FFF2-40B4-BE49-F238E27FC236}">
                  <a16:creationId xmlns:a16="http://schemas.microsoft.com/office/drawing/2014/main" id="{4F05009A-4281-4A32-B685-E4AD624B5F66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>
              <a:extLst>
                <a:ext uri="{FF2B5EF4-FFF2-40B4-BE49-F238E27FC236}">
                  <a16:creationId xmlns:a16="http://schemas.microsoft.com/office/drawing/2014/main" id="{1122D6D7-4A75-40FE-95ED-65F088DA646A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>
                <a:extLst>
                  <a:ext uri="{FF2B5EF4-FFF2-40B4-BE49-F238E27FC236}">
                    <a16:creationId xmlns:a16="http://schemas.microsoft.com/office/drawing/2014/main" id="{DC08EBE6-17EC-4925-95D2-44EEB1A9C8E5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>
                <a:extLst>
                  <a:ext uri="{FF2B5EF4-FFF2-40B4-BE49-F238E27FC236}">
                    <a16:creationId xmlns:a16="http://schemas.microsoft.com/office/drawing/2014/main" id="{400C7886-B263-46B9-A5FF-CEFBD9C6E189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FD089088-98C8-4962-BA4F-09618B525A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E43FD022-E10D-415B-9524-05BF480691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03BB2A3-F768-49BE-8C47-84A00BFE6981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733116 h 6858000"/>
              <a:gd name="connsiteX3" fmla="*/ 11907421 w 12192000"/>
              <a:gd name="connsiteY3" fmla="*/ 754971 h 6858000"/>
              <a:gd name="connsiteX4" fmla="*/ 4835485 w 12192000"/>
              <a:gd name="connsiteY4" fmla="*/ 4225159 h 6858000"/>
              <a:gd name="connsiteX5" fmla="*/ 3131054 w 12192000"/>
              <a:gd name="connsiteY5" fmla="*/ 6545165 h 6858000"/>
              <a:gd name="connsiteX6" fmla="*/ 2967653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733116"/>
                </a:lnTo>
                <a:lnTo>
                  <a:pt x="11907421" y="754971"/>
                </a:lnTo>
                <a:cubicBezTo>
                  <a:pt x="9224455" y="1029960"/>
                  <a:pt x="6712117" y="2253165"/>
                  <a:pt x="4835485" y="4225159"/>
                </a:cubicBezTo>
                <a:cubicBezTo>
                  <a:pt x="4165259" y="4929443"/>
                  <a:pt x="3594441" y="5709981"/>
                  <a:pt x="3131054" y="6545165"/>
                </a:cubicBezTo>
                <a:lnTo>
                  <a:pt x="29676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lIns="1737360" tIns="2194560" anchor="t">
            <a:noAutofit/>
          </a:bodyPr>
          <a:lstStyle>
            <a:lvl1pPr marL="0" indent="0" algn="l">
              <a:buNone/>
              <a:defRPr sz="20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27BEFC-E125-445A-A382-C5C1662C028B}"/>
              </a:ext>
            </a:extLst>
          </p:cNvPr>
          <p:cNvSpPr/>
          <p:nvPr userDrawn="1"/>
        </p:nvSpPr>
        <p:spPr>
          <a:xfrm>
            <a:off x="0" y="3356993"/>
            <a:ext cx="12192000" cy="3501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1D8BC1-6ECB-40BD-9D14-7087CA0A0F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26571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60383E-BB27-466E-8B4F-3A6A0747C0A3}"/>
              </a:ext>
            </a:extLst>
          </p:cNvPr>
          <p:cNvSpPr/>
          <p:nvPr userDrawn="1"/>
        </p:nvSpPr>
        <p:spPr>
          <a:xfrm>
            <a:off x="5857336" y="260648"/>
            <a:ext cx="5876372" cy="6336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019D0-AACC-46F1-9ADD-BA96B9734CD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34769" y="1196752"/>
            <a:ext cx="10849205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AAB4E0D-646B-4381-B834-F3A0DAD52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306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838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  <p:sldLayoutId id="2147483690" r:id="rId20"/>
    <p:sldLayoutId id="2147483691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ata360.worldbank.org/en/dataset/IMF_FAS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1B98710D-C795-4D7B-BCAB-F579D9640A19}"/>
              </a:ext>
            </a:extLst>
          </p:cNvPr>
          <p:cNvSpPr txBox="1"/>
          <p:nvPr/>
        </p:nvSpPr>
        <p:spPr>
          <a:xfrm>
            <a:off x="569988" y="2428827"/>
            <a:ext cx="5286102" cy="28007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Mobile Wallet</a:t>
            </a:r>
          </a:p>
          <a:p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Transaction</a:t>
            </a:r>
          </a:p>
          <a:p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Analysis in Indonesia</a:t>
            </a:r>
            <a:endParaRPr lang="ko-KR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8D668-6E6B-4905-8A24-32BE50805D44}"/>
              </a:ext>
            </a:extLst>
          </p:cNvPr>
          <p:cNvSpPr txBox="1"/>
          <p:nvPr/>
        </p:nvSpPr>
        <p:spPr>
          <a:xfrm>
            <a:off x="569988" y="5140885"/>
            <a:ext cx="5286102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867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Analyzing Investment Probability</a:t>
            </a:r>
            <a:endParaRPr lang="ko-KR" altLang="en-US" sz="1867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B3AC2B-72A6-44BB-318E-EACBA199C4F3}"/>
              </a:ext>
            </a:extLst>
          </p:cNvPr>
          <p:cNvSpPr/>
          <p:nvPr/>
        </p:nvSpPr>
        <p:spPr>
          <a:xfrm>
            <a:off x="-924560" y="1371600"/>
            <a:ext cx="589280" cy="589280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4AFFFE-B7E4-E160-0AC9-9C4B168FF39A}"/>
              </a:ext>
            </a:extLst>
          </p:cNvPr>
          <p:cNvSpPr/>
          <p:nvPr/>
        </p:nvSpPr>
        <p:spPr>
          <a:xfrm>
            <a:off x="-924560" y="2134187"/>
            <a:ext cx="589280" cy="589280"/>
          </a:xfrm>
          <a:prstGeom prst="roundRect">
            <a:avLst/>
          </a:prstGeom>
          <a:solidFill>
            <a:srgbClr val="2BA28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9CFBCE-1C65-92AD-ACCE-4D75AF755228}"/>
              </a:ext>
            </a:extLst>
          </p:cNvPr>
          <p:cNvSpPr/>
          <p:nvPr/>
        </p:nvSpPr>
        <p:spPr>
          <a:xfrm>
            <a:off x="-924560" y="2896774"/>
            <a:ext cx="589280" cy="589280"/>
          </a:xfrm>
          <a:prstGeom prst="roundRect">
            <a:avLst/>
          </a:prstGeom>
          <a:solidFill>
            <a:srgbClr val="23AFE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447024-B6E3-AFE8-9A26-C74832EFC985}"/>
              </a:ext>
            </a:extLst>
          </p:cNvPr>
          <p:cNvSpPr/>
          <p:nvPr/>
        </p:nvSpPr>
        <p:spPr>
          <a:xfrm>
            <a:off x="-924560" y="3659361"/>
            <a:ext cx="589280" cy="589280"/>
          </a:xfrm>
          <a:prstGeom prst="roundRect">
            <a:avLst/>
          </a:prstGeom>
          <a:solidFill>
            <a:srgbClr val="FCE1A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9AF27F-9475-C218-3482-87034D898EBE}"/>
              </a:ext>
            </a:extLst>
          </p:cNvPr>
          <p:cNvSpPr/>
          <p:nvPr/>
        </p:nvSpPr>
        <p:spPr>
          <a:xfrm>
            <a:off x="-924560" y="4421948"/>
            <a:ext cx="589280" cy="589280"/>
          </a:xfrm>
          <a:prstGeom prst="round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770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0" y="104658"/>
            <a:ext cx="1219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Outline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4" name="Group 1">
            <a:extLst>
              <a:ext uri="{FF2B5EF4-FFF2-40B4-BE49-F238E27FC236}">
                <a16:creationId xmlns:a16="http://schemas.microsoft.com/office/drawing/2014/main" id="{4C95E5F3-E9AF-47DF-9E38-E5A25920A1E2}"/>
              </a:ext>
            </a:extLst>
          </p:cNvPr>
          <p:cNvGrpSpPr/>
          <p:nvPr/>
        </p:nvGrpSpPr>
        <p:grpSpPr>
          <a:xfrm>
            <a:off x="4787235" y="1477090"/>
            <a:ext cx="4190832" cy="584775"/>
            <a:chOff x="4801964" y="830826"/>
            <a:chExt cx="4190832" cy="584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327DDF-B79F-4BA0-BC0A-3031EC183E85}"/>
                </a:ext>
              </a:extLst>
            </p:cNvPr>
            <p:cNvSpPr txBox="1"/>
            <p:nvPr/>
          </p:nvSpPr>
          <p:spPr>
            <a:xfrm>
              <a:off x="5885718" y="892381"/>
              <a:ext cx="3107078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Background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2291DB-20EF-45C9-873A-B89EF6C19673}"/>
                </a:ext>
              </a:extLst>
            </p:cNvPr>
            <p:cNvSpPr txBox="1"/>
            <p:nvPr/>
          </p:nvSpPr>
          <p:spPr>
            <a:xfrm>
              <a:off x="4801964" y="830826"/>
              <a:ext cx="1083753" cy="58477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6">
            <a:extLst>
              <a:ext uri="{FF2B5EF4-FFF2-40B4-BE49-F238E27FC236}">
                <a16:creationId xmlns:a16="http://schemas.microsoft.com/office/drawing/2014/main" id="{2B038CB6-6CE0-4032-B860-5A5C72B28426}"/>
              </a:ext>
            </a:extLst>
          </p:cNvPr>
          <p:cNvGrpSpPr/>
          <p:nvPr/>
        </p:nvGrpSpPr>
        <p:grpSpPr>
          <a:xfrm>
            <a:off x="4787235" y="2185092"/>
            <a:ext cx="3111114" cy="584775"/>
            <a:chOff x="4801964" y="769273"/>
            <a:chExt cx="3111114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7587A8C-850E-4910-9DC7-E61F8AA3D856}"/>
                </a:ext>
              </a:extLst>
            </p:cNvPr>
            <p:cNvSpPr txBox="1"/>
            <p:nvPr/>
          </p:nvSpPr>
          <p:spPr>
            <a:xfrm>
              <a:off x="5885718" y="830828"/>
              <a:ext cx="2027360" cy="46166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Collect Data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756411-9E59-4CE5-948C-07BB6B5E8B8D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11">
            <a:extLst>
              <a:ext uri="{FF2B5EF4-FFF2-40B4-BE49-F238E27FC236}">
                <a16:creationId xmlns:a16="http://schemas.microsoft.com/office/drawing/2014/main" id="{DE892FB5-1BAF-41D5-B582-DE50EE947F93}"/>
              </a:ext>
            </a:extLst>
          </p:cNvPr>
          <p:cNvGrpSpPr/>
          <p:nvPr/>
        </p:nvGrpSpPr>
        <p:grpSpPr>
          <a:xfrm>
            <a:off x="4787235" y="2904001"/>
            <a:ext cx="3249324" cy="584775"/>
            <a:chOff x="4801964" y="769273"/>
            <a:chExt cx="3249324" cy="58477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1A6AB7-F687-466B-B421-09AC29148E8E}"/>
                </a:ext>
              </a:extLst>
            </p:cNvPr>
            <p:cNvSpPr txBox="1"/>
            <p:nvPr/>
          </p:nvSpPr>
          <p:spPr>
            <a:xfrm>
              <a:off x="5885717" y="830828"/>
              <a:ext cx="2165571" cy="46166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Process Data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CE3ECA-64B0-4B51-8947-2BF4A6F50CDB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16">
            <a:extLst>
              <a:ext uri="{FF2B5EF4-FFF2-40B4-BE49-F238E27FC236}">
                <a16:creationId xmlns:a16="http://schemas.microsoft.com/office/drawing/2014/main" id="{44FE56FF-FB0C-4B61-AB31-866F41B29A68}"/>
              </a:ext>
            </a:extLst>
          </p:cNvPr>
          <p:cNvGrpSpPr/>
          <p:nvPr/>
        </p:nvGrpSpPr>
        <p:grpSpPr>
          <a:xfrm>
            <a:off x="4787235" y="3634427"/>
            <a:ext cx="3637216" cy="584775"/>
            <a:chOff x="4801964" y="876995"/>
            <a:chExt cx="3637216" cy="58477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0EFA7D1-C844-4EE1-B8EF-4C21CA2F7BA8}"/>
                </a:ext>
              </a:extLst>
            </p:cNvPr>
            <p:cNvSpPr txBox="1"/>
            <p:nvPr/>
          </p:nvSpPr>
          <p:spPr>
            <a:xfrm>
              <a:off x="5885718" y="938550"/>
              <a:ext cx="2553462" cy="46166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Analyze Data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D1B272A-764A-47E6-AF30-2CBFB27BA7C6}"/>
                </a:ext>
              </a:extLst>
            </p:cNvPr>
            <p:cNvSpPr txBox="1"/>
            <p:nvPr/>
          </p:nvSpPr>
          <p:spPr>
            <a:xfrm>
              <a:off x="4801964" y="876995"/>
              <a:ext cx="1083753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" name="Group 16">
            <a:extLst>
              <a:ext uri="{FF2B5EF4-FFF2-40B4-BE49-F238E27FC236}">
                <a16:creationId xmlns:a16="http://schemas.microsoft.com/office/drawing/2014/main" id="{3468E5B4-4E28-9D94-6967-66EF4D1D63A7}"/>
              </a:ext>
            </a:extLst>
          </p:cNvPr>
          <p:cNvGrpSpPr/>
          <p:nvPr/>
        </p:nvGrpSpPr>
        <p:grpSpPr>
          <a:xfrm>
            <a:off x="4787235" y="4351719"/>
            <a:ext cx="3111114" cy="584775"/>
            <a:chOff x="4801964" y="876995"/>
            <a:chExt cx="3111114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EB1C7C9-073C-41E8-1DDE-877D5B4C70F3}"/>
                </a:ext>
              </a:extLst>
            </p:cNvPr>
            <p:cNvSpPr txBox="1"/>
            <p:nvPr/>
          </p:nvSpPr>
          <p:spPr>
            <a:xfrm>
              <a:off x="5885718" y="938550"/>
              <a:ext cx="2027360" cy="46166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Conclusion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5534AF-B5FB-5712-1029-C03F977BB265}"/>
                </a:ext>
              </a:extLst>
            </p:cNvPr>
            <p:cNvSpPr txBox="1"/>
            <p:nvPr/>
          </p:nvSpPr>
          <p:spPr>
            <a:xfrm>
              <a:off x="4801964" y="876995"/>
              <a:ext cx="1083753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44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871063" y="2888408"/>
            <a:ext cx="532093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Background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8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41">
            <a:extLst>
              <a:ext uri="{FF2B5EF4-FFF2-40B4-BE49-F238E27FC236}">
                <a16:creationId xmlns:a16="http://schemas.microsoft.com/office/drawing/2014/main" id="{B62F98C3-84D7-4858-934B-ADA60D1FC878}"/>
              </a:ext>
            </a:extLst>
          </p:cNvPr>
          <p:cNvGrpSpPr/>
          <p:nvPr/>
        </p:nvGrpSpPr>
        <p:grpSpPr>
          <a:xfrm>
            <a:off x="2040864" y="642717"/>
            <a:ext cx="7871437" cy="4619504"/>
            <a:chOff x="2687161" y="3731096"/>
            <a:chExt cx="5158677" cy="3027467"/>
          </a:xfrm>
          <a:solidFill>
            <a:schemeClr val="bg1">
              <a:lumMod val="85000"/>
            </a:schemeClr>
          </a:solidFill>
        </p:grpSpPr>
        <p:sp>
          <p:nvSpPr>
            <p:cNvPr id="37" name="Freeform: Shape 342">
              <a:extLst>
                <a:ext uri="{FF2B5EF4-FFF2-40B4-BE49-F238E27FC236}">
                  <a16:creationId xmlns:a16="http://schemas.microsoft.com/office/drawing/2014/main" id="{A581481F-6B44-491A-A856-3B9D0A26F585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43">
              <a:extLst>
                <a:ext uri="{FF2B5EF4-FFF2-40B4-BE49-F238E27FC236}">
                  <a16:creationId xmlns:a16="http://schemas.microsoft.com/office/drawing/2014/main" id="{3003EF3D-42C2-41AD-9B20-32B6A5496E34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44">
              <a:extLst>
                <a:ext uri="{FF2B5EF4-FFF2-40B4-BE49-F238E27FC236}">
                  <a16:creationId xmlns:a16="http://schemas.microsoft.com/office/drawing/2014/main" id="{C9C7B503-F90B-486F-A90A-E134EE275F17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45">
              <a:extLst>
                <a:ext uri="{FF2B5EF4-FFF2-40B4-BE49-F238E27FC236}">
                  <a16:creationId xmlns:a16="http://schemas.microsoft.com/office/drawing/2014/main" id="{0C8A8EC5-03A2-4C87-A063-DC281925CDD1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46">
              <a:extLst>
                <a:ext uri="{FF2B5EF4-FFF2-40B4-BE49-F238E27FC236}">
                  <a16:creationId xmlns:a16="http://schemas.microsoft.com/office/drawing/2014/main" id="{FAFCE44D-2E84-4F71-9381-DE3F9331AA59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347">
              <a:extLst>
                <a:ext uri="{FF2B5EF4-FFF2-40B4-BE49-F238E27FC236}">
                  <a16:creationId xmlns:a16="http://schemas.microsoft.com/office/drawing/2014/main" id="{4CB802B6-BD5C-4B84-87CB-D759859A0525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348">
              <a:extLst>
                <a:ext uri="{FF2B5EF4-FFF2-40B4-BE49-F238E27FC236}">
                  <a16:creationId xmlns:a16="http://schemas.microsoft.com/office/drawing/2014/main" id="{3F54A7F9-97AC-4E23-8BBE-5D68FB9509CD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349">
              <a:extLst>
                <a:ext uri="{FF2B5EF4-FFF2-40B4-BE49-F238E27FC236}">
                  <a16:creationId xmlns:a16="http://schemas.microsoft.com/office/drawing/2014/main" id="{CFC06C7B-7FC4-400F-9055-238870DB29CD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350">
              <a:extLst>
                <a:ext uri="{FF2B5EF4-FFF2-40B4-BE49-F238E27FC236}">
                  <a16:creationId xmlns:a16="http://schemas.microsoft.com/office/drawing/2014/main" id="{BFFF9CBC-6D60-4FF7-936A-036F46B93DAD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351">
              <a:extLst>
                <a:ext uri="{FF2B5EF4-FFF2-40B4-BE49-F238E27FC236}">
                  <a16:creationId xmlns:a16="http://schemas.microsoft.com/office/drawing/2014/main" id="{4F9E9531-8302-4F2C-A645-69AF945435B4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364">
              <a:extLst>
                <a:ext uri="{FF2B5EF4-FFF2-40B4-BE49-F238E27FC236}">
                  <a16:creationId xmlns:a16="http://schemas.microsoft.com/office/drawing/2014/main" id="{929A98E8-B8DF-4638-835E-17FA49D1D36D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365">
              <a:extLst>
                <a:ext uri="{FF2B5EF4-FFF2-40B4-BE49-F238E27FC236}">
                  <a16:creationId xmlns:a16="http://schemas.microsoft.com/office/drawing/2014/main" id="{0D1C328F-C8C7-47B9-B618-62A4AEB247A5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366">
              <a:extLst>
                <a:ext uri="{FF2B5EF4-FFF2-40B4-BE49-F238E27FC236}">
                  <a16:creationId xmlns:a16="http://schemas.microsoft.com/office/drawing/2014/main" id="{BCF33D1E-E9CD-42FC-B86E-CA17FB033126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367">
              <a:extLst>
                <a:ext uri="{FF2B5EF4-FFF2-40B4-BE49-F238E27FC236}">
                  <a16:creationId xmlns:a16="http://schemas.microsoft.com/office/drawing/2014/main" id="{8677E472-BACE-4F1B-992F-A00D1DF4BD63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368">
              <a:extLst>
                <a:ext uri="{FF2B5EF4-FFF2-40B4-BE49-F238E27FC236}">
                  <a16:creationId xmlns:a16="http://schemas.microsoft.com/office/drawing/2014/main" id="{D8102F59-64CA-4451-8157-D65C91D0DBB7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369">
              <a:extLst>
                <a:ext uri="{FF2B5EF4-FFF2-40B4-BE49-F238E27FC236}">
                  <a16:creationId xmlns:a16="http://schemas.microsoft.com/office/drawing/2014/main" id="{69F712CE-633B-42A2-90CE-42C286D1B19A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370">
              <a:extLst>
                <a:ext uri="{FF2B5EF4-FFF2-40B4-BE49-F238E27FC236}">
                  <a16:creationId xmlns:a16="http://schemas.microsoft.com/office/drawing/2014/main" id="{46F1F878-4982-4027-A0A9-52A747010354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371">
              <a:extLst>
                <a:ext uri="{FF2B5EF4-FFF2-40B4-BE49-F238E27FC236}">
                  <a16:creationId xmlns:a16="http://schemas.microsoft.com/office/drawing/2014/main" id="{66959268-27EB-469E-BD9B-724AC94AE1C3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372">
              <a:extLst>
                <a:ext uri="{FF2B5EF4-FFF2-40B4-BE49-F238E27FC236}">
                  <a16:creationId xmlns:a16="http://schemas.microsoft.com/office/drawing/2014/main" id="{899BE6AD-8F71-4039-A333-9FBBD363FF6C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373">
              <a:extLst>
                <a:ext uri="{FF2B5EF4-FFF2-40B4-BE49-F238E27FC236}">
                  <a16:creationId xmlns:a16="http://schemas.microsoft.com/office/drawing/2014/main" id="{AAD85238-7AC1-4DE3-A274-AA3880F88279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374">
              <a:extLst>
                <a:ext uri="{FF2B5EF4-FFF2-40B4-BE49-F238E27FC236}">
                  <a16:creationId xmlns:a16="http://schemas.microsoft.com/office/drawing/2014/main" id="{BC13C8DB-F232-416E-A3FD-B6FECBF3BE54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375">
              <a:extLst>
                <a:ext uri="{FF2B5EF4-FFF2-40B4-BE49-F238E27FC236}">
                  <a16:creationId xmlns:a16="http://schemas.microsoft.com/office/drawing/2014/main" id="{8E9FE8F3-D0A5-4E34-8C56-72458DEDF4C8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376">
              <a:extLst>
                <a:ext uri="{FF2B5EF4-FFF2-40B4-BE49-F238E27FC236}">
                  <a16:creationId xmlns:a16="http://schemas.microsoft.com/office/drawing/2014/main" id="{68CF6E1F-DABA-4394-ACE6-64A87BA4F715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377">
              <a:extLst>
                <a:ext uri="{FF2B5EF4-FFF2-40B4-BE49-F238E27FC236}">
                  <a16:creationId xmlns:a16="http://schemas.microsoft.com/office/drawing/2014/main" id="{253FF40E-8285-4F94-B56C-DFD56C06DAA8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378">
              <a:extLst>
                <a:ext uri="{FF2B5EF4-FFF2-40B4-BE49-F238E27FC236}">
                  <a16:creationId xmlns:a16="http://schemas.microsoft.com/office/drawing/2014/main" id="{4EFECB00-3C1A-40ED-B887-49495889E6F6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379">
              <a:extLst>
                <a:ext uri="{FF2B5EF4-FFF2-40B4-BE49-F238E27FC236}">
                  <a16:creationId xmlns:a16="http://schemas.microsoft.com/office/drawing/2014/main" id="{43352A6F-C01C-49DB-95B5-2AF1DF905921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380">
              <a:extLst>
                <a:ext uri="{FF2B5EF4-FFF2-40B4-BE49-F238E27FC236}">
                  <a16:creationId xmlns:a16="http://schemas.microsoft.com/office/drawing/2014/main" id="{DD7EE4DC-4F6A-4F45-B3F2-95432E5511F7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381">
              <a:extLst>
                <a:ext uri="{FF2B5EF4-FFF2-40B4-BE49-F238E27FC236}">
                  <a16:creationId xmlns:a16="http://schemas.microsoft.com/office/drawing/2014/main" id="{19932311-C970-4CE9-93B0-AFFD23D5ADDE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382">
              <a:extLst>
                <a:ext uri="{FF2B5EF4-FFF2-40B4-BE49-F238E27FC236}">
                  <a16:creationId xmlns:a16="http://schemas.microsoft.com/office/drawing/2014/main" id="{4960AA92-5125-4451-B971-EF8D7112A103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383">
              <a:extLst>
                <a:ext uri="{FF2B5EF4-FFF2-40B4-BE49-F238E27FC236}">
                  <a16:creationId xmlns:a16="http://schemas.microsoft.com/office/drawing/2014/main" id="{31DF1486-C34A-484F-AF01-37C36D97E2FF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384">
              <a:extLst>
                <a:ext uri="{FF2B5EF4-FFF2-40B4-BE49-F238E27FC236}">
                  <a16:creationId xmlns:a16="http://schemas.microsoft.com/office/drawing/2014/main" id="{DB10626A-58FB-4B03-A8C1-E7013933866F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385">
              <a:extLst>
                <a:ext uri="{FF2B5EF4-FFF2-40B4-BE49-F238E27FC236}">
                  <a16:creationId xmlns:a16="http://schemas.microsoft.com/office/drawing/2014/main" id="{CC19D679-27BA-460C-8975-CFE0CBD18554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386">
              <a:extLst>
                <a:ext uri="{FF2B5EF4-FFF2-40B4-BE49-F238E27FC236}">
                  <a16:creationId xmlns:a16="http://schemas.microsoft.com/office/drawing/2014/main" id="{530D01F2-9E29-409C-8022-33DB23402B5E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387">
              <a:extLst>
                <a:ext uri="{FF2B5EF4-FFF2-40B4-BE49-F238E27FC236}">
                  <a16:creationId xmlns:a16="http://schemas.microsoft.com/office/drawing/2014/main" id="{E1E1BC8C-EDDC-4687-822F-AE1683B15D4E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388">
              <a:extLst>
                <a:ext uri="{FF2B5EF4-FFF2-40B4-BE49-F238E27FC236}">
                  <a16:creationId xmlns:a16="http://schemas.microsoft.com/office/drawing/2014/main" id="{341ED277-59BA-423C-8380-1DE5601172AD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389">
              <a:extLst>
                <a:ext uri="{FF2B5EF4-FFF2-40B4-BE49-F238E27FC236}">
                  <a16:creationId xmlns:a16="http://schemas.microsoft.com/office/drawing/2014/main" id="{265F8CCB-BF75-4C0D-BB19-9DED9FD53339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390">
              <a:extLst>
                <a:ext uri="{FF2B5EF4-FFF2-40B4-BE49-F238E27FC236}">
                  <a16:creationId xmlns:a16="http://schemas.microsoft.com/office/drawing/2014/main" id="{F7C26BF4-4FE0-4FFB-9041-11200AED4408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391">
              <a:extLst>
                <a:ext uri="{FF2B5EF4-FFF2-40B4-BE49-F238E27FC236}">
                  <a16:creationId xmlns:a16="http://schemas.microsoft.com/office/drawing/2014/main" id="{F1C9193C-D702-4DF2-8D79-B200AB9D4C85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392">
              <a:extLst>
                <a:ext uri="{FF2B5EF4-FFF2-40B4-BE49-F238E27FC236}">
                  <a16:creationId xmlns:a16="http://schemas.microsoft.com/office/drawing/2014/main" id="{18411AB5-67C1-46A7-A5FD-6BAEF0C0D5CA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393">
              <a:extLst>
                <a:ext uri="{FF2B5EF4-FFF2-40B4-BE49-F238E27FC236}">
                  <a16:creationId xmlns:a16="http://schemas.microsoft.com/office/drawing/2014/main" id="{7FD27090-DB1D-4FC5-B7AA-18EB32C220EC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394">
              <a:extLst>
                <a:ext uri="{FF2B5EF4-FFF2-40B4-BE49-F238E27FC236}">
                  <a16:creationId xmlns:a16="http://schemas.microsoft.com/office/drawing/2014/main" id="{261F644C-41FF-4C36-B29D-32D501CA9AB4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395">
              <a:extLst>
                <a:ext uri="{FF2B5EF4-FFF2-40B4-BE49-F238E27FC236}">
                  <a16:creationId xmlns:a16="http://schemas.microsoft.com/office/drawing/2014/main" id="{5A80CD8D-2583-472E-BBAA-57FD304CF8BB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396">
              <a:extLst>
                <a:ext uri="{FF2B5EF4-FFF2-40B4-BE49-F238E27FC236}">
                  <a16:creationId xmlns:a16="http://schemas.microsoft.com/office/drawing/2014/main" id="{905F3324-3E38-4246-8362-4391C5B72564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397">
              <a:extLst>
                <a:ext uri="{FF2B5EF4-FFF2-40B4-BE49-F238E27FC236}">
                  <a16:creationId xmlns:a16="http://schemas.microsoft.com/office/drawing/2014/main" id="{2E65926F-3E2D-4F53-9263-65F45AD7BEE4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398">
              <a:extLst>
                <a:ext uri="{FF2B5EF4-FFF2-40B4-BE49-F238E27FC236}">
                  <a16:creationId xmlns:a16="http://schemas.microsoft.com/office/drawing/2014/main" id="{448E2D21-7B8C-4F3A-843D-88A3E9633010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399">
              <a:extLst>
                <a:ext uri="{FF2B5EF4-FFF2-40B4-BE49-F238E27FC236}">
                  <a16:creationId xmlns:a16="http://schemas.microsoft.com/office/drawing/2014/main" id="{89EB0BD3-10BF-42A0-92EA-F6C842D2C0C6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400">
              <a:extLst>
                <a:ext uri="{FF2B5EF4-FFF2-40B4-BE49-F238E27FC236}">
                  <a16:creationId xmlns:a16="http://schemas.microsoft.com/office/drawing/2014/main" id="{1739DD31-F9AE-4C0E-A2FF-AF0BE5F50039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401">
              <a:extLst>
                <a:ext uri="{FF2B5EF4-FFF2-40B4-BE49-F238E27FC236}">
                  <a16:creationId xmlns:a16="http://schemas.microsoft.com/office/drawing/2014/main" id="{82E3E9D5-DDA1-42B7-AC4B-C7BEF1FD8DCB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402">
              <a:extLst>
                <a:ext uri="{FF2B5EF4-FFF2-40B4-BE49-F238E27FC236}">
                  <a16:creationId xmlns:a16="http://schemas.microsoft.com/office/drawing/2014/main" id="{AFB79BB6-2434-477C-9612-FB6BC7547D93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403">
              <a:extLst>
                <a:ext uri="{FF2B5EF4-FFF2-40B4-BE49-F238E27FC236}">
                  <a16:creationId xmlns:a16="http://schemas.microsoft.com/office/drawing/2014/main" id="{8B98889D-97D7-4359-9F13-38E5181DE398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404">
              <a:extLst>
                <a:ext uri="{FF2B5EF4-FFF2-40B4-BE49-F238E27FC236}">
                  <a16:creationId xmlns:a16="http://schemas.microsoft.com/office/drawing/2014/main" id="{3B1F4D7E-3EB4-4D61-9986-F8D833F92193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405">
              <a:extLst>
                <a:ext uri="{FF2B5EF4-FFF2-40B4-BE49-F238E27FC236}">
                  <a16:creationId xmlns:a16="http://schemas.microsoft.com/office/drawing/2014/main" id="{BE86962C-4D15-4EE6-8461-049384A1F409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406">
              <a:extLst>
                <a:ext uri="{FF2B5EF4-FFF2-40B4-BE49-F238E27FC236}">
                  <a16:creationId xmlns:a16="http://schemas.microsoft.com/office/drawing/2014/main" id="{D45F6DC0-1972-4C81-9A08-D9E858D826C9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407">
              <a:extLst>
                <a:ext uri="{FF2B5EF4-FFF2-40B4-BE49-F238E27FC236}">
                  <a16:creationId xmlns:a16="http://schemas.microsoft.com/office/drawing/2014/main" id="{E07FF919-2B33-4CC7-8A0A-8CCCCDA91BDA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408">
              <a:extLst>
                <a:ext uri="{FF2B5EF4-FFF2-40B4-BE49-F238E27FC236}">
                  <a16:creationId xmlns:a16="http://schemas.microsoft.com/office/drawing/2014/main" id="{DBD28C07-19A6-423A-A335-370D1A2DEF31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409">
              <a:extLst>
                <a:ext uri="{FF2B5EF4-FFF2-40B4-BE49-F238E27FC236}">
                  <a16:creationId xmlns:a16="http://schemas.microsoft.com/office/drawing/2014/main" id="{8988A709-241A-490D-A355-3BA978E93194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410">
              <a:extLst>
                <a:ext uri="{FF2B5EF4-FFF2-40B4-BE49-F238E27FC236}">
                  <a16:creationId xmlns:a16="http://schemas.microsoft.com/office/drawing/2014/main" id="{E078261D-DDD2-4523-B708-5FF198D83749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411">
              <a:extLst>
                <a:ext uri="{FF2B5EF4-FFF2-40B4-BE49-F238E27FC236}">
                  <a16:creationId xmlns:a16="http://schemas.microsoft.com/office/drawing/2014/main" id="{EE23ECCD-7A8F-428B-9298-954605A861D8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412">
              <a:extLst>
                <a:ext uri="{FF2B5EF4-FFF2-40B4-BE49-F238E27FC236}">
                  <a16:creationId xmlns:a16="http://schemas.microsoft.com/office/drawing/2014/main" id="{39A5EC88-6E2B-4689-98A1-93C1F0D7BDBE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413">
              <a:extLst>
                <a:ext uri="{FF2B5EF4-FFF2-40B4-BE49-F238E27FC236}">
                  <a16:creationId xmlns:a16="http://schemas.microsoft.com/office/drawing/2014/main" id="{AE1FF7F5-2CA3-4E21-A0DB-619AABB0BF51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414">
              <a:extLst>
                <a:ext uri="{FF2B5EF4-FFF2-40B4-BE49-F238E27FC236}">
                  <a16:creationId xmlns:a16="http://schemas.microsoft.com/office/drawing/2014/main" id="{137B201B-A52E-4601-B231-627A46707624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415">
              <a:extLst>
                <a:ext uri="{FF2B5EF4-FFF2-40B4-BE49-F238E27FC236}">
                  <a16:creationId xmlns:a16="http://schemas.microsoft.com/office/drawing/2014/main" id="{32BDE467-A009-4A1E-9441-F4CE5ED0AA33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416">
              <a:extLst>
                <a:ext uri="{FF2B5EF4-FFF2-40B4-BE49-F238E27FC236}">
                  <a16:creationId xmlns:a16="http://schemas.microsoft.com/office/drawing/2014/main" id="{9ECFCD43-5697-4C3B-A72C-EF23BA00965C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417">
              <a:extLst>
                <a:ext uri="{FF2B5EF4-FFF2-40B4-BE49-F238E27FC236}">
                  <a16:creationId xmlns:a16="http://schemas.microsoft.com/office/drawing/2014/main" id="{68892A9D-751D-445C-96AD-743B9BBBA53D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418">
              <a:extLst>
                <a:ext uri="{FF2B5EF4-FFF2-40B4-BE49-F238E27FC236}">
                  <a16:creationId xmlns:a16="http://schemas.microsoft.com/office/drawing/2014/main" id="{04F8D947-FBBE-4615-94B9-253296717334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419">
              <a:extLst>
                <a:ext uri="{FF2B5EF4-FFF2-40B4-BE49-F238E27FC236}">
                  <a16:creationId xmlns:a16="http://schemas.microsoft.com/office/drawing/2014/main" id="{D684DFD5-224A-4799-8A34-44E4558F5EE5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420">
              <a:extLst>
                <a:ext uri="{FF2B5EF4-FFF2-40B4-BE49-F238E27FC236}">
                  <a16:creationId xmlns:a16="http://schemas.microsoft.com/office/drawing/2014/main" id="{0434F2E1-B054-4599-8F2F-0C61C1162493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421">
              <a:extLst>
                <a:ext uri="{FF2B5EF4-FFF2-40B4-BE49-F238E27FC236}">
                  <a16:creationId xmlns:a16="http://schemas.microsoft.com/office/drawing/2014/main" id="{C537FD17-A2AE-48A9-8BD6-69C7DB1F9AC4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422">
              <a:extLst>
                <a:ext uri="{FF2B5EF4-FFF2-40B4-BE49-F238E27FC236}">
                  <a16:creationId xmlns:a16="http://schemas.microsoft.com/office/drawing/2014/main" id="{6F1377A9-98B9-4CA7-BF09-3887EDF917AE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423">
              <a:extLst>
                <a:ext uri="{FF2B5EF4-FFF2-40B4-BE49-F238E27FC236}">
                  <a16:creationId xmlns:a16="http://schemas.microsoft.com/office/drawing/2014/main" id="{89A25201-E7D6-4128-B75C-0FDA055867A0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424">
              <a:extLst>
                <a:ext uri="{FF2B5EF4-FFF2-40B4-BE49-F238E27FC236}">
                  <a16:creationId xmlns:a16="http://schemas.microsoft.com/office/drawing/2014/main" id="{3A4D608C-E1D5-4B53-8BCE-6A252F514EDF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425">
              <a:extLst>
                <a:ext uri="{FF2B5EF4-FFF2-40B4-BE49-F238E27FC236}">
                  <a16:creationId xmlns:a16="http://schemas.microsoft.com/office/drawing/2014/main" id="{7DB6D2A5-0511-4F6D-81D3-F353CCA5A803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426">
              <a:extLst>
                <a:ext uri="{FF2B5EF4-FFF2-40B4-BE49-F238E27FC236}">
                  <a16:creationId xmlns:a16="http://schemas.microsoft.com/office/drawing/2014/main" id="{BDB27DA0-4798-4E2F-98BA-0DB3F1F9BA32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427">
              <a:extLst>
                <a:ext uri="{FF2B5EF4-FFF2-40B4-BE49-F238E27FC236}">
                  <a16:creationId xmlns:a16="http://schemas.microsoft.com/office/drawing/2014/main" id="{CD422675-74EF-476C-993E-BF889045F66F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428">
              <a:extLst>
                <a:ext uri="{FF2B5EF4-FFF2-40B4-BE49-F238E27FC236}">
                  <a16:creationId xmlns:a16="http://schemas.microsoft.com/office/drawing/2014/main" id="{EB4FBC5D-21C8-4EB1-9231-B75007FB56CB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429">
              <a:extLst>
                <a:ext uri="{FF2B5EF4-FFF2-40B4-BE49-F238E27FC236}">
                  <a16:creationId xmlns:a16="http://schemas.microsoft.com/office/drawing/2014/main" id="{E3196029-7A69-4315-8971-5B0540A87AA3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430">
              <a:extLst>
                <a:ext uri="{FF2B5EF4-FFF2-40B4-BE49-F238E27FC236}">
                  <a16:creationId xmlns:a16="http://schemas.microsoft.com/office/drawing/2014/main" id="{366D96E7-53E2-4807-B0EE-041051C96BBE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431">
              <a:extLst>
                <a:ext uri="{FF2B5EF4-FFF2-40B4-BE49-F238E27FC236}">
                  <a16:creationId xmlns:a16="http://schemas.microsoft.com/office/drawing/2014/main" id="{FB9393D1-2120-4A8C-A88C-1334E8BC319D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432">
              <a:extLst>
                <a:ext uri="{FF2B5EF4-FFF2-40B4-BE49-F238E27FC236}">
                  <a16:creationId xmlns:a16="http://schemas.microsoft.com/office/drawing/2014/main" id="{61E44BCB-D263-4199-B878-3D1208416DE3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433">
              <a:extLst>
                <a:ext uri="{FF2B5EF4-FFF2-40B4-BE49-F238E27FC236}">
                  <a16:creationId xmlns:a16="http://schemas.microsoft.com/office/drawing/2014/main" id="{3E3BE33A-B0BA-49F2-9030-8D78E9F1DCC8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434">
              <a:extLst>
                <a:ext uri="{FF2B5EF4-FFF2-40B4-BE49-F238E27FC236}">
                  <a16:creationId xmlns:a16="http://schemas.microsoft.com/office/drawing/2014/main" id="{CBB186FE-9418-4865-AC50-DFCF590D95FB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435">
              <a:extLst>
                <a:ext uri="{FF2B5EF4-FFF2-40B4-BE49-F238E27FC236}">
                  <a16:creationId xmlns:a16="http://schemas.microsoft.com/office/drawing/2014/main" id="{86F77811-70D0-4EFE-9DAA-D7EF5D1E83B8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436">
              <a:extLst>
                <a:ext uri="{FF2B5EF4-FFF2-40B4-BE49-F238E27FC236}">
                  <a16:creationId xmlns:a16="http://schemas.microsoft.com/office/drawing/2014/main" id="{6360E133-F70A-46DE-97E0-13811E4CCA27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437">
              <a:extLst>
                <a:ext uri="{FF2B5EF4-FFF2-40B4-BE49-F238E27FC236}">
                  <a16:creationId xmlns:a16="http://schemas.microsoft.com/office/drawing/2014/main" id="{61929FCB-EED1-4135-92FE-00FBB33FD208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438">
              <a:extLst>
                <a:ext uri="{FF2B5EF4-FFF2-40B4-BE49-F238E27FC236}">
                  <a16:creationId xmlns:a16="http://schemas.microsoft.com/office/drawing/2014/main" id="{341D8755-8053-4BE7-B82D-2F39E18A7B8A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439">
              <a:extLst>
                <a:ext uri="{FF2B5EF4-FFF2-40B4-BE49-F238E27FC236}">
                  <a16:creationId xmlns:a16="http://schemas.microsoft.com/office/drawing/2014/main" id="{B88C4133-64C0-4481-B0AD-AE75B0C837C8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440">
              <a:extLst>
                <a:ext uri="{FF2B5EF4-FFF2-40B4-BE49-F238E27FC236}">
                  <a16:creationId xmlns:a16="http://schemas.microsoft.com/office/drawing/2014/main" id="{FCBF2B82-6E12-4BB8-9A6A-ECC62CC2F79B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441">
              <a:extLst>
                <a:ext uri="{FF2B5EF4-FFF2-40B4-BE49-F238E27FC236}">
                  <a16:creationId xmlns:a16="http://schemas.microsoft.com/office/drawing/2014/main" id="{2C1E5817-5D07-4DFD-B236-51BA7371CDDC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442">
              <a:extLst>
                <a:ext uri="{FF2B5EF4-FFF2-40B4-BE49-F238E27FC236}">
                  <a16:creationId xmlns:a16="http://schemas.microsoft.com/office/drawing/2014/main" id="{FBF4C011-4161-4378-A8AD-8510F3DA6431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443">
              <a:extLst>
                <a:ext uri="{FF2B5EF4-FFF2-40B4-BE49-F238E27FC236}">
                  <a16:creationId xmlns:a16="http://schemas.microsoft.com/office/drawing/2014/main" id="{7E33AE45-581F-4876-BB04-DA7774E61D3C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444">
              <a:extLst>
                <a:ext uri="{FF2B5EF4-FFF2-40B4-BE49-F238E27FC236}">
                  <a16:creationId xmlns:a16="http://schemas.microsoft.com/office/drawing/2014/main" id="{FE07D5D5-8F32-4527-A020-565B660F401C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445">
              <a:extLst>
                <a:ext uri="{FF2B5EF4-FFF2-40B4-BE49-F238E27FC236}">
                  <a16:creationId xmlns:a16="http://schemas.microsoft.com/office/drawing/2014/main" id="{8EFA39E2-D89B-4FC9-9597-61BC44F5B0C3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446">
              <a:extLst>
                <a:ext uri="{FF2B5EF4-FFF2-40B4-BE49-F238E27FC236}">
                  <a16:creationId xmlns:a16="http://schemas.microsoft.com/office/drawing/2014/main" id="{C1255B54-1B8B-4471-B51A-303F40FF854A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447">
              <a:extLst>
                <a:ext uri="{FF2B5EF4-FFF2-40B4-BE49-F238E27FC236}">
                  <a16:creationId xmlns:a16="http://schemas.microsoft.com/office/drawing/2014/main" id="{EFA72AD6-12CF-4B6A-B26C-39C91AA3090A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448">
              <a:extLst>
                <a:ext uri="{FF2B5EF4-FFF2-40B4-BE49-F238E27FC236}">
                  <a16:creationId xmlns:a16="http://schemas.microsoft.com/office/drawing/2014/main" id="{4BADC2AC-B84B-46CC-A8E7-73C3E89B64BD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449">
              <a:extLst>
                <a:ext uri="{FF2B5EF4-FFF2-40B4-BE49-F238E27FC236}">
                  <a16:creationId xmlns:a16="http://schemas.microsoft.com/office/drawing/2014/main" id="{7BB1B179-F09B-4C7F-BE3E-B96720C6CF1D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450">
              <a:extLst>
                <a:ext uri="{FF2B5EF4-FFF2-40B4-BE49-F238E27FC236}">
                  <a16:creationId xmlns:a16="http://schemas.microsoft.com/office/drawing/2014/main" id="{958ED40C-1B02-4D83-9D30-6602F9BF9651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451">
              <a:extLst>
                <a:ext uri="{FF2B5EF4-FFF2-40B4-BE49-F238E27FC236}">
                  <a16:creationId xmlns:a16="http://schemas.microsoft.com/office/drawing/2014/main" id="{99CC9076-8187-4BE9-8360-17DCD75BD113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452">
              <a:extLst>
                <a:ext uri="{FF2B5EF4-FFF2-40B4-BE49-F238E27FC236}">
                  <a16:creationId xmlns:a16="http://schemas.microsoft.com/office/drawing/2014/main" id="{156DD42B-F4FF-4508-B796-A38A08D47875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453">
              <a:extLst>
                <a:ext uri="{FF2B5EF4-FFF2-40B4-BE49-F238E27FC236}">
                  <a16:creationId xmlns:a16="http://schemas.microsoft.com/office/drawing/2014/main" id="{195DA0DD-484E-4673-A2B4-6137AEF68D4D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454">
              <a:extLst>
                <a:ext uri="{FF2B5EF4-FFF2-40B4-BE49-F238E27FC236}">
                  <a16:creationId xmlns:a16="http://schemas.microsoft.com/office/drawing/2014/main" id="{2E59A6AB-E91B-45C7-9215-BEB0973DB3D7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455">
              <a:extLst>
                <a:ext uri="{FF2B5EF4-FFF2-40B4-BE49-F238E27FC236}">
                  <a16:creationId xmlns:a16="http://schemas.microsoft.com/office/drawing/2014/main" id="{A1573150-77C7-4BBF-A7D6-0A8D70017B7D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456">
              <a:extLst>
                <a:ext uri="{FF2B5EF4-FFF2-40B4-BE49-F238E27FC236}">
                  <a16:creationId xmlns:a16="http://schemas.microsoft.com/office/drawing/2014/main" id="{CB720263-7D75-4BCF-8C75-931372EA7857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457">
              <a:extLst>
                <a:ext uri="{FF2B5EF4-FFF2-40B4-BE49-F238E27FC236}">
                  <a16:creationId xmlns:a16="http://schemas.microsoft.com/office/drawing/2014/main" id="{92590F92-15B4-4F06-B958-B3616A7BB50E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458">
              <a:extLst>
                <a:ext uri="{FF2B5EF4-FFF2-40B4-BE49-F238E27FC236}">
                  <a16:creationId xmlns:a16="http://schemas.microsoft.com/office/drawing/2014/main" id="{12AACFE6-AE62-428C-96F7-A10B44D815AA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459">
              <a:extLst>
                <a:ext uri="{FF2B5EF4-FFF2-40B4-BE49-F238E27FC236}">
                  <a16:creationId xmlns:a16="http://schemas.microsoft.com/office/drawing/2014/main" id="{71EF64BA-DB31-475E-9A85-9E2AAC8F5852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460">
              <a:extLst>
                <a:ext uri="{FF2B5EF4-FFF2-40B4-BE49-F238E27FC236}">
                  <a16:creationId xmlns:a16="http://schemas.microsoft.com/office/drawing/2014/main" id="{06768B48-694F-4523-B4DA-72ED59BE2DFD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461">
              <a:extLst>
                <a:ext uri="{FF2B5EF4-FFF2-40B4-BE49-F238E27FC236}">
                  <a16:creationId xmlns:a16="http://schemas.microsoft.com/office/drawing/2014/main" id="{9847CA59-4DFF-4C84-B280-6EAA4BC386B0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462">
              <a:extLst>
                <a:ext uri="{FF2B5EF4-FFF2-40B4-BE49-F238E27FC236}">
                  <a16:creationId xmlns:a16="http://schemas.microsoft.com/office/drawing/2014/main" id="{DF1B2504-BAAE-4219-9508-7261B4DB7388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463">
              <a:extLst>
                <a:ext uri="{FF2B5EF4-FFF2-40B4-BE49-F238E27FC236}">
                  <a16:creationId xmlns:a16="http://schemas.microsoft.com/office/drawing/2014/main" id="{5944E701-3CB5-4959-9DC4-55E46817A0DC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464">
              <a:extLst>
                <a:ext uri="{FF2B5EF4-FFF2-40B4-BE49-F238E27FC236}">
                  <a16:creationId xmlns:a16="http://schemas.microsoft.com/office/drawing/2014/main" id="{28EB5E54-2FB7-4FD5-81AC-04C44E537A50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465">
              <a:extLst>
                <a:ext uri="{FF2B5EF4-FFF2-40B4-BE49-F238E27FC236}">
                  <a16:creationId xmlns:a16="http://schemas.microsoft.com/office/drawing/2014/main" id="{045D8717-6D13-43FE-A6FE-0362047AC742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614D934-DD3A-4444-8FFF-BE78C53BAC80}"/>
              </a:ext>
            </a:extLst>
          </p:cNvPr>
          <p:cNvGrpSpPr/>
          <p:nvPr/>
        </p:nvGrpSpPr>
        <p:grpSpPr>
          <a:xfrm>
            <a:off x="4821661" y="2969336"/>
            <a:ext cx="2077911" cy="1223063"/>
            <a:chOff x="5621198" y="3749912"/>
            <a:chExt cx="2077911" cy="1223063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1CB65C32-F389-4735-8B7A-653392CA56E2}"/>
                </a:ext>
              </a:extLst>
            </p:cNvPr>
            <p:cNvSpPr/>
            <p:nvPr/>
          </p:nvSpPr>
          <p:spPr>
            <a:xfrm>
              <a:off x="5621198" y="3749912"/>
              <a:ext cx="2077911" cy="1223063"/>
            </a:xfrm>
            <a:custGeom>
              <a:avLst/>
              <a:gdLst>
                <a:gd name="connsiteX0" fmla="*/ 4103961 w 4113022"/>
                <a:gd name="connsiteY0" fmla="*/ 1373856 h 2420933"/>
                <a:gd name="connsiteX1" fmla="*/ 3432964 w 4113022"/>
                <a:gd name="connsiteY1" fmla="*/ 20666 h 2420933"/>
                <a:gd name="connsiteX2" fmla="*/ 3396405 w 4113022"/>
                <a:gd name="connsiteY2" fmla="*/ 15856 h 2420933"/>
                <a:gd name="connsiteX3" fmla="*/ 3231280 w 4113022"/>
                <a:gd name="connsiteY3" fmla="*/ 140312 h 2420933"/>
                <a:gd name="connsiteX4" fmla="*/ 2554423 w 4113022"/>
                <a:gd name="connsiteY4" fmla="*/ 314446 h 2420933"/>
                <a:gd name="connsiteX5" fmla="*/ 2049251 w 4113022"/>
                <a:gd name="connsiteY5" fmla="*/ 373920 h 2420933"/>
                <a:gd name="connsiteX6" fmla="*/ 1471399 w 4113022"/>
                <a:gd name="connsiteY6" fmla="*/ 406892 h 2420933"/>
                <a:gd name="connsiteX7" fmla="*/ 1431867 w 4113022"/>
                <a:gd name="connsiteY7" fmla="*/ 386514 h 2420933"/>
                <a:gd name="connsiteX8" fmla="*/ 1082287 w 4113022"/>
                <a:gd name="connsiteY8" fmla="*/ 403306 h 2420933"/>
                <a:gd name="connsiteX9" fmla="*/ 1047478 w 4113022"/>
                <a:gd name="connsiteY9" fmla="*/ 422723 h 2420933"/>
                <a:gd name="connsiteX10" fmla="*/ 138 w 4113022"/>
                <a:gd name="connsiteY10" fmla="*/ 411965 h 2420933"/>
                <a:gd name="connsiteX11" fmla="*/ 138 w 4113022"/>
                <a:gd name="connsiteY11" fmla="*/ 1872556 h 2420933"/>
                <a:gd name="connsiteX12" fmla="*/ 453708 w 4113022"/>
                <a:gd name="connsiteY12" fmla="*/ 1821479 h 2420933"/>
                <a:gd name="connsiteX13" fmla="*/ 1005759 w 4113022"/>
                <a:gd name="connsiteY13" fmla="*/ 1851041 h 2420933"/>
                <a:gd name="connsiteX14" fmla="*/ 1300763 w 4113022"/>
                <a:gd name="connsiteY14" fmla="*/ 1869932 h 2420933"/>
                <a:gd name="connsiteX15" fmla="*/ 1300763 w 4113022"/>
                <a:gd name="connsiteY15" fmla="*/ 1869932 h 2420933"/>
                <a:gd name="connsiteX16" fmla="*/ 1345456 w 4113022"/>
                <a:gd name="connsiteY16" fmla="*/ 1900281 h 2420933"/>
                <a:gd name="connsiteX17" fmla="*/ 1653754 w 4113022"/>
                <a:gd name="connsiteY17" fmla="*/ 1922759 h 2420933"/>
                <a:gd name="connsiteX18" fmla="*/ 1682704 w 4113022"/>
                <a:gd name="connsiteY18" fmla="*/ 1906403 h 2420933"/>
                <a:gd name="connsiteX19" fmla="*/ 1682704 w 4113022"/>
                <a:gd name="connsiteY19" fmla="*/ 1906403 h 2420933"/>
                <a:gd name="connsiteX20" fmla="*/ 2675644 w 4113022"/>
                <a:gd name="connsiteY20" fmla="*/ 1990016 h 2420933"/>
                <a:gd name="connsiteX21" fmla="*/ 2930416 w 4113022"/>
                <a:gd name="connsiteY21" fmla="*/ 2048177 h 2420933"/>
                <a:gd name="connsiteX22" fmla="*/ 3501446 w 4113022"/>
                <a:gd name="connsiteY22" fmla="*/ 2269452 h 2420933"/>
                <a:gd name="connsiteX23" fmla="*/ 3727794 w 4113022"/>
                <a:gd name="connsiteY23" fmla="*/ 2420934 h 2420933"/>
                <a:gd name="connsiteX24" fmla="*/ 3535906 w 4113022"/>
                <a:gd name="connsiteY24" fmla="*/ 1975497 h 2420933"/>
                <a:gd name="connsiteX25" fmla="*/ 3743099 w 4113022"/>
                <a:gd name="connsiteY25" fmla="*/ 2006283 h 2420933"/>
                <a:gd name="connsiteX26" fmla="*/ 3696045 w 4113022"/>
                <a:gd name="connsiteY26" fmla="*/ 1902468 h 2420933"/>
                <a:gd name="connsiteX27" fmla="*/ 3721934 w 4113022"/>
                <a:gd name="connsiteY27" fmla="*/ 1855414 h 2420933"/>
                <a:gd name="connsiteX28" fmla="*/ 3812805 w 4113022"/>
                <a:gd name="connsiteY28" fmla="*/ 1845268 h 2420933"/>
                <a:gd name="connsiteX29" fmla="*/ 3837732 w 4113022"/>
                <a:gd name="connsiteY29" fmla="*/ 1800226 h 2420933"/>
                <a:gd name="connsiteX30" fmla="*/ 3790852 w 4113022"/>
                <a:gd name="connsiteY30" fmla="*/ 1702271 h 2420933"/>
                <a:gd name="connsiteX31" fmla="*/ 3812456 w 4113022"/>
                <a:gd name="connsiteY31" fmla="*/ 1665275 h 2420933"/>
                <a:gd name="connsiteX32" fmla="*/ 3932976 w 4113022"/>
                <a:gd name="connsiteY32" fmla="*/ 1646121 h 2420933"/>
                <a:gd name="connsiteX33" fmla="*/ 3953879 w 4113022"/>
                <a:gd name="connsiteY33" fmla="*/ 1605539 h 2420933"/>
                <a:gd name="connsiteX34" fmla="*/ 3917321 w 4113022"/>
                <a:gd name="connsiteY34" fmla="*/ 1531460 h 2420933"/>
                <a:gd name="connsiteX35" fmla="*/ 3940236 w 4113022"/>
                <a:gd name="connsiteY35" fmla="*/ 1485456 h 2420933"/>
                <a:gd name="connsiteX36" fmla="*/ 4084195 w 4113022"/>
                <a:gd name="connsiteY36" fmla="*/ 1438402 h 2420933"/>
                <a:gd name="connsiteX37" fmla="*/ 4103961 w 4113022"/>
                <a:gd name="connsiteY37" fmla="*/ 1373856 h 2420933"/>
                <a:gd name="connsiteX38" fmla="*/ 1448572 w 4113022"/>
                <a:gd name="connsiteY38" fmla="*/ 438641 h 2420933"/>
                <a:gd name="connsiteX39" fmla="*/ 1449271 w 4113022"/>
                <a:gd name="connsiteY39" fmla="*/ 437066 h 2420933"/>
                <a:gd name="connsiteX40" fmla="*/ 1449621 w 4113022"/>
                <a:gd name="connsiteY40" fmla="*/ 438641 h 2420933"/>
                <a:gd name="connsiteX41" fmla="*/ 1448572 w 4113022"/>
                <a:gd name="connsiteY41" fmla="*/ 438641 h 2420933"/>
                <a:gd name="connsiteX42" fmla="*/ 1448572 w 4113022"/>
                <a:gd name="connsiteY42" fmla="*/ 438641 h 2420933"/>
                <a:gd name="connsiteX43" fmla="*/ 1448572 w 4113022"/>
                <a:gd name="connsiteY43" fmla="*/ 438641 h 242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113022" h="2420933">
                  <a:moveTo>
                    <a:pt x="4103961" y="1373856"/>
                  </a:moveTo>
                  <a:cubicBezTo>
                    <a:pt x="4010728" y="1190189"/>
                    <a:pt x="3564243" y="287596"/>
                    <a:pt x="3432964" y="20666"/>
                  </a:cubicBezTo>
                  <a:cubicBezTo>
                    <a:pt x="3420020" y="-5659"/>
                    <a:pt x="3412761" y="-6359"/>
                    <a:pt x="3396405" y="15856"/>
                  </a:cubicBezTo>
                  <a:cubicBezTo>
                    <a:pt x="3353812" y="73580"/>
                    <a:pt x="3295127" y="111188"/>
                    <a:pt x="3231280" y="140312"/>
                  </a:cubicBezTo>
                  <a:cubicBezTo>
                    <a:pt x="3016040" y="238356"/>
                    <a:pt x="2786193" y="280249"/>
                    <a:pt x="2554423" y="314446"/>
                  </a:cubicBezTo>
                  <a:cubicBezTo>
                    <a:pt x="2387111" y="343483"/>
                    <a:pt x="2218225" y="360014"/>
                    <a:pt x="2049251" y="373920"/>
                  </a:cubicBezTo>
                  <a:cubicBezTo>
                    <a:pt x="1856925" y="389663"/>
                    <a:pt x="1664512" y="405755"/>
                    <a:pt x="1471399" y="406892"/>
                  </a:cubicBezTo>
                  <a:cubicBezTo>
                    <a:pt x="1468775" y="379605"/>
                    <a:pt x="1447960" y="387126"/>
                    <a:pt x="1431867" y="386514"/>
                  </a:cubicBezTo>
                  <a:cubicBezTo>
                    <a:pt x="1314844" y="382228"/>
                    <a:pt x="1199484" y="411615"/>
                    <a:pt x="1082287" y="403306"/>
                  </a:cubicBezTo>
                  <a:cubicBezTo>
                    <a:pt x="1066982" y="402257"/>
                    <a:pt x="1053425" y="406105"/>
                    <a:pt x="1047478" y="422723"/>
                  </a:cubicBezTo>
                  <a:cubicBezTo>
                    <a:pt x="710055" y="422810"/>
                    <a:pt x="337298" y="427970"/>
                    <a:pt x="138" y="411965"/>
                  </a:cubicBezTo>
                  <a:cubicBezTo>
                    <a:pt x="-212" y="534935"/>
                    <a:pt x="225" y="1834686"/>
                    <a:pt x="138" y="1872556"/>
                  </a:cubicBezTo>
                  <a:cubicBezTo>
                    <a:pt x="15618" y="1869495"/>
                    <a:pt x="416625" y="1822179"/>
                    <a:pt x="453708" y="1821479"/>
                  </a:cubicBezTo>
                  <a:cubicBezTo>
                    <a:pt x="638337" y="1817981"/>
                    <a:pt x="821829" y="1839409"/>
                    <a:pt x="1005759" y="1851041"/>
                  </a:cubicBezTo>
                  <a:cubicBezTo>
                    <a:pt x="1104065" y="1857251"/>
                    <a:pt x="1201934" y="1871507"/>
                    <a:pt x="1300763" y="1869932"/>
                  </a:cubicBezTo>
                  <a:cubicBezTo>
                    <a:pt x="1300763" y="1869932"/>
                    <a:pt x="1300763" y="1869932"/>
                    <a:pt x="1300763" y="1869932"/>
                  </a:cubicBezTo>
                  <a:cubicBezTo>
                    <a:pt x="1304087" y="1897133"/>
                    <a:pt x="1324291" y="1898794"/>
                    <a:pt x="1345456" y="1900281"/>
                  </a:cubicBezTo>
                  <a:cubicBezTo>
                    <a:pt x="1448222" y="1907541"/>
                    <a:pt x="1550988" y="1915150"/>
                    <a:pt x="1653754" y="1922759"/>
                  </a:cubicBezTo>
                  <a:cubicBezTo>
                    <a:pt x="1667223" y="1923720"/>
                    <a:pt x="1680780" y="1925557"/>
                    <a:pt x="1682704" y="1906403"/>
                  </a:cubicBezTo>
                  <a:cubicBezTo>
                    <a:pt x="1682704" y="1906403"/>
                    <a:pt x="1682704" y="1906403"/>
                    <a:pt x="1682704" y="1906403"/>
                  </a:cubicBezTo>
                  <a:cubicBezTo>
                    <a:pt x="1725909" y="1906403"/>
                    <a:pt x="2632876" y="1980657"/>
                    <a:pt x="2675644" y="1990016"/>
                  </a:cubicBezTo>
                  <a:cubicBezTo>
                    <a:pt x="2760743" y="2008732"/>
                    <a:pt x="2846278" y="2025787"/>
                    <a:pt x="2930416" y="2048177"/>
                  </a:cubicBezTo>
                  <a:cubicBezTo>
                    <a:pt x="3128776" y="2100916"/>
                    <a:pt x="3321190" y="2169397"/>
                    <a:pt x="3501446" y="2269452"/>
                  </a:cubicBezTo>
                  <a:cubicBezTo>
                    <a:pt x="3577274" y="2311521"/>
                    <a:pt x="3645493" y="2364696"/>
                    <a:pt x="3727794" y="2420934"/>
                  </a:cubicBezTo>
                  <a:cubicBezTo>
                    <a:pt x="3666484" y="2285545"/>
                    <a:pt x="3521737" y="1994214"/>
                    <a:pt x="3535906" y="1975497"/>
                  </a:cubicBezTo>
                  <a:cubicBezTo>
                    <a:pt x="3546751" y="1961154"/>
                    <a:pt x="3691061" y="2001473"/>
                    <a:pt x="3743099" y="2006283"/>
                  </a:cubicBezTo>
                  <a:cubicBezTo>
                    <a:pt x="3726045" y="1968325"/>
                    <a:pt x="3712313" y="1934741"/>
                    <a:pt x="3696045" y="1902468"/>
                  </a:cubicBezTo>
                  <a:cubicBezTo>
                    <a:pt x="3680827" y="1872381"/>
                    <a:pt x="3678903" y="1854802"/>
                    <a:pt x="3721934" y="1855414"/>
                  </a:cubicBezTo>
                  <a:cubicBezTo>
                    <a:pt x="3752195" y="1855851"/>
                    <a:pt x="3782456" y="1848242"/>
                    <a:pt x="3812805" y="1845268"/>
                  </a:cubicBezTo>
                  <a:cubicBezTo>
                    <a:pt x="3843591" y="1842207"/>
                    <a:pt x="3859247" y="1835123"/>
                    <a:pt x="3837732" y="1800226"/>
                  </a:cubicBezTo>
                  <a:cubicBezTo>
                    <a:pt x="3818840" y="1769615"/>
                    <a:pt x="3809481" y="1733144"/>
                    <a:pt x="3790852" y="1702271"/>
                  </a:cubicBezTo>
                  <a:cubicBezTo>
                    <a:pt x="3772224" y="1671484"/>
                    <a:pt x="3790328" y="1666674"/>
                    <a:pt x="3812456" y="1665275"/>
                  </a:cubicBezTo>
                  <a:cubicBezTo>
                    <a:pt x="3853387" y="1662738"/>
                    <a:pt x="3892657" y="1651106"/>
                    <a:pt x="3932976" y="1646121"/>
                  </a:cubicBezTo>
                  <a:cubicBezTo>
                    <a:pt x="3963674" y="1642360"/>
                    <a:pt x="3965687" y="1629066"/>
                    <a:pt x="3953879" y="1605539"/>
                  </a:cubicBezTo>
                  <a:cubicBezTo>
                    <a:pt x="3941460" y="1580963"/>
                    <a:pt x="3931314" y="1555074"/>
                    <a:pt x="3917321" y="1531460"/>
                  </a:cubicBezTo>
                  <a:cubicBezTo>
                    <a:pt x="3900004" y="1502161"/>
                    <a:pt x="3898517" y="1488867"/>
                    <a:pt x="3940236" y="1485456"/>
                  </a:cubicBezTo>
                  <a:cubicBezTo>
                    <a:pt x="3990876" y="1481345"/>
                    <a:pt x="4038716" y="1462804"/>
                    <a:pt x="4084195" y="1438402"/>
                  </a:cubicBezTo>
                  <a:cubicBezTo>
                    <a:pt x="4113757" y="1422222"/>
                    <a:pt x="4121016" y="1407616"/>
                    <a:pt x="4103961" y="1373856"/>
                  </a:cubicBezTo>
                  <a:close/>
                  <a:moveTo>
                    <a:pt x="1448572" y="438641"/>
                  </a:moveTo>
                  <a:cubicBezTo>
                    <a:pt x="1448835" y="438116"/>
                    <a:pt x="1449096" y="437591"/>
                    <a:pt x="1449271" y="437066"/>
                  </a:cubicBezTo>
                  <a:cubicBezTo>
                    <a:pt x="1449359" y="437591"/>
                    <a:pt x="1449446" y="438116"/>
                    <a:pt x="1449621" y="438641"/>
                  </a:cubicBezTo>
                  <a:cubicBezTo>
                    <a:pt x="1449271" y="438641"/>
                    <a:pt x="1448922" y="438641"/>
                    <a:pt x="1448572" y="438641"/>
                  </a:cubicBezTo>
                  <a:cubicBezTo>
                    <a:pt x="1448572" y="438641"/>
                    <a:pt x="1448572" y="438641"/>
                    <a:pt x="1448572" y="438641"/>
                  </a:cubicBezTo>
                  <a:cubicBezTo>
                    <a:pt x="1448572" y="438641"/>
                    <a:pt x="1448572" y="438641"/>
                    <a:pt x="1448572" y="438641"/>
                  </a:cubicBezTo>
                  <a:close/>
                </a:path>
              </a:pathLst>
            </a:custGeom>
            <a:solidFill>
              <a:srgbClr val="000000"/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2B246EB3-2180-4BB8-BF01-C8A1D85804B9}"/>
                </a:ext>
              </a:extLst>
            </p:cNvPr>
            <p:cNvSpPr/>
            <p:nvPr/>
          </p:nvSpPr>
          <p:spPr>
            <a:xfrm>
              <a:off x="6076288" y="3944712"/>
              <a:ext cx="287867" cy="154911"/>
            </a:xfrm>
            <a:custGeom>
              <a:avLst/>
              <a:gdLst>
                <a:gd name="connsiteX0" fmla="*/ 569806 w 569805"/>
                <a:gd name="connsiteY0" fmla="*/ 20868 h 306631"/>
                <a:gd name="connsiteX1" fmla="*/ 394885 w 569805"/>
                <a:gd name="connsiteY1" fmla="*/ 306251 h 306631"/>
                <a:gd name="connsiteX2" fmla="*/ 384826 w 569805"/>
                <a:gd name="connsiteY2" fmla="*/ 297418 h 306631"/>
                <a:gd name="connsiteX3" fmla="*/ 0 w 569805"/>
                <a:gd name="connsiteY3" fmla="*/ 288672 h 306631"/>
                <a:gd name="connsiteX4" fmla="*/ 145885 w 569805"/>
                <a:gd name="connsiteY4" fmla="*/ 36698 h 306631"/>
                <a:gd name="connsiteX5" fmla="*/ 180694 w 569805"/>
                <a:gd name="connsiteY5" fmla="*/ 17282 h 306631"/>
                <a:gd name="connsiteX6" fmla="*/ 530273 w 569805"/>
                <a:gd name="connsiteY6" fmla="*/ 489 h 306631"/>
                <a:gd name="connsiteX7" fmla="*/ 569806 w 569805"/>
                <a:gd name="connsiteY7" fmla="*/ 20868 h 306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9805" h="306631">
                  <a:moveTo>
                    <a:pt x="569806" y="20868"/>
                  </a:moveTo>
                  <a:cubicBezTo>
                    <a:pt x="558873" y="29089"/>
                    <a:pt x="439227" y="233659"/>
                    <a:pt x="394885" y="306251"/>
                  </a:cubicBezTo>
                  <a:cubicBezTo>
                    <a:pt x="394184" y="309137"/>
                    <a:pt x="385438" y="294531"/>
                    <a:pt x="384826" y="297418"/>
                  </a:cubicBezTo>
                  <a:cubicBezTo>
                    <a:pt x="262382" y="288672"/>
                    <a:pt x="78714" y="288672"/>
                    <a:pt x="0" y="288672"/>
                  </a:cubicBezTo>
                  <a:cubicBezTo>
                    <a:pt x="8746" y="244941"/>
                    <a:pt x="122445" y="70020"/>
                    <a:pt x="145885" y="36698"/>
                  </a:cubicBezTo>
                  <a:cubicBezTo>
                    <a:pt x="151831" y="20080"/>
                    <a:pt x="165388" y="16232"/>
                    <a:pt x="180694" y="17282"/>
                  </a:cubicBezTo>
                  <a:cubicBezTo>
                    <a:pt x="297891" y="25590"/>
                    <a:pt x="413339" y="-3796"/>
                    <a:pt x="530273" y="489"/>
                  </a:cubicBezTo>
                  <a:cubicBezTo>
                    <a:pt x="546366" y="1101"/>
                    <a:pt x="567269" y="-6333"/>
                    <a:pt x="569806" y="20868"/>
                  </a:cubicBezTo>
                  <a:close/>
                </a:path>
              </a:pathLst>
            </a:custGeom>
            <a:solidFill>
              <a:srgbClr val="AAAAAA"/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F86C3A5D-01BC-48A8-873D-07E32B963350}"/>
                </a:ext>
              </a:extLst>
            </p:cNvPr>
            <p:cNvSpPr/>
            <p:nvPr/>
          </p:nvSpPr>
          <p:spPr>
            <a:xfrm>
              <a:off x="5625308" y="3806368"/>
              <a:ext cx="2030239" cy="1075189"/>
            </a:xfrm>
            <a:custGeom>
              <a:avLst/>
              <a:gdLst>
                <a:gd name="connsiteX0" fmla="*/ 643 w 2030239"/>
                <a:gd name="connsiteY0" fmla="*/ 651230 h 1075189"/>
                <a:gd name="connsiteX1" fmla="*/ 17257 w 2030239"/>
                <a:gd name="connsiteY1" fmla="*/ 696432 h 1075189"/>
                <a:gd name="connsiteX2" fmla="*/ 29894 w 2030239"/>
                <a:gd name="connsiteY2" fmla="*/ 712648 h 1075189"/>
                <a:gd name="connsiteX3" fmla="*/ 112167 w 2030239"/>
                <a:gd name="connsiteY3" fmla="*/ 764654 h 1075189"/>
                <a:gd name="connsiteX4" fmla="*/ 137220 w 2030239"/>
                <a:gd name="connsiteY4" fmla="*/ 775347 h 1075189"/>
                <a:gd name="connsiteX5" fmla="*/ 616322 w 2030239"/>
                <a:gd name="connsiteY5" fmla="*/ 783212 h 1075189"/>
                <a:gd name="connsiteX6" fmla="*/ 616499 w 2030239"/>
                <a:gd name="connsiteY6" fmla="*/ 782328 h 1075189"/>
                <a:gd name="connsiteX7" fmla="*/ 649770 w 2030239"/>
                <a:gd name="connsiteY7" fmla="*/ 876310 h 1075189"/>
                <a:gd name="connsiteX8" fmla="*/ 337999 w 2030239"/>
                <a:gd name="connsiteY8" fmla="*/ 844673 h 1075189"/>
                <a:gd name="connsiteX9" fmla="*/ 128383 w 2030239"/>
                <a:gd name="connsiteY9" fmla="*/ 849799 h 1075189"/>
                <a:gd name="connsiteX10" fmla="*/ 34799 w 2030239"/>
                <a:gd name="connsiteY10" fmla="*/ 864601 h 1075189"/>
                <a:gd name="connsiteX11" fmla="*/ 378 w 2030239"/>
                <a:gd name="connsiteY11" fmla="*/ 832390 h 1075189"/>
                <a:gd name="connsiteX12" fmla="*/ 643 w 2030239"/>
                <a:gd name="connsiteY12" fmla="*/ 651230 h 1075189"/>
                <a:gd name="connsiteX13" fmla="*/ 708499 w 2030239"/>
                <a:gd name="connsiteY13" fmla="*/ 309154 h 1075189"/>
                <a:gd name="connsiteX14" fmla="*/ 1201910 w 2030239"/>
                <a:gd name="connsiteY14" fmla="*/ 340695 h 1075189"/>
                <a:gd name="connsiteX15" fmla="*/ 1468215 w 2030239"/>
                <a:gd name="connsiteY15" fmla="*/ 397738 h 1075189"/>
                <a:gd name="connsiteX16" fmla="*/ 1556718 w 2030239"/>
                <a:gd name="connsiteY16" fmla="*/ 492737 h 1075189"/>
                <a:gd name="connsiteX17" fmla="*/ 1796424 w 2030239"/>
                <a:gd name="connsiteY17" fmla="*/ 1058972 h 1075189"/>
                <a:gd name="connsiteX18" fmla="*/ 1801328 w 2030239"/>
                <a:gd name="connsiteY18" fmla="*/ 1075189 h 1075189"/>
                <a:gd name="connsiteX19" fmla="*/ 1663161 w 2030239"/>
                <a:gd name="connsiteY19" fmla="*/ 1012092 h 1075189"/>
                <a:gd name="connsiteX20" fmla="*/ 1339945 w 2030239"/>
                <a:gd name="connsiteY20" fmla="*/ 926682 h 1075189"/>
                <a:gd name="connsiteX21" fmla="*/ 1208228 w 2030239"/>
                <a:gd name="connsiteY21" fmla="*/ 915945 h 1075189"/>
                <a:gd name="connsiteX22" fmla="*/ 839546 w 2030239"/>
                <a:gd name="connsiteY22" fmla="*/ 889124 h 1075189"/>
                <a:gd name="connsiteX23" fmla="*/ 812018 w 2030239"/>
                <a:gd name="connsiteY23" fmla="*/ 801416 h 1075189"/>
                <a:gd name="connsiteX24" fmla="*/ 1215475 w 2030239"/>
                <a:gd name="connsiteY24" fmla="*/ 836013 h 1075189"/>
                <a:gd name="connsiteX25" fmla="*/ 1527335 w 2030239"/>
                <a:gd name="connsiteY25" fmla="*/ 891024 h 1075189"/>
                <a:gd name="connsiteX26" fmla="*/ 1606294 w 2030239"/>
                <a:gd name="connsiteY26" fmla="*/ 882673 h 1075189"/>
                <a:gd name="connsiteX27" fmla="*/ 1624764 w 2030239"/>
                <a:gd name="connsiteY27" fmla="*/ 875957 h 1075189"/>
                <a:gd name="connsiteX28" fmla="*/ 1634970 w 2030239"/>
                <a:gd name="connsiteY28" fmla="*/ 853908 h 1075189"/>
                <a:gd name="connsiteX29" fmla="*/ 1514919 w 2030239"/>
                <a:gd name="connsiteY29" fmla="*/ 553094 h 1075189"/>
                <a:gd name="connsiteX30" fmla="*/ 1496847 w 2030239"/>
                <a:gd name="connsiteY30" fmla="*/ 536657 h 1075189"/>
                <a:gd name="connsiteX31" fmla="*/ 1408255 w 2030239"/>
                <a:gd name="connsiteY31" fmla="*/ 485358 h 1075189"/>
                <a:gd name="connsiteX32" fmla="*/ 1327573 w 2030239"/>
                <a:gd name="connsiteY32" fmla="*/ 439759 h 1075189"/>
                <a:gd name="connsiteX33" fmla="*/ 788998 w 2030239"/>
                <a:gd name="connsiteY33" fmla="*/ 387399 h 1075189"/>
                <a:gd name="connsiteX34" fmla="*/ 679728 w 2030239"/>
                <a:gd name="connsiteY34" fmla="*/ 389432 h 1075189"/>
                <a:gd name="connsiteX35" fmla="*/ 680744 w 2030239"/>
                <a:gd name="connsiteY35" fmla="*/ 385853 h 1075189"/>
                <a:gd name="connsiteX36" fmla="*/ 654807 w 2030239"/>
                <a:gd name="connsiteY36" fmla="*/ 309412 h 1075189"/>
                <a:gd name="connsiteX37" fmla="*/ 708499 w 2030239"/>
                <a:gd name="connsiteY37" fmla="*/ 309154 h 1075189"/>
                <a:gd name="connsiteX38" fmla="*/ 453013 w 2030239"/>
                <a:gd name="connsiteY38" fmla="*/ 295979 h 1075189"/>
                <a:gd name="connsiteX39" fmla="*/ 480010 w 2030239"/>
                <a:gd name="connsiteY39" fmla="*/ 381213 h 1075189"/>
                <a:gd name="connsiteX40" fmla="*/ 1129 w 2030239"/>
                <a:gd name="connsiteY40" fmla="*/ 386736 h 1075189"/>
                <a:gd name="connsiteX41" fmla="*/ 290 w 2030239"/>
                <a:gd name="connsiteY41" fmla="*/ 310737 h 1075189"/>
                <a:gd name="connsiteX42" fmla="*/ 290 w 2030239"/>
                <a:gd name="connsiteY42" fmla="*/ 310340 h 1075189"/>
                <a:gd name="connsiteX43" fmla="*/ 453013 w 2030239"/>
                <a:gd name="connsiteY43" fmla="*/ 295979 h 1075189"/>
                <a:gd name="connsiteX44" fmla="*/ 474905 w 2030239"/>
                <a:gd name="connsiteY44" fmla="*/ 174602 h 1075189"/>
                <a:gd name="connsiteX45" fmla="*/ 511647 w 2030239"/>
                <a:gd name="connsiteY45" fmla="*/ 175176 h 1075189"/>
                <a:gd name="connsiteX46" fmla="*/ 450980 w 2030239"/>
                <a:gd name="connsiteY46" fmla="*/ 288599 h 1075189"/>
                <a:gd name="connsiteX47" fmla="*/ 953 w 2030239"/>
                <a:gd name="connsiteY47" fmla="*/ 283827 h 1075189"/>
                <a:gd name="connsiteX48" fmla="*/ 643 w 2030239"/>
                <a:gd name="connsiteY48" fmla="*/ 270793 h 1075189"/>
                <a:gd name="connsiteX49" fmla="*/ 283562 w 2030239"/>
                <a:gd name="connsiteY49" fmla="*/ 262132 h 1075189"/>
                <a:gd name="connsiteX50" fmla="*/ 1483 w 2030239"/>
                <a:gd name="connsiteY50" fmla="*/ 253605 h 1075189"/>
                <a:gd name="connsiteX51" fmla="*/ 820 w 2030239"/>
                <a:gd name="connsiteY51" fmla="*/ 239819 h 1075189"/>
                <a:gd name="connsiteX52" fmla="*/ 374495 w 2030239"/>
                <a:gd name="connsiteY52" fmla="*/ 229347 h 1075189"/>
                <a:gd name="connsiteX53" fmla="*/ 378 w 2030239"/>
                <a:gd name="connsiteY53" fmla="*/ 221924 h 1075189"/>
                <a:gd name="connsiteX54" fmla="*/ 1262 w 2030239"/>
                <a:gd name="connsiteY54" fmla="*/ 208801 h 1075189"/>
                <a:gd name="connsiteX55" fmla="*/ 360356 w 2030239"/>
                <a:gd name="connsiteY55" fmla="*/ 198859 h 1075189"/>
                <a:gd name="connsiteX56" fmla="*/ 731 w 2030239"/>
                <a:gd name="connsiteY56" fmla="*/ 186974 h 1075189"/>
                <a:gd name="connsiteX57" fmla="*/ 908 w 2030239"/>
                <a:gd name="connsiteY57" fmla="*/ 179020 h 1075189"/>
                <a:gd name="connsiteX58" fmla="*/ 474905 w 2030239"/>
                <a:gd name="connsiteY58" fmla="*/ 174602 h 1075189"/>
                <a:gd name="connsiteX59" fmla="*/ 1713987 w 2030239"/>
                <a:gd name="connsiteY59" fmla="*/ 3 h 1075189"/>
                <a:gd name="connsiteX60" fmla="*/ 1722413 w 2030239"/>
                <a:gd name="connsiteY60" fmla="*/ 14077 h 1075189"/>
                <a:gd name="connsiteX61" fmla="*/ 1821211 w 2030239"/>
                <a:gd name="connsiteY61" fmla="*/ 213706 h 1075189"/>
                <a:gd name="connsiteX62" fmla="*/ 2025569 w 2030239"/>
                <a:gd name="connsiteY62" fmla="*/ 624675 h 1075189"/>
                <a:gd name="connsiteX63" fmla="*/ 2013329 w 2030239"/>
                <a:gd name="connsiteY63" fmla="*/ 654058 h 1075189"/>
                <a:gd name="connsiteX64" fmla="*/ 1925444 w 2030239"/>
                <a:gd name="connsiteY64" fmla="*/ 616324 h 1075189"/>
                <a:gd name="connsiteX65" fmla="*/ 1672925 w 2030239"/>
                <a:gd name="connsiteY65" fmla="*/ 94140 h 1075189"/>
                <a:gd name="connsiteX66" fmla="*/ 1641200 w 2030239"/>
                <a:gd name="connsiteY66" fmla="*/ 86850 h 1075189"/>
                <a:gd name="connsiteX67" fmla="*/ 1514609 w 2030239"/>
                <a:gd name="connsiteY67" fmla="*/ 128561 h 1075189"/>
                <a:gd name="connsiteX68" fmla="*/ 1092198 w 2030239"/>
                <a:gd name="connsiteY68" fmla="*/ 174116 h 1075189"/>
                <a:gd name="connsiteX69" fmla="*/ 920935 w 2030239"/>
                <a:gd name="connsiteY69" fmla="*/ 181539 h 1075189"/>
                <a:gd name="connsiteX70" fmla="*/ 1102935 w 2030239"/>
                <a:gd name="connsiteY70" fmla="*/ 181230 h 1075189"/>
                <a:gd name="connsiteX71" fmla="*/ 1241589 w 2030239"/>
                <a:gd name="connsiteY71" fmla="*/ 173807 h 1075189"/>
                <a:gd name="connsiteX72" fmla="*/ 1591934 w 2030239"/>
                <a:gd name="connsiteY72" fmla="*/ 138414 h 1075189"/>
                <a:gd name="connsiteX73" fmla="*/ 1627989 w 2030239"/>
                <a:gd name="connsiteY73" fmla="*/ 128782 h 1075189"/>
                <a:gd name="connsiteX74" fmla="*/ 1659802 w 2030239"/>
                <a:gd name="connsiteY74" fmla="*/ 143761 h 1075189"/>
                <a:gd name="connsiteX75" fmla="*/ 1940688 w 2030239"/>
                <a:gd name="connsiteY75" fmla="*/ 723341 h 1075189"/>
                <a:gd name="connsiteX76" fmla="*/ 1926284 w 2030239"/>
                <a:gd name="connsiteY76" fmla="*/ 751575 h 1075189"/>
                <a:gd name="connsiteX77" fmla="*/ 1874057 w 2030239"/>
                <a:gd name="connsiteY77" fmla="*/ 724534 h 1075189"/>
                <a:gd name="connsiteX78" fmla="*/ 1637887 w 2030239"/>
                <a:gd name="connsiteY78" fmla="*/ 219318 h 1075189"/>
                <a:gd name="connsiteX79" fmla="*/ 1593966 w 2030239"/>
                <a:gd name="connsiteY79" fmla="*/ 194927 h 1075189"/>
                <a:gd name="connsiteX80" fmla="*/ 1471440 w 2030239"/>
                <a:gd name="connsiteY80" fmla="*/ 207874 h 1075189"/>
                <a:gd name="connsiteX81" fmla="*/ 1211409 w 2030239"/>
                <a:gd name="connsiteY81" fmla="*/ 218522 h 1075189"/>
                <a:gd name="connsiteX82" fmla="*/ 880948 w 2030239"/>
                <a:gd name="connsiteY82" fmla="*/ 230408 h 1075189"/>
                <a:gd name="connsiteX83" fmla="*/ 1474710 w 2030239"/>
                <a:gd name="connsiteY83" fmla="*/ 230762 h 1075189"/>
                <a:gd name="connsiteX84" fmla="*/ 1584952 w 2030239"/>
                <a:gd name="connsiteY84" fmla="*/ 227094 h 1075189"/>
                <a:gd name="connsiteX85" fmla="*/ 1612171 w 2030239"/>
                <a:gd name="connsiteY85" fmla="*/ 243310 h 1075189"/>
                <a:gd name="connsiteX86" fmla="*/ 1884661 w 2030239"/>
                <a:gd name="connsiteY86" fmla="*/ 824172 h 1075189"/>
                <a:gd name="connsiteX87" fmla="*/ 1871141 w 2030239"/>
                <a:gd name="connsiteY87" fmla="*/ 849313 h 1075189"/>
                <a:gd name="connsiteX88" fmla="*/ 1827088 w 2030239"/>
                <a:gd name="connsiteY88" fmla="*/ 826337 h 1075189"/>
                <a:gd name="connsiteX89" fmla="*/ 1610668 w 2030239"/>
                <a:gd name="connsiteY89" fmla="*/ 340872 h 1075189"/>
                <a:gd name="connsiteX90" fmla="*/ 1567411 w 2030239"/>
                <a:gd name="connsiteY90" fmla="*/ 304728 h 1075189"/>
                <a:gd name="connsiteX91" fmla="*/ 1427962 w 2030239"/>
                <a:gd name="connsiteY91" fmla="*/ 285242 h 1075189"/>
                <a:gd name="connsiteX92" fmla="*/ 995874 w 2030239"/>
                <a:gd name="connsiteY92" fmla="*/ 269777 h 1075189"/>
                <a:gd name="connsiteX93" fmla="*/ 837293 w 2030239"/>
                <a:gd name="connsiteY93" fmla="*/ 268628 h 1075189"/>
                <a:gd name="connsiteX94" fmla="*/ 987920 w 2030239"/>
                <a:gd name="connsiteY94" fmla="*/ 274593 h 1075189"/>
                <a:gd name="connsiteX95" fmla="*/ 1390227 w 2030239"/>
                <a:gd name="connsiteY95" fmla="*/ 302652 h 1075189"/>
                <a:gd name="connsiteX96" fmla="*/ 1552476 w 2030239"/>
                <a:gd name="connsiteY96" fmla="*/ 332256 h 1075189"/>
                <a:gd name="connsiteX97" fmla="*/ 1582213 w 2030239"/>
                <a:gd name="connsiteY97" fmla="*/ 358414 h 1075189"/>
                <a:gd name="connsiteX98" fmla="*/ 1825056 w 2030239"/>
                <a:gd name="connsiteY98" fmla="*/ 899684 h 1075189"/>
                <a:gd name="connsiteX99" fmla="*/ 1827176 w 2030239"/>
                <a:gd name="connsiteY99" fmla="*/ 907417 h 1075189"/>
                <a:gd name="connsiteX100" fmla="*/ 1815998 w 2030239"/>
                <a:gd name="connsiteY100" fmla="*/ 908212 h 1075189"/>
                <a:gd name="connsiteX101" fmla="*/ 1735403 w 2030239"/>
                <a:gd name="connsiteY101" fmla="*/ 849755 h 1075189"/>
                <a:gd name="connsiteX102" fmla="*/ 1553581 w 2030239"/>
                <a:gd name="connsiteY102" fmla="*/ 438168 h 1075189"/>
                <a:gd name="connsiteX103" fmla="*/ 1505949 w 2030239"/>
                <a:gd name="connsiteY103" fmla="*/ 395176 h 1075189"/>
                <a:gd name="connsiteX104" fmla="*/ 1296510 w 2030239"/>
                <a:gd name="connsiteY104" fmla="*/ 337735 h 1075189"/>
                <a:gd name="connsiteX105" fmla="*/ 650477 w 2030239"/>
                <a:gd name="connsiteY105" fmla="*/ 293107 h 1075189"/>
                <a:gd name="connsiteX106" fmla="*/ 652996 w 2030239"/>
                <a:gd name="connsiteY106" fmla="*/ 274726 h 1075189"/>
                <a:gd name="connsiteX107" fmla="*/ 727360 w 2030239"/>
                <a:gd name="connsiteY107" fmla="*/ 165014 h 1075189"/>
                <a:gd name="connsiteX108" fmla="*/ 1092551 w 2030239"/>
                <a:gd name="connsiteY108" fmla="*/ 143451 h 1075189"/>
                <a:gd name="connsiteX109" fmla="*/ 1461145 w 2030239"/>
                <a:gd name="connsiteY109" fmla="*/ 93920 h 1075189"/>
                <a:gd name="connsiteX110" fmla="*/ 1705402 w 2030239"/>
                <a:gd name="connsiteY110" fmla="*/ 3605 h 1075189"/>
                <a:gd name="connsiteX111" fmla="*/ 1713987 w 2030239"/>
                <a:gd name="connsiteY111" fmla="*/ 3 h 1075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2030239" h="1075189">
                  <a:moveTo>
                    <a:pt x="643" y="651230"/>
                  </a:moveTo>
                  <a:cubicBezTo>
                    <a:pt x="9524" y="665060"/>
                    <a:pt x="11159" y="681585"/>
                    <a:pt x="17257" y="696432"/>
                  </a:cubicBezTo>
                  <a:cubicBezTo>
                    <a:pt x="19908" y="702839"/>
                    <a:pt x="20394" y="710881"/>
                    <a:pt x="29894" y="712648"/>
                  </a:cubicBezTo>
                  <a:cubicBezTo>
                    <a:pt x="64182" y="719010"/>
                    <a:pt x="89765" y="739557"/>
                    <a:pt x="112167" y="764654"/>
                  </a:cubicBezTo>
                  <a:cubicBezTo>
                    <a:pt x="119149" y="772475"/>
                    <a:pt x="126881" y="775126"/>
                    <a:pt x="137220" y="775347"/>
                  </a:cubicBezTo>
                  <a:cubicBezTo>
                    <a:pt x="248169" y="777644"/>
                    <a:pt x="599753" y="792844"/>
                    <a:pt x="616322" y="783212"/>
                  </a:cubicBezTo>
                  <a:cubicBezTo>
                    <a:pt x="616410" y="782902"/>
                    <a:pt x="616455" y="782638"/>
                    <a:pt x="616499" y="782328"/>
                  </a:cubicBezTo>
                  <a:cubicBezTo>
                    <a:pt x="627722" y="809988"/>
                    <a:pt x="650080" y="875338"/>
                    <a:pt x="649770" y="876310"/>
                  </a:cubicBezTo>
                  <a:cubicBezTo>
                    <a:pt x="547349" y="867517"/>
                    <a:pt x="440332" y="854218"/>
                    <a:pt x="337999" y="844673"/>
                  </a:cubicBezTo>
                  <a:cubicBezTo>
                    <a:pt x="266816" y="838046"/>
                    <a:pt x="199610" y="845425"/>
                    <a:pt x="128383" y="849799"/>
                  </a:cubicBezTo>
                  <a:cubicBezTo>
                    <a:pt x="98381" y="851655"/>
                    <a:pt x="64005" y="858194"/>
                    <a:pt x="34799" y="864601"/>
                  </a:cubicBezTo>
                  <a:cubicBezTo>
                    <a:pt x="14606" y="869020"/>
                    <a:pt x="4664" y="858636"/>
                    <a:pt x="378" y="832390"/>
                  </a:cubicBezTo>
                  <a:cubicBezTo>
                    <a:pt x="467" y="771989"/>
                    <a:pt x="555" y="711631"/>
                    <a:pt x="643" y="651230"/>
                  </a:cubicBezTo>
                  <a:close/>
                  <a:moveTo>
                    <a:pt x="708499" y="309154"/>
                  </a:moveTo>
                  <a:cubicBezTo>
                    <a:pt x="849732" y="310602"/>
                    <a:pt x="1091568" y="325733"/>
                    <a:pt x="1201910" y="340695"/>
                  </a:cubicBezTo>
                  <a:cubicBezTo>
                    <a:pt x="1339105" y="359297"/>
                    <a:pt x="1463973" y="396590"/>
                    <a:pt x="1468215" y="397738"/>
                  </a:cubicBezTo>
                  <a:cubicBezTo>
                    <a:pt x="1517659" y="410950"/>
                    <a:pt x="1538381" y="448552"/>
                    <a:pt x="1556718" y="492737"/>
                  </a:cubicBezTo>
                  <a:cubicBezTo>
                    <a:pt x="1635280" y="682027"/>
                    <a:pt x="1716360" y="870301"/>
                    <a:pt x="1796424" y="1058972"/>
                  </a:cubicBezTo>
                  <a:cubicBezTo>
                    <a:pt x="1798059" y="1062905"/>
                    <a:pt x="1798942" y="1067102"/>
                    <a:pt x="1801328" y="1075189"/>
                  </a:cubicBezTo>
                  <a:cubicBezTo>
                    <a:pt x="1754536" y="1050003"/>
                    <a:pt x="1709467" y="1029589"/>
                    <a:pt x="1663161" y="1012092"/>
                  </a:cubicBezTo>
                  <a:cubicBezTo>
                    <a:pt x="1558353" y="972546"/>
                    <a:pt x="1450320" y="944665"/>
                    <a:pt x="1339945" y="926682"/>
                  </a:cubicBezTo>
                  <a:cubicBezTo>
                    <a:pt x="1296599" y="919656"/>
                    <a:pt x="1252149" y="919391"/>
                    <a:pt x="1208228" y="915945"/>
                  </a:cubicBezTo>
                  <a:cubicBezTo>
                    <a:pt x="1118930" y="908963"/>
                    <a:pt x="873392" y="887268"/>
                    <a:pt x="839546" y="889124"/>
                  </a:cubicBezTo>
                  <a:cubicBezTo>
                    <a:pt x="828544" y="860447"/>
                    <a:pt x="819177" y="831285"/>
                    <a:pt x="812018" y="801416"/>
                  </a:cubicBezTo>
                  <a:cubicBezTo>
                    <a:pt x="831858" y="801637"/>
                    <a:pt x="1101123" y="821565"/>
                    <a:pt x="1215475" y="836013"/>
                  </a:cubicBezTo>
                  <a:cubicBezTo>
                    <a:pt x="1320415" y="849269"/>
                    <a:pt x="1425046" y="864115"/>
                    <a:pt x="1527335" y="891024"/>
                  </a:cubicBezTo>
                  <a:cubicBezTo>
                    <a:pt x="1556453" y="898668"/>
                    <a:pt x="1581683" y="905340"/>
                    <a:pt x="1606294" y="882673"/>
                  </a:cubicBezTo>
                  <a:cubicBezTo>
                    <a:pt x="1610757" y="878564"/>
                    <a:pt x="1618357" y="877459"/>
                    <a:pt x="1624764" y="875957"/>
                  </a:cubicBezTo>
                  <a:cubicBezTo>
                    <a:pt x="1637887" y="872819"/>
                    <a:pt x="1640273" y="867031"/>
                    <a:pt x="1634970" y="853908"/>
                  </a:cubicBezTo>
                  <a:cubicBezTo>
                    <a:pt x="1594497" y="753828"/>
                    <a:pt x="1554818" y="653395"/>
                    <a:pt x="1514919" y="553094"/>
                  </a:cubicBezTo>
                  <a:cubicBezTo>
                    <a:pt x="1511561" y="544699"/>
                    <a:pt x="1508070" y="537497"/>
                    <a:pt x="1496847" y="536657"/>
                  </a:cubicBezTo>
                  <a:cubicBezTo>
                    <a:pt x="1459245" y="533785"/>
                    <a:pt x="1427034" y="515493"/>
                    <a:pt x="1408255" y="485358"/>
                  </a:cubicBezTo>
                  <a:cubicBezTo>
                    <a:pt x="1388195" y="453103"/>
                    <a:pt x="1358680" y="445856"/>
                    <a:pt x="1327573" y="439759"/>
                  </a:cubicBezTo>
                  <a:cubicBezTo>
                    <a:pt x="1184634" y="411701"/>
                    <a:pt x="824170" y="387797"/>
                    <a:pt x="788998" y="387399"/>
                  </a:cubicBezTo>
                  <a:cubicBezTo>
                    <a:pt x="752634" y="386957"/>
                    <a:pt x="729348" y="385853"/>
                    <a:pt x="679728" y="389432"/>
                  </a:cubicBezTo>
                  <a:cubicBezTo>
                    <a:pt x="679728" y="389432"/>
                    <a:pt x="680744" y="385853"/>
                    <a:pt x="680744" y="385853"/>
                  </a:cubicBezTo>
                  <a:cubicBezTo>
                    <a:pt x="672437" y="359164"/>
                    <a:pt x="663114" y="336100"/>
                    <a:pt x="654807" y="309412"/>
                  </a:cubicBezTo>
                  <a:cubicBezTo>
                    <a:pt x="670200" y="309020"/>
                    <a:pt x="688323" y="308948"/>
                    <a:pt x="708499" y="309154"/>
                  </a:cubicBezTo>
                  <a:close/>
                  <a:moveTo>
                    <a:pt x="453013" y="295979"/>
                  </a:moveTo>
                  <a:cubicBezTo>
                    <a:pt x="456680" y="296951"/>
                    <a:pt x="480673" y="381566"/>
                    <a:pt x="480010" y="381213"/>
                  </a:cubicBezTo>
                  <a:cubicBezTo>
                    <a:pt x="409667" y="382273"/>
                    <a:pt x="10541" y="381523"/>
                    <a:pt x="1129" y="386736"/>
                  </a:cubicBezTo>
                  <a:cubicBezTo>
                    <a:pt x="290" y="354923"/>
                    <a:pt x="-418" y="336232"/>
                    <a:pt x="290" y="310737"/>
                  </a:cubicBezTo>
                  <a:cubicBezTo>
                    <a:pt x="290" y="310737"/>
                    <a:pt x="290" y="310340"/>
                    <a:pt x="290" y="310340"/>
                  </a:cubicBezTo>
                  <a:cubicBezTo>
                    <a:pt x="29540" y="309146"/>
                    <a:pt x="452748" y="296863"/>
                    <a:pt x="453013" y="295979"/>
                  </a:cubicBezTo>
                  <a:close/>
                  <a:moveTo>
                    <a:pt x="474905" y="174602"/>
                  </a:moveTo>
                  <a:cubicBezTo>
                    <a:pt x="490791" y="174679"/>
                    <a:pt x="503373" y="174861"/>
                    <a:pt x="511647" y="175176"/>
                  </a:cubicBezTo>
                  <a:cubicBezTo>
                    <a:pt x="490261" y="208447"/>
                    <a:pt x="459110" y="276139"/>
                    <a:pt x="450980" y="288599"/>
                  </a:cubicBezTo>
                  <a:cubicBezTo>
                    <a:pt x="344626" y="292267"/>
                    <a:pt x="1085" y="284137"/>
                    <a:pt x="953" y="283827"/>
                  </a:cubicBezTo>
                  <a:cubicBezTo>
                    <a:pt x="864" y="279497"/>
                    <a:pt x="731" y="275123"/>
                    <a:pt x="643" y="270793"/>
                  </a:cubicBezTo>
                  <a:cubicBezTo>
                    <a:pt x="93388" y="265933"/>
                    <a:pt x="190729" y="266551"/>
                    <a:pt x="283562" y="262132"/>
                  </a:cubicBezTo>
                  <a:cubicBezTo>
                    <a:pt x="191038" y="255637"/>
                    <a:pt x="93874" y="260763"/>
                    <a:pt x="1483" y="253605"/>
                  </a:cubicBezTo>
                  <a:cubicBezTo>
                    <a:pt x="1306" y="253428"/>
                    <a:pt x="776" y="239863"/>
                    <a:pt x="820" y="239819"/>
                  </a:cubicBezTo>
                  <a:cubicBezTo>
                    <a:pt x="123920" y="236328"/>
                    <a:pt x="251395" y="232838"/>
                    <a:pt x="374495" y="229347"/>
                  </a:cubicBezTo>
                  <a:cubicBezTo>
                    <a:pt x="365040" y="229170"/>
                    <a:pt x="110046" y="225945"/>
                    <a:pt x="378" y="221924"/>
                  </a:cubicBezTo>
                  <a:cubicBezTo>
                    <a:pt x="378" y="221924"/>
                    <a:pt x="953" y="213175"/>
                    <a:pt x="1262" y="208801"/>
                  </a:cubicBezTo>
                  <a:cubicBezTo>
                    <a:pt x="1262" y="208801"/>
                    <a:pt x="242072" y="200273"/>
                    <a:pt x="360356" y="198859"/>
                  </a:cubicBezTo>
                  <a:cubicBezTo>
                    <a:pt x="363935" y="199434"/>
                    <a:pt x="120076" y="195192"/>
                    <a:pt x="731" y="186974"/>
                  </a:cubicBezTo>
                  <a:cubicBezTo>
                    <a:pt x="776" y="184322"/>
                    <a:pt x="864" y="181671"/>
                    <a:pt x="908" y="179020"/>
                  </a:cubicBezTo>
                  <a:cubicBezTo>
                    <a:pt x="90682" y="178672"/>
                    <a:pt x="363710" y="174062"/>
                    <a:pt x="474905" y="174602"/>
                  </a:cubicBezTo>
                  <a:close/>
                  <a:moveTo>
                    <a:pt x="1713987" y="3"/>
                  </a:moveTo>
                  <a:cubicBezTo>
                    <a:pt x="1720251" y="208"/>
                    <a:pt x="1720425" y="10100"/>
                    <a:pt x="1722413" y="14077"/>
                  </a:cubicBezTo>
                  <a:cubicBezTo>
                    <a:pt x="1755773" y="80399"/>
                    <a:pt x="1788249" y="147207"/>
                    <a:pt x="1821211" y="213706"/>
                  </a:cubicBezTo>
                  <a:cubicBezTo>
                    <a:pt x="1889168" y="350769"/>
                    <a:pt x="1957037" y="487877"/>
                    <a:pt x="2025569" y="624675"/>
                  </a:cubicBezTo>
                  <a:cubicBezTo>
                    <a:pt x="2033964" y="641421"/>
                    <a:pt x="2031710" y="648270"/>
                    <a:pt x="2013329" y="654058"/>
                  </a:cubicBezTo>
                  <a:cubicBezTo>
                    <a:pt x="1955093" y="672483"/>
                    <a:pt x="1952044" y="671423"/>
                    <a:pt x="1925444" y="616324"/>
                  </a:cubicBezTo>
                  <a:cubicBezTo>
                    <a:pt x="1841316" y="442233"/>
                    <a:pt x="1756612" y="268452"/>
                    <a:pt x="1672925" y="94140"/>
                  </a:cubicBezTo>
                  <a:cubicBezTo>
                    <a:pt x="1663868" y="75274"/>
                    <a:pt x="1657328" y="75274"/>
                    <a:pt x="1641200" y="86850"/>
                  </a:cubicBezTo>
                  <a:cubicBezTo>
                    <a:pt x="1603775" y="113759"/>
                    <a:pt x="1558397" y="120607"/>
                    <a:pt x="1514609" y="128561"/>
                  </a:cubicBezTo>
                  <a:cubicBezTo>
                    <a:pt x="1374983" y="153924"/>
                    <a:pt x="1233856" y="166737"/>
                    <a:pt x="1092198" y="174116"/>
                  </a:cubicBezTo>
                  <a:cubicBezTo>
                    <a:pt x="1035066" y="177121"/>
                    <a:pt x="978023" y="181318"/>
                    <a:pt x="920935" y="181539"/>
                  </a:cubicBezTo>
                  <a:cubicBezTo>
                    <a:pt x="981602" y="181539"/>
                    <a:pt x="1042268" y="182512"/>
                    <a:pt x="1102935" y="181230"/>
                  </a:cubicBezTo>
                  <a:cubicBezTo>
                    <a:pt x="1149197" y="180258"/>
                    <a:pt x="1195370" y="176148"/>
                    <a:pt x="1241589" y="173807"/>
                  </a:cubicBezTo>
                  <a:cubicBezTo>
                    <a:pt x="1358989" y="167886"/>
                    <a:pt x="1476345" y="161788"/>
                    <a:pt x="1591934" y="138414"/>
                  </a:cubicBezTo>
                  <a:cubicBezTo>
                    <a:pt x="1604129" y="135940"/>
                    <a:pt x="1617031" y="134173"/>
                    <a:pt x="1627989" y="128782"/>
                  </a:cubicBezTo>
                  <a:cubicBezTo>
                    <a:pt x="1646502" y="119680"/>
                    <a:pt x="1652379" y="128340"/>
                    <a:pt x="1659802" y="143761"/>
                  </a:cubicBezTo>
                  <a:cubicBezTo>
                    <a:pt x="1753033" y="337160"/>
                    <a:pt x="1847015" y="530162"/>
                    <a:pt x="1940688" y="723341"/>
                  </a:cubicBezTo>
                  <a:cubicBezTo>
                    <a:pt x="1952088" y="746891"/>
                    <a:pt x="1951911" y="746980"/>
                    <a:pt x="1926284" y="751575"/>
                  </a:cubicBezTo>
                  <a:cubicBezTo>
                    <a:pt x="1890450" y="757982"/>
                    <a:pt x="1889920" y="758247"/>
                    <a:pt x="1874057" y="724534"/>
                  </a:cubicBezTo>
                  <a:cubicBezTo>
                    <a:pt x="1795053" y="556276"/>
                    <a:pt x="1716050" y="387974"/>
                    <a:pt x="1637887" y="219318"/>
                  </a:cubicBezTo>
                  <a:cubicBezTo>
                    <a:pt x="1628342" y="198771"/>
                    <a:pt x="1619726" y="189758"/>
                    <a:pt x="1593966" y="194927"/>
                  </a:cubicBezTo>
                  <a:cubicBezTo>
                    <a:pt x="1553890" y="203058"/>
                    <a:pt x="1512444" y="205797"/>
                    <a:pt x="1471440" y="207874"/>
                  </a:cubicBezTo>
                  <a:cubicBezTo>
                    <a:pt x="1384792" y="212292"/>
                    <a:pt x="1298013" y="213706"/>
                    <a:pt x="1211409" y="218522"/>
                  </a:cubicBezTo>
                  <a:cubicBezTo>
                    <a:pt x="1143762" y="222278"/>
                    <a:pt x="923410" y="226255"/>
                    <a:pt x="880948" y="230408"/>
                  </a:cubicBezTo>
                  <a:cubicBezTo>
                    <a:pt x="923542" y="230408"/>
                    <a:pt x="1319355" y="230983"/>
                    <a:pt x="1474710" y="230762"/>
                  </a:cubicBezTo>
                  <a:cubicBezTo>
                    <a:pt x="1511472" y="230718"/>
                    <a:pt x="1548234" y="228950"/>
                    <a:pt x="1584952" y="227094"/>
                  </a:cubicBezTo>
                  <a:cubicBezTo>
                    <a:pt x="1598473" y="226387"/>
                    <a:pt x="1606117" y="230364"/>
                    <a:pt x="1612171" y="243310"/>
                  </a:cubicBezTo>
                  <a:cubicBezTo>
                    <a:pt x="1702574" y="437108"/>
                    <a:pt x="1793375" y="630728"/>
                    <a:pt x="1884661" y="824172"/>
                  </a:cubicBezTo>
                  <a:cubicBezTo>
                    <a:pt x="1892703" y="841227"/>
                    <a:pt x="1888373" y="847104"/>
                    <a:pt x="1871141" y="849313"/>
                  </a:cubicBezTo>
                  <a:cubicBezTo>
                    <a:pt x="1850683" y="851964"/>
                    <a:pt x="1837339" y="849755"/>
                    <a:pt x="1827088" y="826337"/>
                  </a:cubicBezTo>
                  <a:cubicBezTo>
                    <a:pt x="1756082" y="664044"/>
                    <a:pt x="1682690" y="502767"/>
                    <a:pt x="1610668" y="340872"/>
                  </a:cubicBezTo>
                  <a:cubicBezTo>
                    <a:pt x="1601787" y="320856"/>
                    <a:pt x="1588796" y="309942"/>
                    <a:pt x="1567411" y="304728"/>
                  </a:cubicBezTo>
                  <a:cubicBezTo>
                    <a:pt x="1521502" y="293549"/>
                    <a:pt x="1474798" y="288203"/>
                    <a:pt x="1427962" y="285242"/>
                  </a:cubicBezTo>
                  <a:cubicBezTo>
                    <a:pt x="1284095" y="276096"/>
                    <a:pt x="1140094" y="271235"/>
                    <a:pt x="995874" y="269777"/>
                  </a:cubicBezTo>
                  <a:cubicBezTo>
                    <a:pt x="943028" y="269247"/>
                    <a:pt x="890183" y="267347"/>
                    <a:pt x="837293" y="268628"/>
                  </a:cubicBezTo>
                  <a:cubicBezTo>
                    <a:pt x="887531" y="270573"/>
                    <a:pt x="937726" y="272649"/>
                    <a:pt x="987920" y="274593"/>
                  </a:cubicBezTo>
                  <a:cubicBezTo>
                    <a:pt x="1122332" y="279896"/>
                    <a:pt x="1256523" y="287761"/>
                    <a:pt x="1390227" y="302652"/>
                  </a:cubicBezTo>
                  <a:cubicBezTo>
                    <a:pt x="1444797" y="308749"/>
                    <a:pt x="1499542" y="315819"/>
                    <a:pt x="1552476" y="332256"/>
                  </a:cubicBezTo>
                  <a:cubicBezTo>
                    <a:pt x="1566704" y="336674"/>
                    <a:pt x="1575850" y="344098"/>
                    <a:pt x="1582213" y="358414"/>
                  </a:cubicBezTo>
                  <a:cubicBezTo>
                    <a:pt x="1662763" y="538999"/>
                    <a:pt x="1744020" y="719275"/>
                    <a:pt x="1825056" y="899684"/>
                  </a:cubicBezTo>
                  <a:cubicBezTo>
                    <a:pt x="1826204" y="902203"/>
                    <a:pt x="1826558" y="905119"/>
                    <a:pt x="1827176" y="907417"/>
                  </a:cubicBezTo>
                  <a:cubicBezTo>
                    <a:pt x="1822935" y="910775"/>
                    <a:pt x="1819223" y="907593"/>
                    <a:pt x="1815998" y="908212"/>
                  </a:cubicBezTo>
                  <a:cubicBezTo>
                    <a:pt x="1768321" y="917005"/>
                    <a:pt x="1751841" y="888285"/>
                    <a:pt x="1735403" y="849755"/>
                  </a:cubicBezTo>
                  <a:cubicBezTo>
                    <a:pt x="1676549" y="711808"/>
                    <a:pt x="1613673" y="575584"/>
                    <a:pt x="1553581" y="438168"/>
                  </a:cubicBezTo>
                  <a:cubicBezTo>
                    <a:pt x="1543595" y="415324"/>
                    <a:pt x="1525567" y="404764"/>
                    <a:pt x="1505949" y="395176"/>
                  </a:cubicBezTo>
                  <a:cubicBezTo>
                    <a:pt x="1439848" y="362832"/>
                    <a:pt x="1368223" y="349577"/>
                    <a:pt x="1296510" y="337735"/>
                  </a:cubicBezTo>
                  <a:cubicBezTo>
                    <a:pt x="1189936" y="320017"/>
                    <a:pt x="897252" y="288600"/>
                    <a:pt x="650477" y="293107"/>
                  </a:cubicBezTo>
                  <a:cubicBezTo>
                    <a:pt x="647693" y="286479"/>
                    <a:pt x="648975" y="280647"/>
                    <a:pt x="652996" y="274726"/>
                  </a:cubicBezTo>
                  <a:cubicBezTo>
                    <a:pt x="677916" y="238229"/>
                    <a:pt x="702571" y="201600"/>
                    <a:pt x="727360" y="165014"/>
                  </a:cubicBezTo>
                  <a:cubicBezTo>
                    <a:pt x="849400" y="162805"/>
                    <a:pt x="970954" y="153305"/>
                    <a:pt x="1092551" y="143451"/>
                  </a:cubicBezTo>
                  <a:cubicBezTo>
                    <a:pt x="1216314" y="133421"/>
                    <a:pt x="1339547" y="119370"/>
                    <a:pt x="1461145" y="93920"/>
                  </a:cubicBezTo>
                  <a:cubicBezTo>
                    <a:pt x="1546909" y="75980"/>
                    <a:pt x="1632186" y="55743"/>
                    <a:pt x="1705402" y="3605"/>
                  </a:cubicBezTo>
                  <a:cubicBezTo>
                    <a:pt x="1709135" y="943"/>
                    <a:pt x="1711900" y="-65"/>
                    <a:pt x="1713987" y="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1899D527-00C7-495D-BDAF-83AE81DF8094}"/>
                </a:ext>
              </a:extLst>
            </p:cNvPr>
            <p:cNvSpPr/>
            <p:nvPr/>
          </p:nvSpPr>
          <p:spPr>
            <a:xfrm>
              <a:off x="6076288" y="4090240"/>
              <a:ext cx="395115" cy="631059"/>
            </a:xfrm>
            <a:custGeom>
              <a:avLst/>
              <a:gdLst>
                <a:gd name="connsiteX0" fmla="*/ 0 w 782091"/>
                <a:gd name="connsiteY0" fmla="*/ 613 h 1249119"/>
                <a:gd name="connsiteX1" fmla="*/ 376080 w 782091"/>
                <a:gd name="connsiteY1" fmla="*/ 613 h 1249119"/>
                <a:gd name="connsiteX2" fmla="*/ 402319 w 782091"/>
                <a:gd name="connsiteY2" fmla="*/ 44343 h 1249119"/>
                <a:gd name="connsiteX3" fmla="*/ 781023 w 782091"/>
                <a:gd name="connsiteY3" fmla="*/ 1232233 h 1249119"/>
                <a:gd name="connsiteX4" fmla="*/ 752073 w 782091"/>
                <a:gd name="connsiteY4" fmla="*/ 1248588 h 1249119"/>
                <a:gd name="connsiteX5" fmla="*/ 443775 w 782091"/>
                <a:gd name="connsiteY5" fmla="*/ 1226110 h 1249119"/>
                <a:gd name="connsiteX6" fmla="*/ 399083 w 782091"/>
                <a:gd name="connsiteY6" fmla="*/ 1195762 h 1249119"/>
                <a:gd name="connsiteX7" fmla="*/ 0 w 782091"/>
                <a:gd name="connsiteY7" fmla="*/ 613 h 124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2091" h="1249119">
                  <a:moveTo>
                    <a:pt x="0" y="613"/>
                  </a:moveTo>
                  <a:cubicBezTo>
                    <a:pt x="17229" y="2975"/>
                    <a:pt x="274364" y="-1573"/>
                    <a:pt x="376080" y="613"/>
                  </a:cubicBezTo>
                  <a:cubicBezTo>
                    <a:pt x="397858" y="1050"/>
                    <a:pt x="393572" y="25364"/>
                    <a:pt x="402319" y="44343"/>
                  </a:cubicBezTo>
                  <a:cubicBezTo>
                    <a:pt x="405817" y="52215"/>
                    <a:pt x="743415" y="1111362"/>
                    <a:pt x="781023" y="1232233"/>
                  </a:cubicBezTo>
                  <a:cubicBezTo>
                    <a:pt x="787145" y="1251299"/>
                    <a:pt x="765542" y="1249550"/>
                    <a:pt x="752073" y="1248588"/>
                  </a:cubicBezTo>
                  <a:cubicBezTo>
                    <a:pt x="649307" y="1240979"/>
                    <a:pt x="546541" y="1233369"/>
                    <a:pt x="443775" y="1226110"/>
                  </a:cubicBezTo>
                  <a:cubicBezTo>
                    <a:pt x="422609" y="1224623"/>
                    <a:pt x="402406" y="1222962"/>
                    <a:pt x="399083" y="1195762"/>
                  </a:cubicBezTo>
                  <a:cubicBezTo>
                    <a:pt x="394272" y="1184741"/>
                    <a:pt x="263" y="8835"/>
                    <a:pt x="0" y="613"/>
                  </a:cubicBezTo>
                  <a:close/>
                </a:path>
              </a:pathLst>
            </a:custGeom>
            <a:solidFill>
              <a:srgbClr val="E5E7E8"/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74068AF6-318E-4DB0-89B9-732AA5AE3967}"/>
                </a:ext>
              </a:extLst>
            </p:cNvPr>
            <p:cNvSpPr/>
            <p:nvPr/>
          </p:nvSpPr>
          <p:spPr>
            <a:xfrm>
              <a:off x="5625147" y="4196071"/>
              <a:ext cx="1622833" cy="499048"/>
            </a:xfrm>
            <a:custGeom>
              <a:avLst/>
              <a:gdLst>
                <a:gd name="connsiteX0" fmla="*/ 688726 w 1622833"/>
                <a:gd name="connsiteY0" fmla="*/ 5383 h 499048"/>
                <a:gd name="connsiteX1" fmla="*/ 1142023 w 1622833"/>
                <a:gd name="connsiteY1" fmla="*/ 32954 h 499048"/>
                <a:gd name="connsiteX2" fmla="*/ 1363215 w 1622833"/>
                <a:gd name="connsiteY2" fmla="*/ 70645 h 499048"/>
                <a:gd name="connsiteX3" fmla="*/ 1387473 w 1622833"/>
                <a:gd name="connsiteY3" fmla="*/ 87656 h 499048"/>
                <a:gd name="connsiteX4" fmla="*/ 1487774 w 1622833"/>
                <a:gd name="connsiteY4" fmla="*/ 157867 h 499048"/>
                <a:gd name="connsiteX5" fmla="*/ 1507524 w 1622833"/>
                <a:gd name="connsiteY5" fmla="*/ 175055 h 499048"/>
                <a:gd name="connsiteX6" fmla="*/ 1609946 w 1622833"/>
                <a:gd name="connsiteY6" fmla="*/ 430800 h 499048"/>
                <a:gd name="connsiteX7" fmla="*/ 1622760 w 1622833"/>
                <a:gd name="connsiteY7" fmla="*/ 467827 h 499048"/>
                <a:gd name="connsiteX8" fmla="*/ 1590416 w 1622833"/>
                <a:gd name="connsiteY8" fmla="*/ 488329 h 499048"/>
                <a:gd name="connsiteX9" fmla="*/ 1554626 w 1622833"/>
                <a:gd name="connsiteY9" fmla="*/ 497387 h 499048"/>
                <a:gd name="connsiteX10" fmla="*/ 1166988 w 1622833"/>
                <a:gd name="connsiteY10" fmla="*/ 429253 h 499048"/>
                <a:gd name="connsiteX11" fmla="*/ 807805 w 1622833"/>
                <a:gd name="connsiteY11" fmla="*/ 401637 h 499048"/>
                <a:gd name="connsiteX12" fmla="*/ 682142 w 1622833"/>
                <a:gd name="connsiteY12" fmla="*/ 5692 h 499048"/>
                <a:gd name="connsiteX13" fmla="*/ 688726 w 1622833"/>
                <a:gd name="connsiteY13" fmla="*/ 5383 h 499048"/>
                <a:gd name="connsiteX14" fmla="*/ 356160 w 1622833"/>
                <a:gd name="connsiteY14" fmla="*/ 200 h 499048"/>
                <a:gd name="connsiteX15" fmla="*/ 486489 w 1622833"/>
                <a:gd name="connsiteY15" fmla="*/ 479 h 499048"/>
                <a:gd name="connsiteX16" fmla="*/ 614626 w 1622833"/>
                <a:gd name="connsiteY16" fmla="*/ 384892 h 499048"/>
                <a:gd name="connsiteX17" fmla="*/ 141799 w 1622833"/>
                <a:gd name="connsiteY17" fmla="*/ 376099 h 499048"/>
                <a:gd name="connsiteX18" fmla="*/ 117806 w 1622833"/>
                <a:gd name="connsiteY18" fmla="*/ 363373 h 499048"/>
                <a:gd name="connsiteX19" fmla="*/ 40923 w 1622833"/>
                <a:gd name="connsiteY19" fmla="*/ 314151 h 499048"/>
                <a:gd name="connsiteX20" fmla="*/ 26917 w 1622833"/>
                <a:gd name="connsiteY20" fmla="*/ 299437 h 499048"/>
                <a:gd name="connsiteX21" fmla="*/ 450 w 1622833"/>
                <a:gd name="connsiteY21" fmla="*/ 230287 h 499048"/>
                <a:gd name="connsiteX22" fmla="*/ 450 w 1622833"/>
                <a:gd name="connsiteY22" fmla="*/ 13735 h 499048"/>
                <a:gd name="connsiteX23" fmla="*/ 13705 w 1622833"/>
                <a:gd name="connsiteY23" fmla="*/ 4897 h 499048"/>
                <a:gd name="connsiteX24" fmla="*/ 356160 w 1622833"/>
                <a:gd name="connsiteY24" fmla="*/ 200 h 499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2833" h="499048">
                  <a:moveTo>
                    <a:pt x="688726" y="5383"/>
                  </a:moveTo>
                  <a:cubicBezTo>
                    <a:pt x="840061" y="11171"/>
                    <a:pt x="991395" y="16960"/>
                    <a:pt x="1142023" y="32954"/>
                  </a:cubicBezTo>
                  <a:cubicBezTo>
                    <a:pt x="1216387" y="40864"/>
                    <a:pt x="1290751" y="50452"/>
                    <a:pt x="1363215" y="70645"/>
                  </a:cubicBezTo>
                  <a:cubicBezTo>
                    <a:pt x="1373863" y="73605"/>
                    <a:pt x="1381331" y="78598"/>
                    <a:pt x="1387473" y="87656"/>
                  </a:cubicBezTo>
                  <a:cubicBezTo>
                    <a:pt x="1411951" y="123667"/>
                    <a:pt x="1444516" y="148853"/>
                    <a:pt x="1487774" y="157867"/>
                  </a:cubicBezTo>
                  <a:cubicBezTo>
                    <a:pt x="1498599" y="160120"/>
                    <a:pt x="1503548" y="165025"/>
                    <a:pt x="1507524" y="175055"/>
                  </a:cubicBezTo>
                  <a:cubicBezTo>
                    <a:pt x="1541326" y="260465"/>
                    <a:pt x="1575791" y="345566"/>
                    <a:pt x="1609946" y="430800"/>
                  </a:cubicBezTo>
                  <a:cubicBezTo>
                    <a:pt x="1614851" y="443039"/>
                    <a:pt x="1623732" y="455897"/>
                    <a:pt x="1622760" y="467827"/>
                  </a:cubicBezTo>
                  <a:cubicBezTo>
                    <a:pt x="1621478" y="483646"/>
                    <a:pt x="1600623" y="479669"/>
                    <a:pt x="1590416" y="488329"/>
                  </a:cubicBezTo>
                  <a:cubicBezTo>
                    <a:pt x="1580430" y="496813"/>
                    <a:pt x="1570223" y="501850"/>
                    <a:pt x="1554626" y="497387"/>
                  </a:cubicBezTo>
                  <a:cubicBezTo>
                    <a:pt x="1427859" y="461155"/>
                    <a:pt x="1297644" y="443569"/>
                    <a:pt x="1166988" y="429253"/>
                  </a:cubicBezTo>
                  <a:cubicBezTo>
                    <a:pt x="1075038" y="419179"/>
                    <a:pt x="857646" y="402609"/>
                    <a:pt x="807805" y="401637"/>
                  </a:cubicBezTo>
                  <a:cubicBezTo>
                    <a:pt x="765918" y="269656"/>
                    <a:pt x="724030" y="137674"/>
                    <a:pt x="682142" y="5692"/>
                  </a:cubicBezTo>
                  <a:cubicBezTo>
                    <a:pt x="684352" y="5604"/>
                    <a:pt x="686561" y="5294"/>
                    <a:pt x="688726" y="5383"/>
                  </a:cubicBezTo>
                  <a:close/>
                  <a:moveTo>
                    <a:pt x="356160" y="200"/>
                  </a:moveTo>
                  <a:cubicBezTo>
                    <a:pt x="405652" y="-107"/>
                    <a:pt x="451560" y="-96"/>
                    <a:pt x="486489" y="479"/>
                  </a:cubicBezTo>
                  <a:cubicBezTo>
                    <a:pt x="487284" y="-1068"/>
                    <a:pt x="598365" y="335139"/>
                    <a:pt x="614626" y="384892"/>
                  </a:cubicBezTo>
                  <a:cubicBezTo>
                    <a:pt x="458961" y="381578"/>
                    <a:pt x="305329" y="380473"/>
                    <a:pt x="141799" y="376099"/>
                  </a:cubicBezTo>
                  <a:cubicBezTo>
                    <a:pt x="130532" y="375789"/>
                    <a:pt x="124478" y="370399"/>
                    <a:pt x="117806" y="363373"/>
                  </a:cubicBezTo>
                  <a:cubicBezTo>
                    <a:pt x="96288" y="340574"/>
                    <a:pt x="71588" y="322325"/>
                    <a:pt x="40923" y="314151"/>
                  </a:cubicBezTo>
                  <a:cubicBezTo>
                    <a:pt x="32219" y="311853"/>
                    <a:pt x="29303" y="306772"/>
                    <a:pt x="26917" y="299437"/>
                  </a:cubicBezTo>
                  <a:cubicBezTo>
                    <a:pt x="19892" y="277831"/>
                    <a:pt x="7475" y="251938"/>
                    <a:pt x="450" y="230287"/>
                  </a:cubicBezTo>
                  <a:cubicBezTo>
                    <a:pt x="-1141" y="225427"/>
                    <a:pt x="2129" y="66404"/>
                    <a:pt x="450" y="13735"/>
                  </a:cubicBezTo>
                  <a:cubicBezTo>
                    <a:pt x="229" y="7062"/>
                    <a:pt x="7033" y="4897"/>
                    <a:pt x="13705" y="4897"/>
                  </a:cubicBezTo>
                  <a:cubicBezTo>
                    <a:pt x="26961" y="4897"/>
                    <a:pt x="207685" y="1120"/>
                    <a:pt x="356160" y="200"/>
                  </a:cubicBezTo>
                  <a:close/>
                </a:path>
              </a:pathLst>
            </a:custGeom>
            <a:solidFill>
              <a:schemeClr val="accent3"/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22E33E50-E946-43B4-9E88-AF7ED73E47A1}"/>
                </a:ext>
              </a:extLst>
            </p:cNvPr>
            <p:cNvSpPr/>
            <p:nvPr/>
          </p:nvSpPr>
          <p:spPr>
            <a:xfrm>
              <a:off x="6199624" y="4256300"/>
              <a:ext cx="134628" cy="275906"/>
            </a:xfrm>
            <a:custGeom>
              <a:avLst/>
              <a:gdLst>
                <a:gd name="connsiteX0" fmla="*/ 229992 w 266483"/>
                <a:gd name="connsiteY0" fmla="*/ 542934 h 546129"/>
                <a:gd name="connsiteX1" fmla="*/ 158712 w 266483"/>
                <a:gd name="connsiteY1" fmla="*/ 502440 h 546129"/>
                <a:gd name="connsiteX2" fmla="*/ 13527 w 266483"/>
                <a:gd name="connsiteY2" fmla="*/ 59627 h 546129"/>
                <a:gd name="connsiteX3" fmla="*/ 18425 w 266483"/>
                <a:gd name="connsiteY3" fmla="*/ 5139 h 546129"/>
                <a:gd name="connsiteX4" fmla="*/ 102912 w 266483"/>
                <a:gd name="connsiteY4" fmla="*/ 35488 h 546129"/>
                <a:gd name="connsiteX5" fmla="*/ 262528 w 266483"/>
                <a:gd name="connsiteY5" fmla="*/ 513722 h 546129"/>
                <a:gd name="connsiteX6" fmla="*/ 229992 w 266483"/>
                <a:gd name="connsiteY6" fmla="*/ 542934 h 54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6483" h="546129">
                  <a:moveTo>
                    <a:pt x="229992" y="542934"/>
                  </a:moveTo>
                  <a:cubicBezTo>
                    <a:pt x="183987" y="554041"/>
                    <a:pt x="169032" y="535150"/>
                    <a:pt x="158712" y="502440"/>
                  </a:cubicBezTo>
                  <a:cubicBezTo>
                    <a:pt x="111920" y="354281"/>
                    <a:pt x="65742" y="206036"/>
                    <a:pt x="13527" y="59627"/>
                  </a:cubicBezTo>
                  <a:cubicBezTo>
                    <a:pt x="8280" y="44846"/>
                    <a:pt x="-16734" y="17908"/>
                    <a:pt x="18425" y="5139"/>
                  </a:cubicBezTo>
                  <a:cubicBezTo>
                    <a:pt x="56033" y="-8417"/>
                    <a:pt x="92942" y="5926"/>
                    <a:pt x="102912" y="35488"/>
                  </a:cubicBezTo>
                  <a:cubicBezTo>
                    <a:pt x="156351" y="194841"/>
                    <a:pt x="209351" y="354369"/>
                    <a:pt x="262528" y="513722"/>
                  </a:cubicBezTo>
                  <a:cubicBezTo>
                    <a:pt x="279407" y="564449"/>
                    <a:pt x="237252" y="538998"/>
                    <a:pt x="229992" y="542934"/>
                  </a:cubicBezTo>
                  <a:close/>
                </a:path>
              </a:pathLst>
            </a:custGeom>
            <a:solidFill>
              <a:srgbClr val="D2D4D5"/>
            </a:solidFill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4DF6DBFA-322B-F142-00E1-9EFEB7C2C106}"/>
              </a:ext>
            </a:extLst>
          </p:cNvPr>
          <p:cNvGrpSpPr/>
          <p:nvPr/>
        </p:nvGrpSpPr>
        <p:grpSpPr>
          <a:xfrm rot="16200000" flipV="1">
            <a:off x="3389409" y="4422354"/>
            <a:ext cx="1346419" cy="491409"/>
            <a:chOff x="2466732" y="3450399"/>
            <a:chExt cx="3171880" cy="1157656"/>
          </a:xfrm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39537C12-9C9D-1C62-4BBB-6C0C2409AFE4}"/>
                </a:ext>
              </a:extLst>
            </p:cNvPr>
            <p:cNvGrpSpPr/>
            <p:nvPr/>
          </p:nvGrpSpPr>
          <p:grpSpPr>
            <a:xfrm>
              <a:off x="2466732" y="3450399"/>
              <a:ext cx="2358871" cy="1157656"/>
              <a:chOff x="2466732" y="3450399"/>
              <a:chExt cx="2358871" cy="1157656"/>
            </a:xfrm>
          </p:grpSpPr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F1F96D97-C69A-6C02-DE80-CC591C8AC90E}"/>
                  </a:ext>
                </a:extLst>
              </p:cNvPr>
              <p:cNvGrpSpPr/>
              <p:nvPr/>
            </p:nvGrpSpPr>
            <p:grpSpPr>
              <a:xfrm>
                <a:off x="2466732" y="3450399"/>
                <a:ext cx="2358871" cy="1157656"/>
                <a:chOff x="2466732" y="3450399"/>
                <a:chExt cx="2358871" cy="1157656"/>
              </a:xfrm>
            </p:grpSpPr>
            <p:sp>
              <p:nvSpPr>
                <p:cNvPr id="184" name="자유형: 도형 183">
                  <a:extLst>
                    <a:ext uri="{FF2B5EF4-FFF2-40B4-BE49-F238E27FC236}">
                      <a16:creationId xmlns:a16="http://schemas.microsoft.com/office/drawing/2014/main" id="{9334BC03-2549-4089-9FA2-E8F6B58E1540}"/>
                    </a:ext>
                  </a:extLst>
                </p:cNvPr>
                <p:cNvSpPr/>
                <p:nvPr/>
              </p:nvSpPr>
              <p:spPr>
                <a:xfrm>
                  <a:off x="2466732" y="3450399"/>
                  <a:ext cx="2358871" cy="1157656"/>
                </a:xfrm>
                <a:custGeom>
                  <a:avLst/>
                  <a:gdLst>
                    <a:gd name="connsiteX0" fmla="*/ 1205633 w 2358871"/>
                    <a:gd name="connsiteY0" fmla="*/ 0 h 1157656"/>
                    <a:gd name="connsiteX1" fmla="*/ 2320208 w 2358871"/>
                    <a:gd name="connsiteY1" fmla="*/ 0 h 1157656"/>
                    <a:gd name="connsiteX2" fmla="*/ 2358871 w 2358871"/>
                    <a:gd name="connsiteY2" fmla="*/ 38662 h 1157656"/>
                    <a:gd name="connsiteX3" fmla="*/ 2358871 w 2358871"/>
                    <a:gd name="connsiteY3" fmla="*/ 1118994 h 1157656"/>
                    <a:gd name="connsiteX4" fmla="*/ 2320208 w 2358871"/>
                    <a:gd name="connsiteY4" fmla="*/ 1157656 h 1157656"/>
                    <a:gd name="connsiteX5" fmla="*/ 1205633 w 2358871"/>
                    <a:gd name="connsiteY5" fmla="*/ 1157656 h 1157656"/>
                    <a:gd name="connsiteX6" fmla="*/ 794709 w 2358871"/>
                    <a:gd name="connsiteY6" fmla="*/ 896963 h 1157656"/>
                    <a:gd name="connsiteX7" fmla="*/ 215881 w 2358871"/>
                    <a:gd name="connsiteY7" fmla="*/ 896963 h 1157656"/>
                    <a:gd name="connsiteX8" fmla="*/ 198207 w 2358871"/>
                    <a:gd name="connsiteY8" fmla="*/ 879289 h 1157656"/>
                    <a:gd name="connsiteX9" fmla="*/ 198207 w 2358871"/>
                    <a:gd name="connsiteY9" fmla="*/ 693710 h 1157656"/>
                    <a:gd name="connsiteX10" fmla="*/ 0 w 2358871"/>
                    <a:gd name="connsiteY10" fmla="*/ 693710 h 1157656"/>
                    <a:gd name="connsiteX11" fmla="*/ 0 w 2358871"/>
                    <a:gd name="connsiteY11" fmla="*/ 494876 h 1157656"/>
                    <a:gd name="connsiteX12" fmla="*/ 198207 w 2358871"/>
                    <a:gd name="connsiteY12" fmla="*/ 494876 h 1157656"/>
                    <a:gd name="connsiteX13" fmla="*/ 198207 w 2358871"/>
                    <a:gd name="connsiteY13" fmla="*/ 318135 h 1157656"/>
                    <a:gd name="connsiteX14" fmla="*/ 215881 w 2358871"/>
                    <a:gd name="connsiteY14" fmla="*/ 300461 h 1157656"/>
                    <a:gd name="connsiteX15" fmla="*/ 812074 w 2358871"/>
                    <a:gd name="connsiteY15" fmla="*/ 300461 h 1157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358871" h="1157656">
                      <a:moveTo>
                        <a:pt x="1205633" y="0"/>
                      </a:moveTo>
                      <a:lnTo>
                        <a:pt x="2320208" y="0"/>
                      </a:lnTo>
                      <a:cubicBezTo>
                        <a:pt x="2341550" y="0"/>
                        <a:pt x="2358871" y="17321"/>
                        <a:pt x="2358871" y="38662"/>
                      </a:cubicBezTo>
                      <a:lnTo>
                        <a:pt x="2358871" y="1118994"/>
                      </a:lnTo>
                      <a:cubicBezTo>
                        <a:pt x="2358871" y="1140336"/>
                        <a:pt x="2341550" y="1157656"/>
                        <a:pt x="2320208" y="1157656"/>
                      </a:cubicBezTo>
                      <a:lnTo>
                        <a:pt x="1205633" y="1157656"/>
                      </a:lnTo>
                      <a:lnTo>
                        <a:pt x="794709" y="896963"/>
                      </a:lnTo>
                      <a:lnTo>
                        <a:pt x="215881" y="896963"/>
                      </a:lnTo>
                      <a:cubicBezTo>
                        <a:pt x="206116" y="896963"/>
                        <a:pt x="198207" y="889054"/>
                        <a:pt x="198207" y="879289"/>
                      </a:cubicBezTo>
                      <a:lnTo>
                        <a:pt x="198207" y="693710"/>
                      </a:lnTo>
                      <a:lnTo>
                        <a:pt x="0" y="693710"/>
                      </a:lnTo>
                      <a:lnTo>
                        <a:pt x="0" y="494876"/>
                      </a:lnTo>
                      <a:lnTo>
                        <a:pt x="198207" y="494876"/>
                      </a:lnTo>
                      <a:lnTo>
                        <a:pt x="198207" y="318135"/>
                      </a:lnTo>
                      <a:cubicBezTo>
                        <a:pt x="198207" y="308370"/>
                        <a:pt x="206116" y="300461"/>
                        <a:pt x="215881" y="300461"/>
                      </a:cubicBezTo>
                      <a:lnTo>
                        <a:pt x="812074" y="30046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874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5" name="자유형: 도형 24">
                  <a:extLst>
                    <a:ext uri="{FF2B5EF4-FFF2-40B4-BE49-F238E27FC236}">
                      <a16:creationId xmlns:a16="http://schemas.microsoft.com/office/drawing/2014/main" id="{A72EFA65-8DE9-452F-864A-9B453F211026}"/>
                    </a:ext>
                  </a:extLst>
                </p:cNvPr>
                <p:cNvSpPr/>
                <p:nvPr/>
              </p:nvSpPr>
              <p:spPr>
                <a:xfrm>
                  <a:off x="3696136" y="3650249"/>
                  <a:ext cx="989751" cy="768825"/>
                </a:xfrm>
                <a:custGeom>
                  <a:avLst/>
                  <a:gdLst>
                    <a:gd name="connsiteX0" fmla="*/ 1709854 w 1959116"/>
                    <a:gd name="connsiteY0" fmla="*/ 1521814 h 1521813"/>
                    <a:gd name="connsiteX1" fmla="*/ 249263 w 1959116"/>
                    <a:gd name="connsiteY1" fmla="*/ 1521814 h 1521813"/>
                    <a:gd name="connsiteX2" fmla="*/ 0 w 1959116"/>
                    <a:gd name="connsiteY2" fmla="*/ 1272551 h 1521813"/>
                    <a:gd name="connsiteX3" fmla="*/ 0 w 1959116"/>
                    <a:gd name="connsiteY3" fmla="*/ 249263 h 1521813"/>
                    <a:gd name="connsiteX4" fmla="*/ 249263 w 1959116"/>
                    <a:gd name="connsiteY4" fmla="*/ 0 h 1521813"/>
                    <a:gd name="connsiteX5" fmla="*/ 1709854 w 1959116"/>
                    <a:gd name="connsiteY5" fmla="*/ 0 h 1521813"/>
                    <a:gd name="connsiteX6" fmla="*/ 1959116 w 1959116"/>
                    <a:gd name="connsiteY6" fmla="*/ 249263 h 1521813"/>
                    <a:gd name="connsiteX7" fmla="*/ 1959116 w 1959116"/>
                    <a:gd name="connsiteY7" fmla="*/ 1272551 h 1521813"/>
                    <a:gd name="connsiteX8" fmla="*/ 1709854 w 1959116"/>
                    <a:gd name="connsiteY8" fmla="*/ 1521814 h 15218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59116" h="1521813">
                      <a:moveTo>
                        <a:pt x="1709854" y="1521814"/>
                      </a:moveTo>
                      <a:lnTo>
                        <a:pt x="249263" y="1521814"/>
                      </a:lnTo>
                      <a:cubicBezTo>
                        <a:pt x="111600" y="1521814"/>
                        <a:pt x="0" y="1410214"/>
                        <a:pt x="0" y="1272551"/>
                      </a:cubicBezTo>
                      <a:lnTo>
                        <a:pt x="0" y="249263"/>
                      </a:lnTo>
                      <a:cubicBezTo>
                        <a:pt x="0" y="111600"/>
                        <a:pt x="111600" y="0"/>
                        <a:pt x="249263" y="0"/>
                      </a:cubicBezTo>
                      <a:lnTo>
                        <a:pt x="1709854" y="0"/>
                      </a:lnTo>
                      <a:cubicBezTo>
                        <a:pt x="1847517" y="0"/>
                        <a:pt x="1959116" y="111600"/>
                        <a:pt x="1959116" y="249263"/>
                      </a:cubicBezTo>
                      <a:lnTo>
                        <a:pt x="1959116" y="1272551"/>
                      </a:lnTo>
                      <a:cubicBezTo>
                        <a:pt x="1959116" y="1410214"/>
                        <a:pt x="1847517" y="1521814"/>
                        <a:pt x="1709854" y="1521814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 w="874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853AE5F5-ACBC-4CA7-BC5C-2685D143BF2F}"/>
                  </a:ext>
                </a:extLst>
              </p:cNvPr>
              <p:cNvSpPr/>
              <p:nvPr/>
            </p:nvSpPr>
            <p:spPr>
              <a:xfrm>
                <a:off x="3725961" y="3674330"/>
                <a:ext cx="930101" cy="720663"/>
              </a:xfrm>
              <a:custGeom>
                <a:avLst/>
                <a:gdLst>
                  <a:gd name="connsiteX0" fmla="*/ 1591782 w 1841044"/>
                  <a:gd name="connsiteY0" fmla="*/ 1426482 h 1426481"/>
                  <a:gd name="connsiteX1" fmla="*/ 249263 w 1841044"/>
                  <a:gd name="connsiteY1" fmla="*/ 1426482 h 1426481"/>
                  <a:gd name="connsiteX2" fmla="*/ 0 w 1841044"/>
                  <a:gd name="connsiteY2" fmla="*/ 1177219 h 1426481"/>
                  <a:gd name="connsiteX3" fmla="*/ 0 w 1841044"/>
                  <a:gd name="connsiteY3" fmla="*/ 249263 h 1426481"/>
                  <a:gd name="connsiteX4" fmla="*/ 249263 w 1841044"/>
                  <a:gd name="connsiteY4" fmla="*/ 0 h 1426481"/>
                  <a:gd name="connsiteX5" fmla="*/ 1591782 w 1841044"/>
                  <a:gd name="connsiteY5" fmla="*/ 0 h 1426481"/>
                  <a:gd name="connsiteX6" fmla="*/ 1841045 w 1841044"/>
                  <a:gd name="connsiteY6" fmla="*/ 249263 h 1426481"/>
                  <a:gd name="connsiteX7" fmla="*/ 1841045 w 1841044"/>
                  <a:gd name="connsiteY7" fmla="*/ 1177131 h 1426481"/>
                  <a:gd name="connsiteX8" fmla="*/ 1591782 w 1841044"/>
                  <a:gd name="connsiteY8" fmla="*/ 1426482 h 1426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41044" h="1426481">
                    <a:moveTo>
                      <a:pt x="1591782" y="1426482"/>
                    </a:moveTo>
                    <a:lnTo>
                      <a:pt x="249263" y="1426482"/>
                    </a:lnTo>
                    <a:cubicBezTo>
                      <a:pt x="111600" y="1426482"/>
                      <a:pt x="0" y="1314882"/>
                      <a:pt x="0" y="1177219"/>
                    </a:cubicBezTo>
                    <a:lnTo>
                      <a:pt x="0" y="249263"/>
                    </a:lnTo>
                    <a:cubicBezTo>
                      <a:pt x="0" y="111600"/>
                      <a:pt x="111600" y="0"/>
                      <a:pt x="249263" y="0"/>
                    </a:cubicBezTo>
                    <a:lnTo>
                      <a:pt x="1591782" y="0"/>
                    </a:lnTo>
                    <a:cubicBezTo>
                      <a:pt x="1729445" y="0"/>
                      <a:pt x="1841045" y="111600"/>
                      <a:pt x="1841045" y="249263"/>
                    </a:cubicBezTo>
                    <a:lnTo>
                      <a:pt x="1841045" y="1177131"/>
                    </a:lnTo>
                    <a:cubicBezTo>
                      <a:pt x="1841045" y="1314882"/>
                      <a:pt x="1729445" y="1426482"/>
                      <a:pt x="1591782" y="14264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25D7A75-5166-4AFA-BC13-69D7EFA20B72}"/>
                </a:ext>
              </a:extLst>
            </p:cNvPr>
            <p:cNvGrpSpPr/>
            <p:nvPr/>
          </p:nvGrpSpPr>
          <p:grpSpPr>
            <a:xfrm>
              <a:off x="4825602" y="3591792"/>
              <a:ext cx="813010" cy="883706"/>
              <a:chOff x="4825602" y="3591792"/>
              <a:chExt cx="813010" cy="883706"/>
            </a:xfrm>
          </p:grpSpPr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E140FD46-F40D-444C-A32B-7F71DE2C869B}"/>
                  </a:ext>
                </a:extLst>
              </p:cNvPr>
              <p:cNvSpPr/>
              <p:nvPr/>
            </p:nvSpPr>
            <p:spPr>
              <a:xfrm>
                <a:off x="4825602" y="3591792"/>
                <a:ext cx="813010" cy="883706"/>
              </a:xfrm>
              <a:custGeom>
                <a:avLst/>
                <a:gdLst>
                  <a:gd name="connsiteX0" fmla="*/ 1504321 w 1609274"/>
                  <a:gd name="connsiteY0" fmla="*/ 0 h 1749210"/>
                  <a:gd name="connsiteX1" fmla="*/ 0 w 1609274"/>
                  <a:gd name="connsiteY1" fmla="*/ 0 h 1749210"/>
                  <a:gd name="connsiteX2" fmla="*/ 0 w 1609274"/>
                  <a:gd name="connsiteY2" fmla="*/ 1749211 h 1749210"/>
                  <a:gd name="connsiteX3" fmla="*/ 1504321 w 1609274"/>
                  <a:gd name="connsiteY3" fmla="*/ 1749211 h 1749210"/>
                  <a:gd name="connsiteX4" fmla="*/ 1609274 w 1609274"/>
                  <a:gd name="connsiteY4" fmla="*/ 1644258 h 1749210"/>
                  <a:gd name="connsiteX5" fmla="*/ 1609274 w 1609274"/>
                  <a:gd name="connsiteY5" fmla="*/ 104953 h 1749210"/>
                  <a:gd name="connsiteX6" fmla="*/ 1504321 w 1609274"/>
                  <a:gd name="connsiteY6" fmla="*/ 0 h 1749210"/>
                  <a:gd name="connsiteX7" fmla="*/ 900844 w 1609274"/>
                  <a:gd name="connsiteY7" fmla="*/ 1455169 h 1749210"/>
                  <a:gd name="connsiteX8" fmla="*/ 834111 w 1609274"/>
                  <a:gd name="connsiteY8" fmla="*/ 1521901 h 1749210"/>
                  <a:gd name="connsiteX9" fmla="*/ 661377 w 1609274"/>
                  <a:gd name="connsiteY9" fmla="*/ 1521901 h 1749210"/>
                  <a:gd name="connsiteX10" fmla="*/ 594644 w 1609274"/>
                  <a:gd name="connsiteY10" fmla="*/ 1455169 h 1749210"/>
                  <a:gd name="connsiteX11" fmla="*/ 594644 w 1609274"/>
                  <a:gd name="connsiteY11" fmla="*/ 1221212 h 1749210"/>
                  <a:gd name="connsiteX12" fmla="*/ 661377 w 1609274"/>
                  <a:gd name="connsiteY12" fmla="*/ 1154479 h 1749210"/>
                  <a:gd name="connsiteX13" fmla="*/ 834111 w 1609274"/>
                  <a:gd name="connsiteY13" fmla="*/ 1154479 h 1749210"/>
                  <a:gd name="connsiteX14" fmla="*/ 900844 w 1609274"/>
                  <a:gd name="connsiteY14" fmla="*/ 1221212 h 1749210"/>
                  <a:gd name="connsiteX15" fmla="*/ 900844 w 1609274"/>
                  <a:gd name="connsiteY15" fmla="*/ 1455169 h 1749210"/>
                  <a:gd name="connsiteX16" fmla="*/ 900844 w 1609274"/>
                  <a:gd name="connsiteY16" fmla="*/ 528087 h 1749210"/>
                  <a:gd name="connsiteX17" fmla="*/ 834111 w 1609274"/>
                  <a:gd name="connsiteY17" fmla="*/ 594819 h 1749210"/>
                  <a:gd name="connsiteX18" fmla="*/ 661377 w 1609274"/>
                  <a:gd name="connsiteY18" fmla="*/ 594819 h 1749210"/>
                  <a:gd name="connsiteX19" fmla="*/ 594644 w 1609274"/>
                  <a:gd name="connsiteY19" fmla="*/ 528087 h 1749210"/>
                  <a:gd name="connsiteX20" fmla="*/ 594644 w 1609274"/>
                  <a:gd name="connsiteY20" fmla="*/ 294130 h 1749210"/>
                  <a:gd name="connsiteX21" fmla="*/ 661377 w 1609274"/>
                  <a:gd name="connsiteY21" fmla="*/ 227397 h 1749210"/>
                  <a:gd name="connsiteX22" fmla="*/ 834111 w 1609274"/>
                  <a:gd name="connsiteY22" fmla="*/ 227397 h 1749210"/>
                  <a:gd name="connsiteX23" fmla="*/ 900844 w 1609274"/>
                  <a:gd name="connsiteY23" fmla="*/ 294130 h 1749210"/>
                  <a:gd name="connsiteX24" fmla="*/ 900844 w 1609274"/>
                  <a:gd name="connsiteY24" fmla="*/ 528087 h 1749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9274" h="1749210">
                    <a:moveTo>
                      <a:pt x="1504321" y="0"/>
                    </a:moveTo>
                    <a:lnTo>
                      <a:pt x="0" y="0"/>
                    </a:lnTo>
                    <a:lnTo>
                      <a:pt x="0" y="1749211"/>
                    </a:lnTo>
                    <a:lnTo>
                      <a:pt x="1504321" y="1749211"/>
                    </a:lnTo>
                    <a:cubicBezTo>
                      <a:pt x="1562308" y="1749211"/>
                      <a:pt x="1609274" y="1702245"/>
                      <a:pt x="1609274" y="1644258"/>
                    </a:cubicBezTo>
                    <a:lnTo>
                      <a:pt x="1609274" y="104953"/>
                    </a:lnTo>
                    <a:cubicBezTo>
                      <a:pt x="1609274" y="47054"/>
                      <a:pt x="1562308" y="0"/>
                      <a:pt x="1504321" y="0"/>
                    </a:cubicBezTo>
                    <a:close/>
                    <a:moveTo>
                      <a:pt x="900844" y="1455169"/>
                    </a:moveTo>
                    <a:cubicBezTo>
                      <a:pt x="900844" y="1491989"/>
                      <a:pt x="871020" y="1521901"/>
                      <a:pt x="834111" y="1521901"/>
                    </a:cubicBezTo>
                    <a:lnTo>
                      <a:pt x="661377" y="1521901"/>
                    </a:lnTo>
                    <a:cubicBezTo>
                      <a:pt x="624556" y="1521901"/>
                      <a:pt x="594644" y="1492077"/>
                      <a:pt x="594644" y="1455169"/>
                    </a:cubicBezTo>
                    <a:lnTo>
                      <a:pt x="594644" y="1221212"/>
                    </a:lnTo>
                    <a:cubicBezTo>
                      <a:pt x="594644" y="1184391"/>
                      <a:pt x="624469" y="1154479"/>
                      <a:pt x="661377" y="1154479"/>
                    </a:cubicBezTo>
                    <a:lnTo>
                      <a:pt x="834111" y="1154479"/>
                    </a:lnTo>
                    <a:cubicBezTo>
                      <a:pt x="870932" y="1154479"/>
                      <a:pt x="900844" y="1184303"/>
                      <a:pt x="900844" y="1221212"/>
                    </a:cubicBezTo>
                    <a:lnTo>
                      <a:pt x="900844" y="1455169"/>
                    </a:lnTo>
                    <a:close/>
                    <a:moveTo>
                      <a:pt x="900844" y="528087"/>
                    </a:moveTo>
                    <a:cubicBezTo>
                      <a:pt x="900844" y="564908"/>
                      <a:pt x="871020" y="594819"/>
                      <a:pt x="834111" y="594819"/>
                    </a:cubicBezTo>
                    <a:lnTo>
                      <a:pt x="661377" y="594819"/>
                    </a:lnTo>
                    <a:cubicBezTo>
                      <a:pt x="624556" y="594819"/>
                      <a:pt x="594644" y="564995"/>
                      <a:pt x="594644" y="528087"/>
                    </a:cubicBezTo>
                    <a:lnTo>
                      <a:pt x="594644" y="294130"/>
                    </a:lnTo>
                    <a:cubicBezTo>
                      <a:pt x="594644" y="257309"/>
                      <a:pt x="624469" y="227397"/>
                      <a:pt x="661377" y="227397"/>
                    </a:cubicBezTo>
                    <a:lnTo>
                      <a:pt x="834111" y="227397"/>
                    </a:lnTo>
                    <a:cubicBezTo>
                      <a:pt x="870932" y="227397"/>
                      <a:pt x="900844" y="257221"/>
                      <a:pt x="900844" y="294130"/>
                    </a:cubicBezTo>
                    <a:lnTo>
                      <a:pt x="900844" y="528087"/>
                    </a:lnTo>
                    <a:close/>
                  </a:path>
                </a:pathLst>
              </a:custGeom>
              <a:solidFill>
                <a:srgbClr val="7E8080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5DC19982-A76F-42BB-B234-01099038DBB4}"/>
                  </a:ext>
                </a:extLst>
              </p:cNvPr>
              <p:cNvSpPr/>
              <p:nvPr/>
            </p:nvSpPr>
            <p:spPr>
              <a:xfrm>
                <a:off x="4830064" y="3613928"/>
                <a:ext cx="795359" cy="473640"/>
              </a:xfrm>
              <a:custGeom>
                <a:avLst/>
                <a:gdLst>
                  <a:gd name="connsiteX0" fmla="*/ 1574290 w 1574336"/>
                  <a:gd name="connsiteY0" fmla="*/ 732219 h 937523"/>
                  <a:gd name="connsiteX1" fmla="*/ 1566506 w 1574336"/>
                  <a:gd name="connsiteY1" fmla="*/ 65070 h 937523"/>
                  <a:gd name="connsiteX2" fmla="*/ 1495663 w 1574336"/>
                  <a:gd name="connsiteY2" fmla="*/ 87 h 937523"/>
                  <a:gd name="connsiteX3" fmla="*/ 0 w 1574336"/>
                  <a:gd name="connsiteY3" fmla="*/ 0 h 937523"/>
                  <a:gd name="connsiteX4" fmla="*/ 0 w 1574336"/>
                  <a:gd name="connsiteY4" fmla="*/ 935828 h 937523"/>
                  <a:gd name="connsiteX5" fmla="*/ 221975 w 1574336"/>
                  <a:gd name="connsiteY5" fmla="*/ 936527 h 937523"/>
                  <a:gd name="connsiteX6" fmla="*/ 263781 w 1574336"/>
                  <a:gd name="connsiteY6" fmla="*/ 896471 h 937523"/>
                  <a:gd name="connsiteX7" fmla="*/ 361737 w 1574336"/>
                  <a:gd name="connsiteY7" fmla="*/ 831138 h 937523"/>
                  <a:gd name="connsiteX8" fmla="*/ 1008857 w 1574336"/>
                  <a:gd name="connsiteY8" fmla="*/ 831400 h 937523"/>
                  <a:gd name="connsiteX9" fmla="*/ 1075065 w 1574336"/>
                  <a:gd name="connsiteY9" fmla="*/ 894721 h 937523"/>
                  <a:gd name="connsiteX10" fmla="*/ 1120894 w 1574336"/>
                  <a:gd name="connsiteY10" fmla="*/ 935303 h 937523"/>
                  <a:gd name="connsiteX11" fmla="*/ 1281297 w 1574336"/>
                  <a:gd name="connsiteY11" fmla="*/ 934778 h 937523"/>
                  <a:gd name="connsiteX12" fmla="*/ 1329750 w 1574336"/>
                  <a:gd name="connsiteY12" fmla="*/ 900669 h 937523"/>
                  <a:gd name="connsiteX13" fmla="*/ 1329225 w 1574336"/>
                  <a:gd name="connsiteY13" fmla="*/ 830788 h 937523"/>
                  <a:gd name="connsiteX14" fmla="*/ 1371994 w 1574336"/>
                  <a:gd name="connsiteY14" fmla="*/ 786707 h 937523"/>
                  <a:gd name="connsiteX15" fmla="*/ 1520589 w 1574336"/>
                  <a:gd name="connsiteY15" fmla="*/ 787932 h 937523"/>
                  <a:gd name="connsiteX16" fmla="*/ 1574290 w 1574336"/>
                  <a:gd name="connsiteY16" fmla="*/ 732219 h 937523"/>
                  <a:gd name="connsiteX17" fmla="*/ 926994 w 1574336"/>
                  <a:gd name="connsiteY17" fmla="*/ 495726 h 937523"/>
                  <a:gd name="connsiteX18" fmla="*/ 845569 w 1574336"/>
                  <a:gd name="connsiteY18" fmla="*/ 577152 h 937523"/>
                  <a:gd name="connsiteX19" fmla="*/ 632340 w 1574336"/>
                  <a:gd name="connsiteY19" fmla="*/ 577152 h 937523"/>
                  <a:gd name="connsiteX20" fmla="*/ 550914 w 1574336"/>
                  <a:gd name="connsiteY20" fmla="*/ 495726 h 937523"/>
                  <a:gd name="connsiteX21" fmla="*/ 550914 w 1574336"/>
                  <a:gd name="connsiteY21" fmla="*/ 419548 h 937523"/>
                  <a:gd name="connsiteX22" fmla="*/ 543567 w 1574336"/>
                  <a:gd name="connsiteY22" fmla="*/ 418149 h 937523"/>
                  <a:gd name="connsiteX23" fmla="*/ 550914 w 1574336"/>
                  <a:gd name="connsiteY23" fmla="*/ 409315 h 937523"/>
                  <a:gd name="connsiteX24" fmla="*/ 550914 w 1574336"/>
                  <a:gd name="connsiteY24" fmla="*/ 238855 h 937523"/>
                  <a:gd name="connsiteX25" fmla="*/ 632340 w 1574336"/>
                  <a:gd name="connsiteY25" fmla="*/ 157429 h 937523"/>
                  <a:gd name="connsiteX26" fmla="*/ 845569 w 1574336"/>
                  <a:gd name="connsiteY26" fmla="*/ 157429 h 937523"/>
                  <a:gd name="connsiteX27" fmla="*/ 926994 w 1574336"/>
                  <a:gd name="connsiteY27" fmla="*/ 238855 h 937523"/>
                  <a:gd name="connsiteX28" fmla="*/ 926994 w 1574336"/>
                  <a:gd name="connsiteY28" fmla="*/ 495726 h 937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574336" h="937523">
                    <a:moveTo>
                      <a:pt x="1574290" y="732219"/>
                    </a:moveTo>
                    <a:cubicBezTo>
                      <a:pt x="1571928" y="617734"/>
                      <a:pt x="1574815" y="173084"/>
                      <a:pt x="1566506" y="65070"/>
                    </a:cubicBezTo>
                    <a:cubicBezTo>
                      <a:pt x="1563707" y="28337"/>
                      <a:pt x="1532483" y="87"/>
                      <a:pt x="1495663" y="87"/>
                    </a:cubicBezTo>
                    <a:cubicBezTo>
                      <a:pt x="1390798" y="-88"/>
                      <a:pt x="354040" y="87"/>
                      <a:pt x="0" y="0"/>
                    </a:cubicBezTo>
                    <a:lnTo>
                      <a:pt x="0" y="935828"/>
                    </a:lnTo>
                    <a:cubicBezTo>
                      <a:pt x="26763" y="938452"/>
                      <a:pt x="155155" y="937489"/>
                      <a:pt x="221975" y="936527"/>
                    </a:cubicBezTo>
                    <a:cubicBezTo>
                      <a:pt x="244277" y="936265"/>
                      <a:pt x="262469" y="918685"/>
                      <a:pt x="263781" y="896471"/>
                    </a:cubicBezTo>
                    <a:cubicBezTo>
                      <a:pt x="267192" y="837522"/>
                      <a:pt x="279786" y="831138"/>
                      <a:pt x="361737" y="831138"/>
                    </a:cubicBezTo>
                    <a:cubicBezTo>
                      <a:pt x="577415" y="831225"/>
                      <a:pt x="793180" y="831225"/>
                      <a:pt x="1008857" y="831400"/>
                    </a:cubicBezTo>
                    <a:cubicBezTo>
                      <a:pt x="1074191" y="831400"/>
                      <a:pt x="1075590" y="831575"/>
                      <a:pt x="1075065" y="894721"/>
                    </a:cubicBezTo>
                    <a:cubicBezTo>
                      <a:pt x="1074803" y="926207"/>
                      <a:pt x="1083811" y="934953"/>
                      <a:pt x="1120894" y="935303"/>
                    </a:cubicBezTo>
                    <a:cubicBezTo>
                      <a:pt x="1180805" y="935828"/>
                      <a:pt x="1215789" y="935828"/>
                      <a:pt x="1281297" y="934778"/>
                    </a:cubicBezTo>
                    <a:cubicBezTo>
                      <a:pt x="1315757" y="934166"/>
                      <a:pt x="1331937" y="932067"/>
                      <a:pt x="1329750" y="900669"/>
                    </a:cubicBezTo>
                    <a:cubicBezTo>
                      <a:pt x="1328176" y="877492"/>
                      <a:pt x="1330712" y="853965"/>
                      <a:pt x="1329225" y="830788"/>
                    </a:cubicBezTo>
                    <a:cubicBezTo>
                      <a:pt x="1327126" y="799127"/>
                      <a:pt x="1339283" y="785570"/>
                      <a:pt x="1371994" y="786707"/>
                    </a:cubicBezTo>
                    <a:cubicBezTo>
                      <a:pt x="1421496" y="788457"/>
                      <a:pt x="1471261" y="784608"/>
                      <a:pt x="1520589" y="787932"/>
                    </a:cubicBezTo>
                    <a:cubicBezTo>
                      <a:pt x="1564057" y="790731"/>
                      <a:pt x="1575164" y="772976"/>
                      <a:pt x="1574290" y="732219"/>
                    </a:cubicBezTo>
                    <a:close/>
                    <a:moveTo>
                      <a:pt x="926994" y="495726"/>
                    </a:moveTo>
                    <a:cubicBezTo>
                      <a:pt x="926994" y="540681"/>
                      <a:pt x="890523" y="577152"/>
                      <a:pt x="845569" y="577152"/>
                    </a:cubicBezTo>
                    <a:lnTo>
                      <a:pt x="632340" y="577152"/>
                    </a:lnTo>
                    <a:cubicBezTo>
                      <a:pt x="587385" y="577152"/>
                      <a:pt x="550914" y="540681"/>
                      <a:pt x="550914" y="495726"/>
                    </a:cubicBezTo>
                    <a:lnTo>
                      <a:pt x="550914" y="419548"/>
                    </a:lnTo>
                    <a:cubicBezTo>
                      <a:pt x="548203" y="418586"/>
                      <a:pt x="545754" y="418149"/>
                      <a:pt x="543567" y="418149"/>
                    </a:cubicBezTo>
                    <a:cubicBezTo>
                      <a:pt x="546716" y="415438"/>
                      <a:pt x="548990" y="412376"/>
                      <a:pt x="550914" y="409315"/>
                    </a:cubicBezTo>
                    <a:lnTo>
                      <a:pt x="550914" y="238855"/>
                    </a:lnTo>
                    <a:cubicBezTo>
                      <a:pt x="550914" y="193900"/>
                      <a:pt x="587385" y="157429"/>
                      <a:pt x="632340" y="157429"/>
                    </a:cubicBezTo>
                    <a:lnTo>
                      <a:pt x="845569" y="157429"/>
                    </a:lnTo>
                    <a:cubicBezTo>
                      <a:pt x="890523" y="157429"/>
                      <a:pt x="926994" y="193900"/>
                      <a:pt x="926994" y="238855"/>
                    </a:cubicBezTo>
                    <a:lnTo>
                      <a:pt x="926994" y="495726"/>
                    </a:lnTo>
                    <a:close/>
                  </a:path>
                </a:pathLst>
              </a:custGeom>
              <a:solidFill>
                <a:srgbClr val="B3B6B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C63B442C-90A1-4D48-A130-E066BD0CDACF}"/>
                  </a:ext>
                </a:extLst>
              </p:cNvPr>
              <p:cNvSpPr/>
              <p:nvPr/>
            </p:nvSpPr>
            <p:spPr>
              <a:xfrm>
                <a:off x="4829793" y="4029358"/>
                <a:ext cx="795577" cy="424136"/>
              </a:xfrm>
              <a:custGeom>
                <a:avLst/>
                <a:gdLst>
                  <a:gd name="connsiteX0" fmla="*/ 1574740 w 1574766"/>
                  <a:gd name="connsiteY0" fmla="*/ 95946 h 839536"/>
                  <a:gd name="connsiteX1" fmla="*/ 1467950 w 1574766"/>
                  <a:gd name="connsiteY1" fmla="*/ 2 h 839536"/>
                  <a:gd name="connsiteX2" fmla="*/ 1365272 w 1574766"/>
                  <a:gd name="connsiteY2" fmla="*/ 102331 h 839536"/>
                  <a:gd name="connsiteX3" fmla="*/ 1339209 w 1574766"/>
                  <a:gd name="connsiteY3" fmla="*/ 149122 h 839536"/>
                  <a:gd name="connsiteX4" fmla="*/ 1339209 w 1574766"/>
                  <a:gd name="connsiteY4" fmla="*/ 149122 h 839536"/>
                  <a:gd name="connsiteX5" fmla="*/ 1339209 w 1574766"/>
                  <a:gd name="connsiteY5" fmla="*/ 149122 h 839536"/>
                  <a:gd name="connsiteX6" fmla="*/ 1086360 w 1574766"/>
                  <a:gd name="connsiteY6" fmla="*/ 148510 h 839536"/>
                  <a:gd name="connsiteX7" fmla="*/ 1033884 w 1574766"/>
                  <a:gd name="connsiteY7" fmla="*/ 98308 h 839536"/>
                  <a:gd name="connsiteX8" fmla="*/ 983507 w 1574766"/>
                  <a:gd name="connsiteY8" fmla="*/ 51341 h 839536"/>
                  <a:gd name="connsiteX9" fmla="*/ 351254 w 1574766"/>
                  <a:gd name="connsiteY9" fmla="*/ 51254 h 839536"/>
                  <a:gd name="connsiteX10" fmla="*/ 298516 w 1574766"/>
                  <a:gd name="connsiteY10" fmla="*/ 104605 h 839536"/>
                  <a:gd name="connsiteX11" fmla="*/ 254173 w 1574766"/>
                  <a:gd name="connsiteY11" fmla="*/ 149035 h 839536"/>
                  <a:gd name="connsiteX12" fmla="*/ 450 w 1574766"/>
                  <a:gd name="connsiteY12" fmla="*/ 148423 h 839536"/>
                  <a:gd name="connsiteX13" fmla="*/ 13 w 1574766"/>
                  <a:gd name="connsiteY13" fmla="*/ 790733 h 839536"/>
                  <a:gd name="connsiteX14" fmla="*/ 48728 w 1574766"/>
                  <a:gd name="connsiteY14" fmla="*/ 839536 h 839536"/>
                  <a:gd name="connsiteX15" fmla="*/ 1494276 w 1574766"/>
                  <a:gd name="connsiteY15" fmla="*/ 838749 h 839536"/>
                  <a:gd name="connsiteX16" fmla="*/ 1540105 w 1574766"/>
                  <a:gd name="connsiteY16" fmla="*/ 830440 h 839536"/>
                  <a:gd name="connsiteX17" fmla="*/ 1540105 w 1574766"/>
                  <a:gd name="connsiteY17" fmla="*/ 830440 h 839536"/>
                  <a:gd name="connsiteX18" fmla="*/ 1573866 w 1574766"/>
                  <a:gd name="connsiteY18" fmla="*/ 760209 h 839536"/>
                  <a:gd name="connsiteX19" fmla="*/ 1574740 w 1574766"/>
                  <a:gd name="connsiteY19" fmla="*/ 95946 h 839536"/>
                  <a:gd name="connsiteX20" fmla="*/ 928931 w 1574766"/>
                  <a:gd name="connsiteY20" fmla="*/ 603130 h 839536"/>
                  <a:gd name="connsiteX21" fmla="*/ 927357 w 1574766"/>
                  <a:gd name="connsiteY21" fmla="*/ 603742 h 839536"/>
                  <a:gd name="connsiteX22" fmla="*/ 846106 w 1574766"/>
                  <a:gd name="connsiteY22" fmla="*/ 682020 h 839536"/>
                  <a:gd name="connsiteX23" fmla="*/ 632877 w 1574766"/>
                  <a:gd name="connsiteY23" fmla="*/ 682020 h 839536"/>
                  <a:gd name="connsiteX24" fmla="*/ 551452 w 1574766"/>
                  <a:gd name="connsiteY24" fmla="*/ 600594 h 839536"/>
                  <a:gd name="connsiteX25" fmla="*/ 551452 w 1574766"/>
                  <a:gd name="connsiteY25" fmla="*/ 343635 h 839536"/>
                  <a:gd name="connsiteX26" fmla="*/ 632877 w 1574766"/>
                  <a:gd name="connsiteY26" fmla="*/ 262209 h 839536"/>
                  <a:gd name="connsiteX27" fmla="*/ 846106 w 1574766"/>
                  <a:gd name="connsiteY27" fmla="*/ 262209 h 839536"/>
                  <a:gd name="connsiteX28" fmla="*/ 927532 w 1574766"/>
                  <a:gd name="connsiteY28" fmla="*/ 343635 h 839536"/>
                  <a:gd name="connsiteX29" fmla="*/ 927532 w 1574766"/>
                  <a:gd name="connsiteY29" fmla="*/ 600594 h 839536"/>
                  <a:gd name="connsiteX30" fmla="*/ 927532 w 1574766"/>
                  <a:gd name="connsiteY30" fmla="*/ 601031 h 839536"/>
                  <a:gd name="connsiteX31" fmla="*/ 929369 w 1574766"/>
                  <a:gd name="connsiteY31" fmla="*/ 601643 h 839536"/>
                  <a:gd name="connsiteX32" fmla="*/ 928931 w 1574766"/>
                  <a:gd name="connsiteY32" fmla="*/ 603130 h 839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74766" h="839536">
                    <a:moveTo>
                      <a:pt x="1574740" y="95946"/>
                    </a:moveTo>
                    <a:cubicBezTo>
                      <a:pt x="1574652" y="-1747"/>
                      <a:pt x="1566694" y="2"/>
                      <a:pt x="1467950" y="2"/>
                    </a:cubicBezTo>
                    <a:cubicBezTo>
                      <a:pt x="1367109" y="2"/>
                      <a:pt x="1367109" y="2"/>
                      <a:pt x="1365272" y="102331"/>
                    </a:cubicBezTo>
                    <a:cubicBezTo>
                      <a:pt x="1364922" y="122622"/>
                      <a:pt x="1368333" y="144837"/>
                      <a:pt x="1339209" y="149122"/>
                    </a:cubicBezTo>
                    <a:cubicBezTo>
                      <a:pt x="1339209" y="149122"/>
                      <a:pt x="1339209" y="149122"/>
                      <a:pt x="1339209" y="149122"/>
                    </a:cubicBezTo>
                    <a:cubicBezTo>
                      <a:pt x="1339209" y="149122"/>
                      <a:pt x="1339209" y="149122"/>
                      <a:pt x="1339209" y="149122"/>
                    </a:cubicBezTo>
                    <a:cubicBezTo>
                      <a:pt x="1254897" y="148773"/>
                      <a:pt x="1170585" y="147373"/>
                      <a:pt x="1086360" y="148510"/>
                    </a:cubicBezTo>
                    <a:cubicBezTo>
                      <a:pt x="1049889" y="149035"/>
                      <a:pt x="1035196" y="136441"/>
                      <a:pt x="1033884" y="98308"/>
                    </a:cubicBezTo>
                    <a:cubicBezTo>
                      <a:pt x="1032572" y="60962"/>
                      <a:pt x="1019190" y="51167"/>
                      <a:pt x="983507" y="51341"/>
                    </a:cubicBezTo>
                    <a:cubicBezTo>
                      <a:pt x="761444" y="52216"/>
                      <a:pt x="560285" y="52216"/>
                      <a:pt x="351254" y="51254"/>
                    </a:cubicBezTo>
                    <a:cubicBezTo>
                      <a:pt x="297903" y="50991"/>
                      <a:pt x="299390" y="61837"/>
                      <a:pt x="298516" y="104605"/>
                    </a:cubicBezTo>
                    <a:cubicBezTo>
                      <a:pt x="297816" y="139764"/>
                      <a:pt x="288458" y="149997"/>
                      <a:pt x="254173" y="149035"/>
                    </a:cubicBezTo>
                    <a:cubicBezTo>
                      <a:pt x="172835" y="146761"/>
                      <a:pt x="33335" y="148073"/>
                      <a:pt x="450" y="148423"/>
                    </a:cubicBezTo>
                    <a:cubicBezTo>
                      <a:pt x="-162" y="362351"/>
                      <a:pt x="2374" y="576717"/>
                      <a:pt x="13" y="790733"/>
                    </a:cubicBezTo>
                    <a:cubicBezTo>
                      <a:pt x="-424" y="829303"/>
                      <a:pt x="10158" y="839623"/>
                      <a:pt x="48728" y="839536"/>
                    </a:cubicBezTo>
                    <a:cubicBezTo>
                      <a:pt x="530548" y="838311"/>
                      <a:pt x="1012456" y="838836"/>
                      <a:pt x="1494276" y="838749"/>
                    </a:cubicBezTo>
                    <a:cubicBezTo>
                      <a:pt x="1509844" y="838749"/>
                      <a:pt x="1531010" y="839361"/>
                      <a:pt x="1540105" y="830440"/>
                    </a:cubicBezTo>
                    <a:cubicBezTo>
                      <a:pt x="1540105" y="830440"/>
                      <a:pt x="1540105" y="830440"/>
                      <a:pt x="1540105" y="830440"/>
                    </a:cubicBezTo>
                    <a:cubicBezTo>
                      <a:pt x="1568443" y="815222"/>
                      <a:pt x="1573515" y="789421"/>
                      <a:pt x="1573866" y="760209"/>
                    </a:cubicBezTo>
                    <a:cubicBezTo>
                      <a:pt x="1574740" y="689016"/>
                      <a:pt x="1574827" y="245679"/>
                      <a:pt x="1574740" y="95946"/>
                    </a:cubicBezTo>
                    <a:close/>
                    <a:moveTo>
                      <a:pt x="928931" y="603130"/>
                    </a:moveTo>
                    <a:cubicBezTo>
                      <a:pt x="928406" y="603305"/>
                      <a:pt x="927882" y="603567"/>
                      <a:pt x="927357" y="603742"/>
                    </a:cubicBezTo>
                    <a:cubicBezTo>
                      <a:pt x="925695" y="647210"/>
                      <a:pt x="890012" y="682020"/>
                      <a:pt x="846106" y="682020"/>
                    </a:cubicBezTo>
                    <a:lnTo>
                      <a:pt x="632877" y="682020"/>
                    </a:lnTo>
                    <a:cubicBezTo>
                      <a:pt x="587922" y="682020"/>
                      <a:pt x="551452" y="645548"/>
                      <a:pt x="551452" y="600594"/>
                    </a:cubicBezTo>
                    <a:lnTo>
                      <a:pt x="551452" y="343635"/>
                    </a:lnTo>
                    <a:cubicBezTo>
                      <a:pt x="551452" y="298680"/>
                      <a:pt x="587922" y="262209"/>
                      <a:pt x="632877" y="262209"/>
                    </a:cubicBezTo>
                    <a:lnTo>
                      <a:pt x="846106" y="262209"/>
                    </a:lnTo>
                    <a:cubicBezTo>
                      <a:pt x="891061" y="262209"/>
                      <a:pt x="927532" y="298680"/>
                      <a:pt x="927532" y="343635"/>
                    </a:cubicBezTo>
                    <a:lnTo>
                      <a:pt x="927532" y="600594"/>
                    </a:lnTo>
                    <a:cubicBezTo>
                      <a:pt x="927532" y="600769"/>
                      <a:pt x="927532" y="600856"/>
                      <a:pt x="927532" y="601031"/>
                    </a:cubicBezTo>
                    <a:cubicBezTo>
                      <a:pt x="928144" y="601206"/>
                      <a:pt x="928844" y="601468"/>
                      <a:pt x="929369" y="601643"/>
                    </a:cubicBezTo>
                    <a:cubicBezTo>
                      <a:pt x="929194" y="602080"/>
                      <a:pt x="929106" y="602605"/>
                      <a:pt x="928931" y="603130"/>
                    </a:cubicBezTo>
                    <a:close/>
                  </a:path>
                </a:pathLst>
              </a:custGeom>
              <a:solidFill>
                <a:srgbClr val="B3B6B1"/>
              </a:solidFill>
              <a:ln w="87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282BC1C-7F69-4735-BB73-664E4A138434}"/>
              </a:ext>
            </a:extLst>
          </p:cNvPr>
          <p:cNvGrpSpPr/>
          <p:nvPr/>
        </p:nvGrpSpPr>
        <p:grpSpPr>
          <a:xfrm>
            <a:off x="6814967" y="2445803"/>
            <a:ext cx="2424193" cy="2212294"/>
            <a:chOff x="7071854" y="3175093"/>
            <a:chExt cx="2424193" cy="2212294"/>
          </a:xfrm>
        </p:grpSpPr>
        <p:sp>
          <p:nvSpPr>
            <p:cNvPr id="29" name="Freeform: Shape 235">
              <a:extLst>
                <a:ext uri="{FF2B5EF4-FFF2-40B4-BE49-F238E27FC236}">
                  <a16:creationId xmlns:a16="http://schemas.microsoft.com/office/drawing/2014/main" id="{DD9F1717-6FF8-488C-B5C4-503E10CF539B}"/>
                </a:ext>
              </a:extLst>
            </p:cNvPr>
            <p:cNvSpPr/>
            <p:nvPr/>
          </p:nvSpPr>
          <p:spPr>
            <a:xfrm rot="16200000">
              <a:off x="6647667" y="3599280"/>
              <a:ext cx="2212294" cy="1363919"/>
            </a:xfrm>
            <a:custGeom>
              <a:avLst/>
              <a:gdLst>
                <a:gd name="connsiteX0" fmla="*/ 3883294 w 4242348"/>
                <a:gd name="connsiteY0" fmla="*/ 1288799 h 2615484"/>
                <a:gd name="connsiteX1" fmla="*/ 3966493 w 4242348"/>
                <a:gd name="connsiteY1" fmla="*/ 1297059 h 2615484"/>
                <a:gd name="connsiteX2" fmla="*/ 3978185 w 4242348"/>
                <a:gd name="connsiteY2" fmla="*/ 1307713 h 2615484"/>
                <a:gd name="connsiteX3" fmla="*/ 3982494 w 4242348"/>
                <a:gd name="connsiteY3" fmla="*/ 1320123 h 2615484"/>
                <a:gd name="connsiteX4" fmla="*/ 3980260 w 4242348"/>
                <a:gd name="connsiteY4" fmla="*/ 1333131 h 2615484"/>
                <a:gd name="connsiteX5" fmla="*/ 3831778 w 4242348"/>
                <a:gd name="connsiteY5" fmla="*/ 1513816 h 2615484"/>
                <a:gd name="connsiteX6" fmla="*/ 3818011 w 4242348"/>
                <a:gd name="connsiteY6" fmla="*/ 1514933 h 2615484"/>
                <a:gd name="connsiteX7" fmla="*/ 3708476 w 4242348"/>
                <a:gd name="connsiteY7" fmla="*/ 1424032 h 2615484"/>
                <a:gd name="connsiteX8" fmla="*/ 3706999 w 4242348"/>
                <a:gd name="connsiteY8" fmla="*/ 1410744 h 2615484"/>
                <a:gd name="connsiteX9" fmla="*/ 3778666 w 4242348"/>
                <a:gd name="connsiteY9" fmla="*/ 1328303 h 2615484"/>
                <a:gd name="connsiteX10" fmla="*/ 3860190 w 4242348"/>
                <a:gd name="connsiteY10" fmla="*/ 1288918 h 2615484"/>
                <a:gd name="connsiteX11" fmla="*/ 3883294 w 4242348"/>
                <a:gd name="connsiteY11" fmla="*/ 1288799 h 2615484"/>
                <a:gd name="connsiteX12" fmla="*/ 361550 w 4242348"/>
                <a:gd name="connsiteY12" fmla="*/ 1288320 h 2615484"/>
                <a:gd name="connsiteX13" fmla="*/ 417934 w 4242348"/>
                <a:gd name="connsiteY13" fmla="*/ 1295423 h 2615484"/>
                <a:gd name="connsiteX14" fmla="*/ 454805 w 4242348"/>
                <a:gd name="connsiteY14" fmla="*/ 1318368 h 2615484"/>
                <a:gd name="connsiteX15" fmla="*/ 536887 w 4242348"/>
                <a:gd name="connsiteY15" fmla="*/ 1412221 h 2615484"/>
                <a:gd name="connsiteX16" fmla="*/ 536128 w 4242348"/>
                <a:gd name="connsiteY16" fmla="*/ 1422437 h 2615484"/>
                <a:gd name="connsiteX17" fmla="*/ 423240 w 4242348"/>
                <a:gd name="connsiteY17" fmla="*/ 1516130 h 2615484"/>
                <a:gd name="connsiteX18" fmla="*/ 411868 w 4242348"/>
                <a:gd name="connsiteY18" fmla="*/ 1514814 h 2615484"/>
                <a:gd name="connsiteX19" fmla="*/ 261910 w 4242348"/>
                <a:gd name="connsiteY19" fmla="*/ 1332573 h 2615484"/>
                <a:gd name="connsiteX20" fmla="*/ 259994 w 4242348"/>
                <a:gd name="connsiteY20" fmla="*/ 1320443 h 2615484"/>
                <a:gd name="connsiteX21" fmla="*/ 263546 w 4242348"/>
                <a:gd name="connsiteY21" fmla="*/ 1310068 h 2615484"/>
                <a:gd name="connsiteX22" fmla="*/ 279148 w 4242348"/>
                <a:gd name="connsiteY22" fmla="*/ 1296261 h 2615484"/>
                <a:gd name="connsiteX23" fmla="*/ 361550 w 4242348"/>
                <a:gd name="connsiteY23" fmla="*/ 1288320 h 2615484"/>
                <a:gd name="connsiteX24" fmla="*/ 390709 w 4242348"/>
                <a:gd name="connsiteY24" fmla="*/ 128605 h 2615484"/>
                <a:gd name="connsiteX25" fmla="*/ 465538 w 4242348"/>
                <a:gd name="connsiteY25" fmla="*/ 156690 h 2615484"/>
                <a:gd name="connsiteX26" fmla="*/ 523318 w 4242348"/>
                <a:gd name="connsiteY26" fmla="*/ 295595 h 2615484"/>
                <a:gd name="connsiteX27" fmla="*/ 517014 w 4242348"/>
                <a:gd name="connsiteY27" fmla="*/ 325682 h 2615484"/>
                <a:gd name="connsiteX28" fmla="*/ 498698 w 4242348"/>
                <a:gd name="connsiteY28" fmla="*/ 409400 h 2615484"/>
                <a:gd name="connsiteX29" fmla="*/ 439361 w 4242348"/>
                <a:gd name="connsiteY29" fmla="*/ 574682 h 2615484"/>
                <a:gd name="connsiteX30" fmla="*/ 435370 w 4242348"/>
                <a:gd name="connsiteY30" fmla="*/ 583700 h 2615484"/>
                <a:gd name="connsiteX31" fmla="*/ 429345 w 4242348"/>
                <a:gd name="connsiteY31" fmla="*/ 659437 h 2615484"/>
                <a:gd name="connsiteX32" fmla="*/ 440837 w 4242348"/>
                <a:gd name="connsiteY32" fmla="*/ 779188 h 2615484"/>
                <a:gd name="connsiteX33" fmla="*/ 424996 w 4242348"/>
                <a:gd name="connsiteY33" fmla="*/ 913744 h 2615484"/>
                <a:gd name="connsiteX34" fmla="*/ 425714 w 4242348"/>
                <a:gd name="connsiteY34" fmla="*/ 922323 h 2615484"/>
                <a:gd name="connsiteX35" fmla="*/ 442713 w 4242348"/>
                <a:gd name="connsiteY35" fmla="*/ 1067572 h 2615484"/>
                <a:gd name="connsiteX36" fmla="*/ 437924 w 4242348"/>
                <a:gd name="connsiteY36" fmla="*/ 1151330 h 2615484"/>
                <a:gd name="connsiteX37" fmla="*/ 427549 w 4242348"/>
                <a:gd name="connsiteY37" fmla="*/ 1161546 h 2615484"/>
                <a:gd name="connsiteX38" fmla="*/ 241677 w 4242348"/>
                <a:gd name="connsiteY38" fmla="*/ 1232974 h 2615484"/>
                <a:gd name="connsiteX39" fmla="*/ 199699 w 4242348"/>
                <a:gd name="connsiteY39" fmla="*/ 1331416 h 2615484"/>
                <a:gd name="connsiteX40" fmla="*/ 235732 w 4242348"/>
                <a:gd name="connsiteY40" fmla="*/ 1417050 h 2615484"/>
                <a:gd name="connsiteX41" fmla="*/ 362666 w 4242348"/>
                <a:gd name="connsiteY41" fmla="*/ 1561182 h 2615484"/>
                <a:gd name="connsiteX42" fmla="*/ 564140 w 4242348"/>
                <a:gd name="connsiteY42" fmla="*/ 1776144 h 2615484"/>
                <a:gd name="connsiteX43" fmla="*/ 617092 w 4242348"/>
                <a:gd name="connsiteY43" fmla="*/ 1824547 h 2615484"/>
                <a:gd name="connsiteX44" fmla="*/ 627148 w 4242348"/>
                <a:gd name="connsiteY44" fmla="*/ 1822233 h 2615484"/>
                <a:gd name="connsiteX45" fmla="*/ 615975 w 4242348"/>
                <a:gd name="connsiteY45" fmla="*/ 1763175 h 2615484"/>
                <a:gd name="connsiteX46" fmla="*/ 442154 w 4242348"/>
                <a:gd name="connsiteY46" fmla="*/ 1551765 h 2615484"/>
                <a:gd name="connsiteX47" fmla="*/ 443830 w 4242348"/>
                <a:gd name="connsiteY47" fmla="*/ 1530137 h 2615484"/>
                <a:gd name="connsiteX48" fmla="*/ 568888 w 4242348"/>
                <a:gd name="connsiteY48" fmla="*/ 1426707 h 2615484"/>
                <a:gd name="connsiteX49" fmla="*/ 569966 w 4242348"/>
                <a:gd name="connsiteY49" fmla="*/ 1413898 h 2615484"/>
                <a:gd name="connsiteX50" fmla="*/ 474197 w 4242348"/>
                <a:gd name="connsiteY50" fmla="*/ 1304083 h 2615484"/>
                <a:gd name="connsiteX51" fmla="*/ 403208 w 4242348"/>
                <a:gd name="connsiteY51" fmla="*/ 1267889 h 2615484"/>
                <a:gd name="connsiteX52" fmla="*/ 286889 w 4242348"/>
                <a:gd name="connsiteY52" fmla="*/ 1271122 h 2615484"/>
                <a:gd name="connsiteX53" fmla="*/ 279626 w 4242348"/>
                <a:gd name="connsiteY53" fmla="*/ 1270523 h 2615484"/>
                <a:gd name="connsiteX54" fmla="*/ 281382 w 4242348"/>
                <a:gd name="connsiteY54" fmla="*/ 1263580 h 2615484"/>
                <a:gd name="connsiteX55" fmla="*/ 344789 w 4242348"/>
                <a:gd name="connsiteY55" fmla="*/ 1215815 h 2615484"/>
                <a:gd name="connsiteX56" fmla="*/ 449975 w 4242348"/>
                <a:gd name="connsiteY56" fmla="*/ 1205879 h 2615484"/>
                <a:gd name="connsiteX57" fmla="*/ 699174 w 4242348"/>
                <a:gd name="connsiteY57" fmla="*/ 1296700 h 2615484"/>
                <a:gd name="connsiteX58" fmla="*/ 868406 w 4242348"/>
                <a:gd name="connsiteY58" fmla="*/ 1453442 h 2615484"/>
                <a:gd name="connsiteX59" fmla="*/ 1099649 w 4242348"/>
                <a:gd name="connsiteY59" fmla="*/ 1611341 h 2615484"/>
                <a:gd name="connsiteX60" fmla="*/ 1288632 w 4242348"/>
                <a:gd name="connsiteY60" fmla="*/ 1675347 h 2615484"/>
                <a:gd name="connsiteX61" fmla="*/ 1439190 w 4242348"/>
                <a:gd name="connsiteY61" fmla="*/ 1702202 h 2615484"/>
                <a:gd name="connsiteX62" fmla="*/ 1580568 w 4242348"/>
                <a:gd name="connsiteY62" fmla="*/ 1724508 h 2615484"/>
                <a:gd name="connsiteX63" fmla="*/ 1762450 w 4242348"/>
                <a:gd name="connsiteY63" fmla="*/ 1766646 h 2615484"/>
                <a:gd name="connsiteX64" fmla="*/ 1855026 w 4242348"/>
                <a:gd name="connsiteY64" fmla="*/ 1811858 h 2615484"/>
                <a:gd name="connsiteX65" fmla="*/ 2052670 w 4242348"/>
                <a:gd name="connsiteY65" fmla="*/ 2002757 h 2615484"/>
                <a:gd name="connsiteX66" fmla="*/ 2117833 w 4242348"/>
                <a:gd name="connsiteY66" fmla="*/ 2150840 h 2615484"/>
                <a:gd name="connsiteX67" fmla="*/ 2121145 w 4242348"/>
                <a:gd name="connsiteY67" fmla="*/ 2155828 h 2615484"/>
                <a:gd name="connsiteX68" fmla="*/ 2125055 w 4242348"/>
                <a:gd name="connsiteY68" fmla="*/ 2150241 h 2615484"/>
                <a:gd name="connsiteX69" fmla="*/ 2355739 w 4242348"/>
                <a:gd name="connsiteY69" fmla="*/ 1831929 h 2615484"/>
                <a:gd name="connsiteX70" fmla="*/ 2472736 w 4242348"/>
                <a:gd name="connsiteY70" fmla="*/ 1769400 h 2615484"/>
                <a:gd name="connsiteX71" fmla="*/ 2557292 w 4242348"/>
                <a:gd name="connsiteY71" fmla="*/ 1745737 h 2615484"/>
                <a:gd name="connsiteX72" fmla="*/ 2645560 w 4242348"/>
                <a:gd name="connsiteY72" fmla="*/ 1727421 h 2615484"/>
                <a:gd name="connsiteX73" fmla="*/ 2743364 w 4242348"/>
                <a:gd name="connsiteY73" fmla="*/ 1711779 h 2615484"/>
                <a:gd name="connsiteX74" fmla="*/ 2855374 w 4242348"/>
                <a:gd name="connsiteY74" fmla="*/ 1693982 h 2615484"/>
                <a:gd name="connsiteX75" fmla="*/ 2939810 w 4242348"/>
                <a:gd name="connsiteY75" fmla="*/ 1678739 h 2615484"/>
                <a:gd name="connsiteX76" fmla="*/ 3032307 w 4242348"/>
                <a:gd name="connsiteY76" fmla="*/ 1654477 h 2615484"/>
                <a:gd name="connsiteX77" fmla="*/ 3398304 w 4242348"/>
                <a:gd name="connsiteY77" fmla="*/ 1431136 h 2615484"/>
                <a:gd name="connsiteX78" fmla="*/ 3526236 w 4242348"/>
                <a:gd name="connsiteY78" fmla="*/ 1310946 h 2615484"/>
                <a:gd name="connsiteX79" fmla="*/ 3672124 w 4242348"/>
                <a:gd name="connsiteY79" fmla="*/ 1224634 h 2615484"/>
                <a:gd name="connsiteX80" fmla="*/ 3836527 w 4242348"/>
                <a:gd name="connsiteY80" fmla="*/ 1207715 h 2615484"/>
                <a:gd name="connsiteX81" fmla="*/ 3895465 w 4242348"/>
                <a:gd name="connsiteY81" fmla="*/ 1215416 h 2615484"/>
                <a:gd name="connsiteX82" fmla="*/ 3961306 w 4242348"/>
                <a:gd name="connsiteY82" fmla="*/ 1263181 h 2615484"/>
                <a:gd name="connsiteX83" fmla="*/ 3963381 w 4242348"/>
                <a:gd name="connsiteY83" fmla="*/ 1270124 h 2615484"/>
                <a:gd name="connsiteX84" fmla="*/ 3955320 w 4242348"/>
                <a:gd name="connsiteY84" fmla="*/ 1271002 h 2615484"/>
                <a:gd name="connsiteX85" fmla="*/ 3859711 w 4242348"/>
                <a:gd name="connsiteY85" fmla="*/ 1265415 h 2615484"/>
                <a:gd name="connsiteX86" fmla="*/ 3772003 w 4242348"/>
                <a:gd name="connsiteY86" fmla="*/ 1300571 h 2615484"/>
                <a:gd name="connsiteX87" fmla="*/ 3670966 w 4242348"/>
                <a:gd name="connsiteY87" fmla="*/ 1416052 h 2615484"/>
                <a:gd name="connsiteX88" fmla="*/ 3674398 w 4242348"/>
                <a:gd name="connsiteY88" fmla="*/ 1426906 h 2615484"/>
                <a:gd name="connsiteX89" fmla="*/ 3801132 w 4242348"/>
                <a:gd name="connsiteY89" fmla="*/ 1531733 h 2615484"/>
                <a:gd name="connsiteX90" fmla="*/ 3802369 w 4242348"/>
                <a:gd name="connsiteY90" fmla="*/ 1549690 h 2615484"/>
                <a:gd name="connsiteX91" fmla="*/ 3626992 w 4242348"/>
                <a:gd name="connsiteY91" fmla="*/ 1762696 h 2615484"/>
                <a:gd name="connsiteX92" fmla="*/ 3614582 w 4242348"/>
                <a:gd name="connsiteY92" fmla="*/ 1819639 h 2615484"/>
                <a:gd name="connsiteX93" fmla="*/ 3627671 w 4242348"/>
                <a:gd name="connsiteY93" fmla="*/ 1822831 h 2615484"/>
                <a:gd name="connsiteX94" fmla="*/ 3843151 w 4242348"/>
                <a:gd name="connsiteY94" fmla="*/ 1603081 h 2615484"/>
                <a:gd name="connsiteX95" fmla="*/ 4000971 w 4242348"/>
                <a:gd name="connsiteY95" fmla="*/ 1424352 h 2615484"/>
                <a:gd name="connsiteX96" fmla="*/ 4041273 w 4242348"/>
                <a:gd name="connsiteY96" fmla="*/ 1346221 h 2615484"/>
                <a:gd name="connsiteX97" fmla="*/ 4018688 w 4242348"/>
                <a:gd name="connsiteY97" fmla="*/ 1254761 h 2615484"/>
                <a:gd name="connsiteX98" fmla="*/ 3908593 w 4242348"/>
                <a:gd name="connsiteY98" fmla="*/ 1174275 h 2615484"/>
                <a:gd name="connsiteX99" fmla="*/ 3814580 w 4242348"/>
                <a:gd name="connsiteY99" fmla="*/ 1161347 h 2615484"/>
                <a:gd name="connsiteX100" fmla="*/ 3804963 w 4242348"/>
                <a:gd name="connsiteY100" fmla="*/ 1155241 h 2615484"/>
                <a:gd name="connsiteX101" fmla="*/ 3798499 w 4242348"/>
                <a:gd name="connsiteY101" fmla="*/ 1017454 h 2615484"/>
                <a:gd name="connsiteX102" fmla="*/ 3811587 w 4242348"/>
                <a:gd name="connsiteY102" fmla="*/ 938524 h 2615484"/>
                <a:gd name="connsiteX103" fmla="*/ 3813582 w 4242348"/>
                <a:gd name="connsiteY103" fmla="*/ 888205 h 2615484"/>
                <a:gd name="connsiteX104" fmla="*/ 3802489 w 4242348"/>
                <a:gd name="connsiteY104" fmla="*/ 714664 h 2615484"/>
                <a:gd name="connsiteX105" fmla="*/ 3823239 w 4242348"/>
                <a:gd name="connsiteY105" fmla="*/ 632023 h 2615484"/>
                <a:gd name="connsiteX106" fmla="*/ 3822401 w 4242348"/>
                <a:gd name="connsiteY106" fmla="*/ 619693 h 2615484"/>
                <a:gd name="connsiteX107" fmla="*/ 3769928 w 4242348"/>
                <a:gd name="connsiteY107" fmla="*/ 490485 h 2615484"/>
                <a:gd name="connsiteX108" fmla="*/ 3731700 w 4242348"/>
                <a:gd name="connsiteY108" fmla="*/ 347390 h 2615484"/>
                <a:gd name="connsiteX109" fmla="*/ 3721086 w 4242348"/>
                <a:gd name="connsiteY109" fmla="*/ 307007 h 2615484"/>
                <a:gd name="connsiteX110" fmla="*/ 3787246 w 4242348"/>
                <a:gd name="connsiteY110" fmla="*/ 149188 h 2615484"/>
                <a:gd name="connsiteX111" fmla="*/ 3932057 w 4242348"/>
                <a:gd name="connsiteY111" fmla="*/ 167863 h 2615484"/>
                <a:gd name="connsiteX112" fmla="*/ 3961545 w 4242348"/>
                <a:gd name="connsiteY112" fmla="*/ 210240 h 2615484"/>
                <a:gd name="connsiteX113" fmla="*/ 4032733 w 4242348"/>
                <a:gd name="connsiteY113" fmla="*/ 322490 h 2615484"/>
                <a:gd name="connsiteX114" fmla="*/ 4105558 w 4242348"/>
                <a:gd name="connsiteY114" fmla="*/ 475401 h 2615484"/>
                <a:gd name="connsiteX115" fmla="*/ 4135406 w 4242348"/>
                <a:gd name="connsiteY115" fmla="*/ 613827 h 2615484"/>
                <a:gd name="connsiteX116" fmla="*/ 4136363 w 4242348"/>
                <a:gd name="connsiteY116" fmla="*/ 656844 h 2615484"/>
                <a:gd name="connsiteX117" fmla="*/ 4154241 w 4242348"/>
                <a:gd name="connsiteY117" fmla="*/ 755565 h 2615484"/>
                <a:gd name="connsiteX118" fmla="*/ 4213418 w 4242348"/>
                <a:gd name="connsiteY118" fmla="*/ 892395 h 2615484"/>
                <a:gd name="connsiteX119" fmla="*/ 4238677 w 4242348"/>
                <a:gd name="connsiteY119" fmla="*/ 978547 h 2615484"/>
                <a:gd name="connsiteX120" fmla="*/ 4242348 w 4242348"/>
                <a:gd name="connsiteY120" fmla="*/ 985331 h 2615484"/>
                <a:gd name="connsiteX121" fmla="*/ 4242269 w 4242348"/>
                <a:gd name="connsiteY121" fmla="*/ 1100094 h 2615484"/>
                <a:gd name="connsiteX122" fmla="*/ 4232612 w 4242348"/>
                <a:gd name="connsiteY122" fmla="*/ 1230859 h 2615484"/>
                <a:gd name="connsiteX123" fmla="*/ 4216211 w 4242348"/>
                <a:gd name="connsiteY123" fmla="*/ 1378742 h 2615484"/>
                <a:gd name="connsiteX124" fmla="*/ 4201886 w 4242348"/>
                <a:gd name="connsiteY124" fmla="*/ 1502444 h 2615484"/>
                <a:gd name="connsiteX125" fmla="*/ 4189875 w 4242348"/>
                <a:gd name="connsiteY125" fmla="*/ 1616489 h 2615484"/>
                <a:gd name="connsiteX126" fmla="*/ 4185326 w 4242348"/>
                <a:gd name="connsiteY126" fmla="*/ 1695818 h 2615484"/>
                <a:gd name="connsiteX127" fmla="*/ 4093827 w 4242348"/>
                <a:gd name="connsiteY127" fmla="*/ 1931728 h 2615484"/>
                <a:gd name="connsiteX128" fmla="*/ 3989119 w 4242348"/>
                <a:gd name="connsiteY128" fmla="*/ 2022430 h 2615484"/>
                <a:gd name="connsiteX129" fmla="*/ 3745387 w 4242348"/>
                <a:gd name="connsiteY129" fmla="*/ 2157664 h 2615484"/>
                <a:gd name="connsiteX130" fmla="*/ 3447665 w 4242348"/>
                <a:gd name="connsiteY130" fmla="*/ 2257981 h 2615484"/>
                <a:gd name="connsiteX131" fmla="*/ 3195753 w 4242348"/>
                <a:gd name="connsiteY131" fmla="*/ 2324222 h 2615484"/>
                <a:gd name="connsiteX132" fmla="*/ 3158523 w 4242348"/>
                <a:gd name="connsiteY132" fmla="*/ 2345291 h 2615484"/>
                <a:gd name="connsiteX133" fmla="*/ 3009402 w 4242348"/>
                <a:gd name="connsiteY133" fmla="*/ 2518433 h 2615484"/>
                <a:gd name="connsiteX134" fmla="*/ 2960520 w 4242348"/>
                <a:gd name="connsiteY134" fmla="*/ 2606780 h 2615484"/>
                <a:gd name="connsiteX135" fmla="*/ 2944918 w 4242348"/>
                <a:gd name="connsiteY135" fmla="*/ 2615320 h 2615484"/>
                <a:gd name="connsiteX136" fmla="*/ 2463319 w 4242348"/>
                <a:gd name="connsiteY136" fmla="*/ 2609174 h 2615484"/>
                <a:gd name="connsiteX137" fmla="*/ 2181638 w 4242348"/>
                <a:gd name="connsiteY137" fmla="*/ 2606301 h 2615484"/>
                <a:gd name="connsiteX138" fmla="*/ 2167792 w 4242348"/>
                <a:gd name="connsiteY138" fmla="*/ 2595168 h 2615484"/>
                <a:gd name="connsiteX139" fmla="*/ 2146643 w 4242348"/>
                <a:gd name="connsiteY139" fmla="*/ 2488425 h 2615484"/>
                <a:gd name="connsiteX140" fmla="*/ 2127888 w 4242348"/>
                <a:gd name="connsiteY140" fmla="*/ 2372226 h 2615484"/>
                <a:gd name="connsiteX141" fmla="*/ 2124696 w 4242348"/>
                <a:gd name="connsiteY141" fmla="*/ 2343735 h 2615484"/>
                <a:gd name="connsiteX142" fmla="*/ 2120905 w 4242348"/>
                <a:gd name="connsiteY142" fmla="*/ 2337230 h 2615484"/>
                <a:gd name="connsiteX143" fmla="*/ 2117833 w 4242348"/>
                <a:gd name="connsiteY143" fmla="*/ 2343335 h 2615484"/>
                <a:gd name="connsiteX144" fmla="*/ 2107936 w 4242348"/>
                <a:gd name="connsiteY144" fmla="*/ 2420909 h 2615484"/>
                <a:gd name="connsiteX145" fmla="*/ 2089461 w 4242348"/>
                <a:gd name="connsiteY145" fmla="*/ 2520389 h 2615484"/>
                <a:gd name="connsiteX146" fmla="*/ 2074656 w 4242348"/>
                <a:gd name="connsiteY146" fmla="*/ 2594769 h 2615484"/>
                <a:gd name="connsiteX147" fmla="*/ 2062326 w 4242348"/>
                <a:gd name="connsiteY147" fmla="*/ 2606301 h 2615484"/>
                <a:gd name="connsiteX148" fmla="*/ 1303517 w 4242348"/>
                <a:gd name="connsiteY148" fmla="*/ 2615479 h 2615484"/>
                <a:gd name="connsiteX149" fmla="*/ 1278697 w 4242348"/>
                <a:gd name="connsiteY149" fmla="*/ 2601593 h 2615484"/>
                <a:gd name="connsiteX150" fmla="*/ 1207189 w 4242348"/>
                <a:gd name="connsiteY150" fmla="*/ 2472983 h 2615484"/>
                <a:gd name="connsiteX151" fmla="*/ 1054118 w 4242348"/>
                <a:gd name="connsiteY151" fmla="*/ 2327454 h 2615484"/>
                <a:gd name="connsiteX152" fmla="*/ 1009905 w 4242348"/>
                <a:gd name="connsiteY152" fmla="*/ 2315004 h 2615484"/>
                <a:gd name="connsiteX153" fmla="*/ 748815 w 4242348"/>
                <a:gd name="connsiteY153" fmla="*/ 2244654 h 2615484"/>
                <a:gd name="connsiteX154" fmla="*/ 461108 w 4242348"/>
                <a:gd name="connsiteY154" fmla="*/ 2142381 h 2615484"/>
                <a:gd name="connsiteX155" fmla="*/ 275795 w 4242348"/>
                <a:gd name="connsiteY155" fmla="*/ 2039309 h 2615484"/>
                <a:gd name="connsiteX156" fmla="*/ 173681 w 4242348"/>
                <a:gd name="connsiteY156" fmla="*/ 1958743 h 2615484"/>
                <a:gd name="connsiteX157" fmla="*/ 100299 w 4242348"/>
                <a:gd name="connsiteY157" fmla="*/ 1861498 h 2615484"/>
                <a:gd name="connsiteX158" fmla="*/ 61113 w 4242348"/>
                <a:gd name="connsiteY158" fmla="*/ 1747972 h 2615484"/>
                <a:gd name="connsiteX159" fmla="*/ 57522 w 4242348"/>
                <a:gd name="connsiteY159" fmla="*/ 1699569 h 2615484"/>
                <a:gd name="connsiteX160" fmla="*/ 47905 w 4242348"/>
                <a:gd name="connsiteY160" fmla="*/ 1568644 h 2615484"/>
                <a:gd name="connsiteX161" fmla="*/ 33221 w 4242348"/>
                <a:gd name="connsiteY161" fmla="*/ 1437201 h 2615484"/>
                <a:gd name="connsiteX162" fmla="*/ 14545 w 4242348"/>
                <a:gd name="connsiteY162" fmla="*/ 1281816 h 2615484"/>
                <a:gd name="connsiteX163" fmla="*/ 3492 w 4242348"/>
                <a:gd name="connsiteY163" fmla="*/ 1147699 h 2615484"/>
                <a:gd name="connsiteX164" fmla="*/ 220 w 4242348"/>
                <a:gd name="connsiteY164" fmla="*/ 1047302 h 2615484"/>
                <a:gd name="connsiteX165" fmla="*/ 42359 w 4242348"/>
                <a:gd name="connsiteY165" fmla="*/ 861589 h 2615484"/>
                <a:gd name="connsiteX166" fmla="*/ 97785 w 4242348"/>
                <a:gd name="connsiteY166" fmla="*/ 726795 h 2615484"/>
                <a:gd name="connsiteX167" fmla="*/ 106284 w 4242348"/>
                <a:gd name="connsiteY167" fmla="*/ 663946 h 2615484"/>
                <a:gd name="connsiteX168" fmla="*/ 124121 w 4242348"/>
                <a:gd name="connsiteY168" fmla="*/ 521290 h 2615484"/>
                <a:gd name="connsiteX169" fmla="*/ 197863 w 4242348"/>
                <a:gd name="connsiteY169" fmla="*/ 340127 h 2615484"/>
                <a:gd name="connsiteX170" fmla="*/ 237208 w 4242348"/>
                <a:gd name="connsiteY170" fmla="*/ 284421 h 2615484"/>
                <a:gd name="connsiteX171" fmla="*/ 290280 w 4242348"/>
                <a:gd name="connsiteY171" fmla="*/ 194559 h 2615484"/>
                <a:gd name="connsiteX172" fmla="*/ 362786 w 4242348"/>
                <a:gd name="connsiteY172" fmla="*/ 133346 h 2615484"/>
                <a:gd name="connsiteX173" fmla="*/ 390709 w 4242348"/>
                <a:gd name="connsiteY173" fmla="*/ 128605 h 2615484"/>
                <a:gd name="connsiteX174" fmla="*/ 3404973 w 4242348"/>
                <a:gd name="connsiteY174" fmla="*/ 1263 h 2615484"/>
                <a:gd name="connsiteX175" fmla="*/ 3430268 w 4242348"/>
                <a:gd name="connsiteY175" fmla="*/ 2301 h 2615484"/>
                <a:gd name="connsiteX176" fmla="*/ 3545749 w 4242348"/>
                <a:gd name="connsiteY176" fmla="*/ 59244 h 2615484"/>
                <a:gd name="connsiteX177" fmla="*/ 3692476 w 4242348"/>
                <a:gd name="connsiteY177" fmla="*/ 184103 h 2615484"/>
                <a:gd name="connsiteX178" fmla="*/ 3692356 w 4242348"/>
                <a:gd name="connsiteY178" fmla="*/ 199745 h 2615484"/>
                <a:gd name="connsiteX179" fmla="*/ 3658877 w 4242348"/>
                <a:gd name="connsiteY179" fmla="*/ 247271 h 2615484"/>
                <a:gd name="connsiteX180" fmla="*/ 3657001 w 4242348"/>
                <a:gd name="connsiteY180" fmla="*/ 341962 h 2615484"/>
                <a:gd name="connsiteX181" fmla="*/ 3757798 w 4242348"/>
                <a:gd name="connsiteY181" fmla="*/ 606444 h 2615484"/>
                <a:gd name="connsiteX182" fmla="*/ 3761589 w 4242348"/>
                <a:gd name="connsiteY182" fmla="*/ 646588 h 2615484"/>
                <a:gd name="connsiteX183" fmla="*/ 3734255 w 4242348"/>
                <a:gd name="connsiteY183" fmla="*/ 773521 h 2615484"/>
                <a:gd name="connsiteX184" fmla="*/ 3593913 w 4242348"/>
                <a:gd name="connsiteY184" fmla="*/ 516422 h 2615484"/>
                <a:gd name="connsiteX185" fmla="*/ 3566779 w 4242348"/>
                <a:gd name="connsiteY185" fmla="*/ 432943 h 2615484"/>
                <a:gd name="connsiteX186" fmla="*/ 3557003 w 4242348"/>
                <a:gd name="connsiteY186" fmla="*/ 417500 h 2615484"/>
                <a:gd name="connsiteX187" fmla="*/ 3442997 w 4242348"/>
                <a:gd name="connsiteY187" fmla="*/ 299106 h 2615484"/>
                <a:gd name="connsiteX188" fmla="*/ 3366422 w 4242348"/>
                <a:gd name="connsiteY188" fmla="*/ 169339 h 2615484"/>
                <a:gd name="connsiteX189" fmla="*/ 3358201 w 4242348"/>
                <a:gd name="connsiteY189" fmla="*/ 48590 h 2615484"/>
                <a:gd name="connsiteX190" fmla="*/ 3404973 w 4242348"/>
                <a:gd name="connsiteY190" fmla="*/ 1263 h 2615484"/>
                <a:gd name="connsiteX191" fmla="*/ 819205 w 4242348"/>
                <a:gd name="connsiteY191" fmla="*/ 866 h 2615484"/>
                <a:gd name="connsiteX192" fmla="*/ 881774 w 4242348"/>
                <a:gd name="connsiteY192" fmla="*/ 39492 h 2615484"/>
                <a:gd name="connsiteX193" fmla="*/ 887042 w 4242348"/>
                <a:gd name="connsiteY193" fmla="*/ 115908 h 2615484"/>
                <a:gd name="connsiteX194" fmla="*/ 799413 w 4242348"/>
                <a:gd name="connsiteY194" fmla="*/ 299385 h 2615484"/>
                <a:gd name="connsiteX195" fmla="*/ 688360 w 4242348"/>
                <a:gd name="connsiteY195" fmla="*/ 414468 h 2615484"/>
                <a:gd name="connsiteX196" fmla="*/ 673516 w 4242348"/>
                <a:gd name="connsiteY196" fmla="*/ 440605 h 2615484"/>
                <a:gd name="connsiteX197" fmla="*/ 595384 w 4242348"/>
                <a:gd name="connsiteY197" fmla="*/ 625120 h 2615484"/>
                <a:gd name="connsiteX198" fmla="*/ 512504 w 4242348"/>
                <a:gd name="connsiteY198" fmla="*/ 766579 h 2615484"/>
                <a:gd name="connsiteX199" fmla="*/ 508474 w 4242348"/>
                <a:gd name="connsiteY199" fmla="*/ 772724 h 2615484"/>
                <a:gd name="connsiteX200" fmla="*/ 478108 w 4242348"/>
                <a:gd name="connsiteY200" fmla="*/ 632143 h 2615484"/>
                <a:gd name="connsiteX201" fmla="*/ 480023 w 4242348"/>
                <a:gd name="connsiteY201" fmla="*/ 618296 h 2615484"/>
                <a:gd name="connsiteX202" fmla="*/ 565297 w 4242348"/>
                <a:gd name="connsiteY202" fmla="*/ 408841 h 2615484"/>
                <a:gd name="connsiteX203" fmla="*/ 592312 w 4242348"/>
                <a:gd name="connsiteY203" fmla="*/ 310359 h 2615484"/>
                <a:gd name="connsiteX204" fmla="*/ 559751 w 4242348"/>
                <a:gd name="connsiteY204" fmla="*/ 209961 h 2615484"/>
                <a:gd name="connsiteX205" fmla="*/ 545545 w 4242348"/>
                <a:gd name="connsiteY205" fmla="*/ 190647 h 2615484"/>
                <a:gd name="connsiteX206" fmla="*/ 561307 w 4242348"/>
                <a:gd name="connsiteY206" fmla="*/ 172850 h 2615484"/>
                <a:gd name="connsiteX207" fmla="*/ 758192 w 4242348"/>
                <a:gd name="connsiteY207" fmla="*/ 21895 h 2615484"/>
                <a:gd name="connsiteX208" fmla="*/ 819205 w 4242348"/>
                <a:gd name="connsiteY208" fmla="*/ 866 h 261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</a:cxnLst>
              <a:rect l="l" t="t" r="r" b="b"/>
              <a:pathLst>
                <a:path w="4242348" h="2615484">
                  <a:moveTo>
                    <a:pt x="3883294" y="1288799"/>
                  </a:moveTo>
                  <a:cubicBezTo>
                    <a:pt x="3911386" y="1287880"/>
                    <a:pt x="3938919" y="1292509"/>
                    <a:pt x="3966493" y="1297059"/>
                  </a:cubicBezTo>
                  <a:cubicBezTo>
                    <a:pt x="3973038" y="1298136"/>
                    <a:pt x="3977068" y="1300690"/>
                    <a:pt x="3978185" y="1307713"/>
                  </a:cubicBezTo>
                  <a:cubicBezTo>
                    <a:pt x="3978863" y="1311983"/>
                    <a:pt x="3980898" y="1316053"/>
                    <a:pt x="3982494" y="1320123"/>
                  </a:cubicBezTo>
                  <a:cubicBezTo>
                    <a:pt x="3984410" y="1324991"/>
                    <a:pt x="3983891" y="1328742"/>
                    <a:pt x="3980260" y="1333131"/>
                  </a:cubicBezTo>
                  <a:cubicBezTo>
                    <a:pt x="3930580" y="1393227"/>
                    <a:pt x="3881059" y="1453441"/>
                    <a:pt x="3831778" y="1513816"/>
                  </a:cubicBezTo>
                  <a:cubicBezTo>
                    <a:pt x="3826949" y="1519722"/>
                    <a:pt x="3824037" y="1520041"/>
                    <a:pt x="3818011" y="1514933"/>
                  </a:cubicBezTo>
                  <a:cubicBezTo>
                    <a:pt x="3781778" y="1484287"/>
                    <a:pt x="3745227" y="1454040"/>
                    <a:pt x="3708476" y="1424032"/>
                  </a:cubicBezTo>
                  <a:cubicBezTo>
                    <a:pt x="3702769" y="1419364"/>
                    <a:pt x="3701453" y="1416890"/>
                    <a:pt x="3706999" y="1410744"/>
                  </a:cubicBezTo>
                  <a:cubicBezTo>
                    <a:pt x="3731340" y="1383650"/>
                    <a:pt x="3756320" y="1356994"/>
                    <a:pt x="3778666" y="1328303"/>
                  </a:cubicBezTo>
                  <a:cubicBezTo>
                    <a:pt x="3799895" y="1301049"/>
                    <a:pt x="3828267" y="1292031"/>
                    <a:pt x="3860190" y="1288918"/>
                  </a:cubicBezTo>
                  <a:cubicBezTo>
                    <a:pt x="3867771" y="1288160"/>
                    <a:pt x="3875552" y="1288799"/>
                    <a:pt x="3883294" y="1288799"/>
                  </a:cubicBezTo>
                  <a:close/>
                  <a:moveTo>
                    <a:pt x="361550" y="1288320"/>
                  </a:moveTo>
                  <a:cubicBezTo>
                    <a:pt x="379905" y="1286804"/>
                    <a:pt x="399099" y="1290555"/>
                    <a:pt x="417934" y="1295423"/>
                  </a:cubicBezTo>
                  <a:cubicBezTo>
                    <a:pt x="432259" y="1299134"/>
                    <a:pt x="444829" y="1306875"/>
                    <a:pt x="454805" y="1318368"/>
                  </a:cubicBezTo>
                  <a:cubicBezTo>
                    <a:pt x="482019" y="1349772"/>
                    <a:pt x="509353" y="1381096"/>
                    <a:pt x="536887" y="1412221"/>
                  </a:cubicBezTo>
                  <a:cubicBezTo>
                    <a:pt x="540717" y="1416531"/>
                    <a:pt x="540757" y="1418646"/>
                    <a:pt x="536128" y="1422437"/>
                  </a:cubicBezTo>
                  <a:cubicBezTo>
                    <a:pt x="498300" y="1453442"/>
                    <a:pt x="460631" y="1484646"/>
                    <a:pt x="423240" y="1516130"/>
                  </a:cubicBezTo>
                  <a:cubicBezTo>
                    <a:pt x="418013" y="1520520"/>
                    <a:pt x="415499" y="1519283"/>
                    <a:pt x="411868" y="1514814"/>
                  </a:cubicBezTo>
                  <a:cubicBezTo>
                    <a:pt x="361988" y="1454000"/>
                    <a:pt x="312029" y="1393187"/>
                    <a:pt x="261910" y="1332573"/>
                  </a:cubicBezTo>
                  <a:cubicBezTo>
                    <a:pt x="258518" y="1328463"/>
                    <a:pt x="258438" y="1324832"/>
                    <a:pt x="259994" y="1320443"/>
                  </a:cubicBezTo>
                  <a:cubicBezTo>
                    <a:pt x="261232" y="1317011"/>
                    <a:pt x="262947" y="1313619"/>
                    <a:pt x="263546" y="1310068"/>
                  </a:cubicBezTo>
                  <a:cubicBezTo>
                    <a:pt x="265062" y="1301049"/>
                    <a:pt x="270649" y="1297458"/>
                    <a:pt x="279148" y="1296261"/>
                  </a:cubicBezTo>
                  <a:cubicBezTo>
                    <a:pt x="306083" y="1292550"/>
                    <a:pt x="332858" y="1287482"/>
                    <a:pt x="361550" y="1288320"/>
                  </a:cubicBezTo>
                  <a:close/>
                  <a:moveTo>
                    <a:pt x="390709" y="128605"/>
                  </a:moveTo>
                  <a:cubicBezTo>
                    <a:pt x="417953" y="127652"/>
                    <a:pt x="443092" y="137805"/>
                    <a:pt x="465538" y="156690"/>
                  </a:cubicBezTo>
                  <a:cubicBezTo>
                    <a:pt x="508514" y="192843"/>
                    <a:pt x="526311" y="240168"/>
                    <a:pt x="523318" y="295595"/>
                  </a:cubicBezTo>
                  <a:cubicBezTo>
                    <a:pt x="522760" y="305730"/>
                    <a:pt x="520126" y="315986"/>
                    <a:pt x="517014" y="325682"/>
                  </a:cubicBezTo>
                  <a:cubicBezTo>
                    <a:pt x="508235" y="353016"/>
                    <a:pt x="506040" y="381747"/>
                    <a:pt x="498698" y="409400"/>
                  </a:cubicBezTo>
                  <a:cubicBezTo>
                    <a:pt x="483574" y="466183"/>
                    <a:pt x="461547" y="520452"/>
                    <a:pt x="439361" y="574682"/>
                  </a:cubicBezTo>
                  <a:cubicBezTo>
                    <a:pt x="438124" y="577714"/>
                    <a:pt x="436847" y="580787"/>
                    <a:pt x="435370" y="583700"/>
                  </a:cubicBezTo>
                  <a:cubicBezTo>
                    <a:pt x="423080" y="608081"/>
                    <a:pt x="416616" y="630347"/>
                    <a:pt x="429345" y="659437"/>
                  </a:cubicBezTo>
                  <a:cubicBezTo>
                    <a:pt x="445586" y="696627"/>
                    <a:pt x="442713" y="738686"/>
                    <a:pt x="440837" y="779188"/>
                  </a:cubicBezTo>
                  <a:cubicBezTo>
                    <a:pt x="438722" y="824399"/>
                    <a:pt x="432817" y="869211"/>
                    <a:pt x="424996" y="913744"/>
                  </a:cubicBezTo>
                  <a:cubicBezTo>
                    <a:pt x="424477" y="916696"/>
                    <a:pt x="424477" y="919370"/>
                    <a:pt x="425714" y="922323"/>
                  </a:cubicBezTo>
                  <a:cubicBezTo>
                    <a:pt x="445307" y="969090"/>
                    <a:pt x="446464" y="1017972"/>
                    <a:pt x="442713" y="1067572"/>
                  </a:cubicBezTo>
                  <a:cubicBezTo>
                    <a:pt x="440598" y="1095465"/>
                    <a:pt x="439002" y="1123398"/>
                    <a:pt x="437924" y="1151330"/>
                  </a:cubicBezTo>
                  <a:cubicBezTo>
                    <a:pt x="437605" y="1159191"/>
                    <a:pt x="436328" y="1162105"/>
                    <a:pt x="427549" y="1161546"/>
                  </a:cubicBezTo>
                  <a:cubicBezTo>
                    <a:pt x="354725" y="1156877"/>
                    <a:pt x="292755" y="1181578"/>
                    <a:pt x="241677" y="1232974"/>
                  </a:cubicBezTo>
                  <a:cubicBezTo>
                    <a:pt x="214942" y="1259869"/>
                    <a:pt x="198382" y="1292510"/>
                    <a:pt x="199699" y="1331416"/>
                  </a:cubicBezTo>
                  <a:cubicBezTo>
                    <a:pt x="200816" y="1364137"/>
                    <a:pt x="214503" y="1392629"/>
                    <a:pt x="235732" y="1417050"/>
                  </a:cubicBezTo>
                  <a:cubicBezTo>
                    <a:pt x="277750" y="1465373"/>
                    <a:pt x="320567" y="1512939"/>
                    <a:pt x="362666" y="1561182"/>
                  </a:cubicBezTo>
                  <a:cubicBezTo>
                    <a:pt x="427310" y="1635204"/>
                    <a:pt x="492752" y="1708467"/>
                    <a:pt x="564140" y="1776144"/>
                  </a:cubicBezTo>
                  <a:cubicBezTo>
                    <a:pt x="581498" y="1792584"/>
                    <a:pt x="599615" y="1808226"/>
                    <a:pt x="617092" y="1824547"/>
                  </a:cubicBezTo>
                  <a:cubicBezTo>
                    <a:pt x="622359" y="1829495"/>
                    <a:pt x="624993" y="1828418"/>
                    <a:pt x="627148" y="1822233"/>
                  </a:cubicBezTo>
                  <a:cubicBezTo>
                    <a:pt x="634730" y="1800405"/>
                    <a:pt x="629582" y="1779975"/>
                    <a:pt x="615975" y="1763175"/>
                  </a:cubicBezTo>
                  <a:cubicBezTo>
                    <a:pt x="558554" y="1692266"/>
                    <a:pt x="500214" y="1622155"/>
                    <a:pt x="442154" y="1551765"/>
                  </a:cubicBezTo>
                  <a:cubicBezTo>
                    <a:pt x="432218" y="1539714"/>
                    <a:pt x="432138" y="1539834"/>
                    <a:pt x="443830" y="1530137"/>
                  </a:cubicBezTo>
                  <a:cubicBezTo>
                    <a:pt x="485490" y="1495621"/>
                    <a:pt x="527070" y="1461024"/>
                    <a:pt x="568888" y="1426707"/>
                  </a:cubicBezTo>
                  <a:cubicBezTo>
                    <a:pt x="574355" y="1422238"/>
                    <a:pt x="575113" y="1419683"/>
                    <a:pt x="569966" y="1413898"/>
                  </a:cubicBezTo>
                  <a:cubicBezTo>
                    <a:pt x="537763" y="1377545"/>
                    <a:pt x="506120" y="1340674"/>
                    <a:pt x="474197" y="1304083"/>
                  </a:cubicBezTo>
                  <a:cubicBezTo>
                    <a:pt x="455402" y="1282574"/>
                    <a:pt x="431021" y="1271880"/>
                    <a:pt x="403208" y="1267889"/>
                  </a:cubicBezTo>
                  <a:cubicBezTo>
                    <a:pt x="364222" y="1262303"/>
                    <a:pt x="325476" y="1264178"/>
                    <a:pt x="286889" y="1271122"/>
                  </a:cubicBezTo>
                  <a:cubicBezTo>
                    <a:pt x="284455" y="1271561"/>
                    <a:pt x="281382" y="1272798"/>
                    <a:pt x="279626" y="1270523"/>
                  </a:cubicBezTo>
                  <a:cubicBezTo>
                    <a:pt x="277711" y="1268049"/>
                    <a:pt x="280344" y="1265854"/>
                    <a:pt x="281382" y="1263580"/>
                  </a:cubicBezTo>
                  <a:cubicBezTo>
                    <a:pt x="293792" y="1236046"/>
                    <a:pt x="316497" y="1221521"/>
                    <a:pt x="344789" y="1215815"/>
                  </a:cubicBezTo>
                  <a:cubicBezTo>
                    <a:pt x="379425" y="1208832"/>
                    <a:pt x="414541" y="1206079"/>
                    <a:pt x="449975" y="1205879"/>
                  </a:cubicBezTo>
                  <a:cubicBezTo>
                    <a:pt x="544387" y="1205320"/>
                    <a:pt x="626550" y="1237762"/>
                    <a:pt x="699174" y="1296700"/>
                  </a:cubicBezTo>
                  <a:cubicBezTo>
                    <a:pt x="758990" y="1345263"/>
                    <a:pt x="811663" y="1401567"/>
                    <a:pt x="868406" y="1453442"/>
                  </a:cubicBezTo>
                  <a:cubicBezTo>
                    <a:pt x="937998" y="1517088"/>
                    <a:pt x="1014534" y="1570679"/>
                    <a:pt x="1099649" y="1611341"/>
                  </a:cubicBezTo>
                  <a:cubicBezTo>
                    <a:pt x="1159983" y="1640152"/>
                    <a:pt x="1223390" y="1660583"/>
                    <a:pt x="1288632" y="1675347"/>
                  </a:cubicBezTo>
                  <a:cubicBezTo>
                    <a:pt x="1338433" y="1686639"/>
                    <a:pt x="1388911" y="1693822"/>
                    <a:pt x="1439190" y="1702202"/>
                  </a:cubicBezTo>
                  <a:cubicBezTo>
                    <a:pt x="1486236" y="1710063"/>
                    <a:pt x="1533522" y="1716528"/>
                    <a:pt x="1580568" y="1724508"/>
                  </a:cubicBezTo>
                  <a:cubicBezTo>
                    <a:pt x="1642100" y="1734963"/>
                    <a:pt x="1702913" y="1748211"/>
                    <a:pt x="1762450" y="1766646"/>
                  </a:cubicBezTo>
                  <a:cubicBezTo>
                    <a:pt x="1795330" y="1776822"/>
                    <a:pt x="1825378" y="1794340"/>
                    <a:pt x="1855026" y="1811858"/>
                  </a:cubicBezTo>
                  <a:cubicBezTo>
                    <a:pt x="1936151" y="1859663"/>
                    <a:pt x="2003269" y="1922072"/>
                    <a:pt x="2052670" y="2002757"/>
                  </a:cubicBezTo>
                  <a:cubicBezTo>
                    <a:pt x="2081081" y="2049165"/>
                    <a:pt x="2102988" y="2098447"/>
                    <a:pt x="2117833" y="2150840"/>
                  </a:cubicBezTo>
                  <a:cubicBezTo>
                    <a:pt x="2118391" y="2152875"/>
                    <a:pt x="2118391" y="2155708"/>
                    <a:pt x="2121145" y="2155828"/>
                  </a:cubicBezTo>
                  <a:cubicBezTo>
                    <a:pt x="2124776" y="2155948"/>
                    <a:pt x="2124377" y="2152516"/>
                    <a:pt x="2125055" y="2150241"/>
                  </a:cubicBezTo>
                  <a:cubicBezTo>
                    <a:pt x="2164440" y="2016963"/>
                    <a:pt x="2239898" y="1909821"/>
                    <a:pt x="2355739" y="1831929"/>
                  </a:cubicBezTo>
                  <a:cubicBezTo>
                    <a:pt x="2392650" y="1807149"/>
                    <a:pt x="2431356" y="1785362"/>
                    <a:pt x="2472736" y="1769400"/>
                  </a:cubicBezTo>
                  <a:cubicBezTo>
                    <a:pt x="2499911" y="1758906"/>
                    <a:pt x="2528841" y="1752561"/>
                    <a:pt x="2557292" y="1745737"/>
                  </a:cubicBezTo>
                  <a:cubicBezTo>
                    <a:pt x="2586502" y="1738714"/>
                    <a:pt x="2616031" y="1732928"/>
                    <a:pt x="2645560" y="1727421"/>
                  </a:cubicBezTo>
                  <a:cubicBezTo>
                    <a:pt x="2678001" y="1721356"/>
                    <a:pt x="2710643" y="1716328"/>
                    <a:pt x="2743364" y="1711779"/>
                  </a:cubicBezTo>
                  <a:cubicBezTo>
                    <a:pt x="2780794" y="1706592"/>
                    <a:pt x="2818104" y="1700207"/>
                    <a:pt x="2855374" y="1693982"/>
                  </a:cubicBezTo>
                  <a:cubicBezTo>
                    <a:pt x="2883586" y="1689273"/>
                    <a:pt x="2911877" y="1684764"/>
                    <a:pt x="2939810" y="1678739"/>
                  </a:cubicBezTo>
                  <a:cubicBezTo>
                    <a:pt x="2970975" y="1672035"/>
                    <a:pt x="3001820" y="1663974"/>
                    <a:pt x="3032307" y="1654477"/>
                  </a:cubicBezTo>
                  <a:cubicBezTo>
                    <a:pt x="3173007" y="1610623"/>
                    <a:pt x="3292639" y="1532531"/>
                    <a:pt x="3398304" y="1431136"/>
                  </a:cubicBezTo>
                  <a:cubicBezTo>
                    <a:pt x="3440522" y="1390634"/>
                    <a:pt x="3481743" y="1349054"/>
                    <a:pt x="3526236" y="1310946"/>
                  </a:cubicBezTo>
                  <a:cubicBezTo>
                    <a:pt x="3569771" y="1273636"/>
                    <a:pt x="3617137" y="1242670"/>
                    <a:pt x="3672124" y="1224634"/>
                  </a:cubicBezTo>
                  <a:cubicBezTo>
                    <a:pt x="3725674" y="1207036"/>
                    <a:pt x="3780622" y="1203086"/>
                    <a:pt x="3836527" y="1207715"/>
                  </a:cubicBezTo>
                  <a:cubicBezTo>
                    <a:pt x="3856320" y="1209350"/>
                    <a:pt x="3875992" y="1211585"/>
                    <a:pt x="3895465" y="1215416"/>
                  </a:cubicBezTo>
                  <a:cubicBezTo>
                    <a:pt x="3924714" y="1221162"/>
                    <a:pt x="3948177" y="1235128"/>
                    <a:pt x="3961306" y="1263181"/>
                  </a:cubicBezTo>
                  <a:cubicBezTo>
                    <a:pt x="3962383" y="1265455"/>
                    <a:pt x="3965017" y="1267530"/>
                    <a:pt x="3963381" y="1270124"/>
                  </a:cubicBezTo>
                  <a:cubicBezTo>
                    <a:pt x="3961386" y="1273237"/>
                    <a:pt x="3957954" y="1271521"/>
                    <a:pt x="3955320" y="1271002"/>
                  </a:cubicBezTo>
                  <a:cubicBezTo>
                    <a:pt x="3923717" y="1264577"/>
                    <a:pt x="3891714" y="1263619"/>
                    <a:pt x="3859711" y="1265415"/>
                  </a:cubicBezTo>
                  <a:cubicBezTo>
                    <a:pt x="3826791" y="1267251"/>
                    <a:pt x="3795147" y="1274873"/>
                    <a:pt x="3772003" y="1300571"/>
                  </a:cubicBezTo>
                  <a:cubicBezTo>
                    <a:pt x="3737766" y="1338559"/>
                    <a:pt x="3704765" y="1377665"/>
                    <a:pt x="3670966" y="1416052"/>
                  </a:cubicBezTo>
                  <a:cubicBezTo>
                    <a:pt x="3665180" y="1422637"/>
                    <a:pt x="3671246" y="1424273"/>
                    <a:pt x="3674398" y="1426906"/>
                  </a:cubicBezTo>
                  <a:cubicBezTo>
                    <a:pt x="3716497" y="1462022"/>
                    <a:pt x="3758475" y="1497296"/>
                    <a:pt x="3801132" y="1531733"/>
                  </a:cubicBezTo>
                  <a:cubicBezTo>
                    <a:pt x="3809672" y="1538637"/>
                    <a:pt x="3808435" y="1542388"/>
                    <a:pt x="3802369" y="1549690"/>
                  </a:cubicBezTo>
                  <a:cubicBezTo>
                    <a:pt x="3743671" y="1620480"/>
                    <a:pt x="3684973" y="1691308"/>
                    <a:pt x="3626992" y="1762696"/>
                  </a:cubicBezTo>
                  <a:cubicBezTo>
                    <a:pt x="3613824" y="1778897"/>
                    <a:pt x="3608717" y="1798410"/>
                    <a:pt x="3614582" y="1819639"/>
                  </a:cubicBezTo>
                  <a:cubicBezTo>
                    <a:pt x="3617216" y="1829096"/>
                    <a:pt x="3620368" y="1829255"/>
                    <a:pt x="3627671" y="1822831"/>
                  </a:cubicBezTo>
                  <a:cubicBezTo>
                    <a:pt x="3704725" y="1754715"/>
                    <a:pt x="3775275" y="1680255"/>
                    <a:pt x="3843151" y="1603081"/>
                  </a:cubicBezTo>
                  <a:cubicBezTo>
                    <a:pt x="3895624" y="1543425"/>
                    <a:pt x="3948377" y="1483969"/>
                    <a:pt x="4000971" y="1424352"/>
                  </a:cubicBezTo>
                  <a:cubicBezTo>
                    <a:pt x="4020922" y="1401727"/>
                    <a:pt x="4035886" y="1376587"/>
                    <a:pt x="4041273" y="1346221"/>
                  </a:cubicBezTo>
                  <a:cubicBezTo>
                    <a:pt x="4047338" y="1312183"/>
                    <a:pt x="4037522" y="1282135"/>
                    <a:pt x="4018688" y="1254761"/>
                  </a:cubicBezTo>
                  <a:cubicBezTo>
                    <a:pt x="3991513" y="1215296"/>
                    <a:pt x="3953365" y="1190157"/>
                    <a:pt x="3908593" y="1174275"/>
                  </a:cubicBezTo>
                  <a:cubicBezTo>
                    <a:pt x="3878107" y="1163461"/>
                    <a:pt x="3846942" y="1158194"/>
                    <a:pt x="3814580" y="1161347"/>
                  </a:cubicBezTo>
                  <a:cubicBezTo>
                    <a:pt x="3810111" y="1161785"/>
                    <a:pt x="3805043" y="1163421"/>
                    <a:pt x="3804963" y="1155241"/>
                  </a:cubicBezTo>
                  <a:cubicBezTo>
                    <a:pt x="3804405" y="1109232"/>
                    <a:pt x="3797741" y="1063542"/>
                    <a:pt x="3798499" y="1017454"/>
                  </a:cubicBezTo>
                  <a:cubicBezTo>
                    <a:pt x="3798978" y="990478"/>
                    <a:pt x="3801611" y="963584"/>
                    <a:pt x="3811587" y="938524"/>
                  </a:cubicBezTo>
                  <a:cubicBezTo>
                    <a:pt x="3818451" y="921326"/>
                    <a:pt x="3816216" y="905165"/>
                    <a:pt x="3813582" y="888205"/>
                  </a:cubicBezTo>
                  <a:cubicBezTo>
                    <a:pt x="3804644" y="830704"/>
                    <a:pt x="3798180" y="772963"/>
                    <a:pt x="3802489" y="714664"/>
                  </a:cubicBezTo>
                  <a:cubicBezTo>
                    <a:pt x="3804604" y="686053"/>
                    <a:pt x="3809472" y="657801"/>
                    <a:pt x="3823239" y="632023"/>
                  </a:cubicBezTo>
                  <a:cubicBezTo>
                    <a:pt x="3825793" y="627235"/>
                    <a:pt x="3824117" y="623883"/>
                    <a:pt x="3822401" y="619693"/>
                  </a:cubicBezTo>
                  <a:cubicBezTo>
                    <a:pt x="3804764" y="576677"/>
                    <a:pt x="3786448" y="533900"/>
                    <a:pt x="3769928" y="490485"/>
                  </a:cubicBezTo>
                  <a:cubicBezTo>
                    <a:pt x="3752330" y="444196"/>
                    <a:pt x="3738523" y="396711"/>
                    <a:pt x="3731700" y="347390"/>
                  </a:cubicBezTo>
                  <a:cubicBezTo>
                    <a:pt x="3729785" y="333663"/>
                    <a:pt x="3723679" y="320814"/>
                    <a:pt x="3721086" y="307007"/>
                  </a:cubicBezTo>
                  <a:cubicBezTo>
                    <a:pt x="3710152" y="248628"/>
                    <a:pt x="3737965" y="182707"/>
                    <a:pt x="3787246" y="149188"/>
                  </a:cubicBezTo>
                  <a:cubicBezTo>
                    <a:pt x="3835529" y="116347"/>
                    <a:pt x="3892711" y="124288"/>
                    <a:pt x="3932057" y="167863"/>
                  </a:cubicBezTo>
                  <a:cubicBezTo>
                    <a:pt x="3943708" y="180752"/>
                    <a:pt x="3953565" y="194917"/>
                    <a:pt x="3961545" y="210240"/>
                  </a:cubicBezTo>
                  <a:cubicBezTo>
                    <a:pt x="3982096" y="249705"/>
                    <a:pt x="4006876" y="286337"/>
                    <a:pt x="4032733" y="322490"/>
                  </a:cubicBezTo>
                  <a:cubicBezTo>
                    <a:pt x="4066013" y="368938"/>
                    <a:pt x="4088000" y="421252"/>
                    <a:pt x="4105558" y="475401"/>
                  </a:cubicBezTo>
                  <a:cubicBezTo>
                    <a:pt x="4120203" y="520492"/>
                    <a:pt x="4129740" y="566820"/>
                    <a:pt x="4135406" y="613827"/>
                  </a:cubicBezTo>
                  <a:cubicBezTo>
                    <a:pt x="4137122" y="627993"/>
                    <a:pt x="4137561" y="642598"/>
                    <a:pt x="4136363" y="656844"/>
                  </a:cubicBezTo>
                  <a:cubicBezTo>
                    <a:pt x="4133411" y="691520"/>
                    <a:pt x="4143068" y="723562"/>
                    <a:pt x="4154241" y="755565"/>
                  </a:cubicBezTo>
                  <a:cubicBezTo>
                    <a:pt x="4170641" y="802612"/>
                    <a:pt x="4194863" y="846267"/>
                    <a:pt x="4213418" y="892395"/>
                  </a:cubicBezTo>
                  <a:cubicBezTo>
                    <a:pt x="4224671" y="920328"/>
                    <a:pt x="4234327" y="948619"/>
                    <a:pt x="4238677" y="978547"/>
                  </a:cubicBezTo>
                  <a:cubicBezTo>
                    <a:pt x="4239037" y="980981"/>
                    <a:pt x="4237919" y="984812"/>
                    <a:pt x="4242348" y="985331"/>
                  </a:cubicBezTo>
                  <a:cubicBezTo>
                    <a:pt x="4242269" y="1023519"/>
                    <a:pt x="4242269" y="1061786"/>
                    <a:pt x="4242269" y="1100094"/>
                  </a:cubicBezTo>
                  <a:cubicBezTo>
                    <a:pt x="4238837" y="1143669"/>
                    <a:pt x="4236921" y="1187324"/>
                    <a:pt x="4232612" y="1230859"/>
                  </a:cubicBezTo>
                  <a:cubicBezTo>
                    <a:pt x="4227743" y="1280220"/>
                    <a:pt x="4222316" y="1329541"/>
                    <a:pt x="4216211" y="1378742"/>
                  </a:cubicBezTo>
                  <a:cubicBezTo>
                    <a:pt x="4211104" y="1419923"/>
                    <a:pt x="4207632" y="1461343"/>
                    <a:pt x="4201886" y="1502444"/>
                  </a:cubicBezTo>
                  <a:cubicBezTo>
                    <a:pt x="4196579" y="1540353"/>
                    <a:pt x="4193945" y="1578501"/>
                    <a:pt x="4189875" y="1616489"/>
                  </a:cubicBezTo>
                  <a:cubicBezTo>
                    <a:pt x="4187041" y="1642785"/>
                    <a:pt x="4185485" y="1669361"/>
                    <a:pt x="4185326" y="1695818"/>
                  </a:cubicBezTo>
                  <a:cubicBezTo>
                    <a:pt x="4184927" y="1786279"/>
                    <a:pt x="4150450" y="1863014"/>
                    <a:pt x="4093827" y="1931728"/>
                  </a:cubicBezTo>
                  <a:cubicBezTo>
                    <a:pt x="4063938" y="1968001"/>
                    <a:pt x="4025511" y="1994018"/>
                    <a:pt x="3989119" y="2022430"/>
                  </a:cubicBezTo>
                  <a:cubicBezTo>
                    <a:pt x="3915058" y="2080290"/>
                    <a:pt x="3831978" y="2122229"/>
                    <a:pt x="3745387" y="2157664"/>
                  </a:cubicBezTo>
                  <a:cubicBezTo>
                    <a:pt x="3648301" y="2197408"/>
                    <a:pt x="3548502" y="2229131"/>
                    <a:pt x="3447665" y="2257981"/>
                  </a:cubicBezTo>
                  <a:cubicBezTo>
                    <a:pt x="3364147" y="2281844"/>
                    <a:pt x="3280069" y="2303432"/>
                    <a:pt x="3195753" y="2324222"/>
                  </a:cubicBezTo>
                  <a:cubicBezTo>
                    <a:pt x="3181826" y="2327654"/>
                    <a:pt x="3170573" y="2337629"/>
                    <a:pt x="3158523" y="2345291"/>
                  </a:cubicBezTo>
                  <a:cubicBezTo>
                    <a:pt x="3091444" y="2388028"/>
                    <a:pt x="3045156" y="2448642"/>
                    <a:pt x="3009402" y="2518433"/>
                  </a:cubicBezTo>
                  <a:cubicBezTo>
                    <a:pt x="2994039" y="2548401"/>
                    <a:pt x="2978198" y="2578089"/>
                    <a:pt x="2960520" y="2606780"/>
                  </a:cubicBezTo>
                  <a:cubicBezTo>
                    <a:pt x="2956530" y="2613285"/>
                    <a:pt x="2952339" y="2615439"/>
                    <a:pt x="2944918" y="2615320"/>
                  </a:cubicBezTo>
                  <a:cubicBezTo>
                    <a:pt x="2784385" y="2613085"/>
                    <a:pt x="2623852" y="2610851"/>
                    <a:pt x="2463319" y="2609174"/>
                  </a:cubicBezTo>
                  <a:cubicBezTo>
                    <a:pt x="2369426" y="2608177"/>
                    <a:pt x="2275532" y="2608376"/>
                    <a:pt x="2181638" y="2606301"/>
                  </a:cubicBezTo>
                  <a:cubicBezTo>
                    <a:pt x="2173019" y="2606102"/>
                    <a:pt x="2169388" y="2603748"/>
                    <a:pt x="2167792" y="2595168"/>
                  </a:cubicBezTo>
                  <a:cubicBezTo>
                    <a:pt x="2161048" y="2559534"/>
                    <a:pt x="2153227" y="2524099"/>
                    <a:pt x="2146643" y="2488425"/>
                  </a:cubicBezTo>
                  <a:cubicBezTo>
                    <a:pt x="2139500" y="2449839"/>
                    <a:pt x="2131240" y="2411412"/>
                    <a:pt x="2127888" y="2372226"/>
                  </a:cubicBezTo>
                  <a:cubicBezTo>
                    <a:pt x="2127090" y="2362729"/>
                    <a:pt x="2125893" y="2353232"/>
                    <a:pt x="2124696" y="2343735"/>
                  </a:cubicBezTo>
                  <a:cubicBezTo>
                    <a:pt x="2124377" y="2341141"/>
                    <a:pt x="2125414" y="2336951"/>
                    <a:pt x="2120905" y="2337230"/>
                  </a:cubicBezTo>
                  <a:cubicBezTo>
                    <a:pt x="2117433" y="2337430"/>
                    <a:pt x="2118032" y="2340981"/>
                    <a:pt x="2117833" y="2343335"/>
                  </a:cubicBezTo>
                  <a:cubicBezTo>
                    <a:pt x="2115638" y="2369313"/>
                    <a:pt x="2112645" y="2395211"/>
                    <a:pt x="2107936" y="2420909"/>
                  </a:cubicBezTo>
                  <a:cubicBezTo>
                    <a:pt x="2101831" y="2454069"/>
                    <a:pt x="2095806" y="2487269"/>
                    <a:pt x="2089461" y="2520389"/>
                  </a:cubicBezTo>
                  <a:cubicBezTo>
                    <a:pt x="2084712" y="2545209"/>
                    <a:pt x="2079405" y="2569949"/>
                    <a:pt x="2074656" y="2594769"/>
                  </a:cubicBezTo>
                  <a:cubicBezTo>
                    <a:pt x="2073260" y="2601992"/>
                    <a:pt x="2071385" y="2606222"/>
                    <a:pt x="2062326" y="2606301"/>
                  </a:cubicBezTo>
                  <a:cubicBezTo>
                    <a:pt x="1809376" y="2609055"/>
                    <a:pt x="1556427" y="2612087"/>
                    <a:pt x="1303517" y="2615479"/>
                  </a:cubicBezTo>
                  <a:cubicBezTo>
                    <a:pt x="1291426" y="2615639"/>
                    <a:pt x="1285041" y="2612048"/>
                    <a:pt x="1278697" y="2601593"/>
                  </a:cubicBezTo>
                  <a:cubicBezTo>
                    <a:pt x="1253158" y="2559654"/>
                    <a:pt x="1232448" y="2515081"/>
                    <a:pt x="1207189" y="2472983"/>
                  </a:cubicBezTo>
                  <a:cubicBezTo>
                    <a:pt x="1169520" y="2410174"/>
                    <a:pt x="1117765" y="2362410"/>
                    <a:pt x="1054118" y="2327454"/>
                  </a:cubicBezTo>
                  <a:cubicBezTo>
                    <a:pt x="1041030" y="2320271"/>
                    <a:pt x="1024829" y="2318595"/>
                    <a:pt x="1009905" y="2315004"/>
                  </a:cubicBezTo>
                  <a:cubicBezTo>
                    <a:pt x="922276" y="2293775"/>
                    <a:pt x="835246" y="2270392"/>
                    <a:pt x="748815" y="2244654"/>
                  </a:cubicBezTo>
                  <a:cubicBezTo>
                    <a:pt x="651130" y="2215604"/>
                    <a:pt x="554563" y="2183322"/>
                    <a:pt x="461108" y="2142381"/>
                  </a:cubicBezTo>
                  <a:cubicBezTo>
                    <a:pt x="396065" y="2113889"/>
                    <a:pt x="333536" y="2080849"/>
                    <a:pt x="275795" y="2039309"/>
                  </a:cubicBezTo>
                  <a:cubicBezTo>
                    <a:pt x="240560" y="2013970"/>
                    <a:pt x="205565" y="1988073"/>
                    <a:pt x="173681" y="1958743"/>
                  </a:cubicBezTo>
                  <a:cubicBezTo>
                    <a:pt x="143594" y="1931050"/>
                    <a:pt x="120609" y="1897052"/>
                    <a:pt x="100299" y="1861498"/>
                  </a:cubicBezTo>
                  <a:cubicBezTo>
                    <a:pt x="80147" y="1826143"/>
                    <a:pt x="67219" y="1788115"/>
                    <a:pt x="61113" y="1747972"/>
                  </a:cubicBezTo>
                  <a:cubicBezTo>
                    <a:pt x="58679" y="1732050"/>
                    <a:pt x="58439" y="1715730"/>
                    <a:pt x="57522" y="1699569"/>
                  </a:cubicBezTo>
                  <a:cubicBezTo>
                    <a:pt x="55048" y="1655874"/>
                    <a:pt x="51895" y="1612259"/>
                    <a:pt x="47905" y="1568644"/>
                  </a:cubicBezTo>
                  <a:cubicBezTo>
                    <a:pt x="43875" y="1524710"/>
                    <a:pt x="37929" y="1481015"/>
                    <a:pt x="33221" y="1437201"/>
                  </a:cubicBezTo>
                  <a:cubicBezTo>
                    <a:pt x="27674" y="1385327"/>
                    <a:pt x="19973" y="1333691"/>
                    <a:pt x="14545" y="1281816"/>
                  </a:cubicBezTo>
                  <a:cubicBezTo>
                    <a:pt x="9877" y="1237203"/>
                    <a:pt x="6804" y="1192431"/>
                    <a:pt x="3492" y="1147699"/>
                  </a:cubicBezTo>
                  <a:cubicBezTo>
                    <a:pt x="978" y="1114300"/>
                    <a:pt x="1417" y="1080741"/>
                    <a:pt x="220" y="1047302"/>
                  </a:cubicBezTo>
                  <a:cubicBezTo>
                    <a:pt x="-2134" y="981460"/>
                    <a:pt x="14505" y="920488"/>
                    <a:pt x="42359" y="861589"/>
                  </a:cubicBezTo>
                  <a:cubicBezTo>
                    <a:pt x="63108" y="817655"/>
                    <a:pt x="84417" y="773841"/>
                    <a:pt x="97785" y="726795"/>
                  </a:cubicBezTo>
                  <a:cubicBezTo>
                    <a:pt x="103650" y="706244"/>
                    <a:pt x="107401" y="685654"/>
                    <a:pt x="106284" y="663946"/>
                  </a:cubicBezTo>
                  <a:cubicBezTo>
                    <a:pt x="103810" y="615463"/>
                    <a:pt x="112589" y="568137"/>
                    <a:pt x="124121" y="521290"/>
                  </a:cubicBezTo>
                  <a:cubicBezTo>
                    <a:pt x="139883" y="457325"/>
                    <a:pt x="163825" y="396671"/>
                    <a:pt x="197863" y="340127"/>
                  </a:cubicBezTo>
                  <a:cubicBezTo>
                    <a:pt x="209635" y="320575"/>
                    <a:pt x="223681" y="302698"/>
                    <a:pt x="237208" y="284421"/>
                  </a:cubicBezTo>
                  <a:cubicBezTo>
                    <a:pt x="258038" y="256290"/>
                    <a:pt x="271486" y="223848"/>
                    <a:pt x="290280" y="194559"/>
                  </a:cubicBezTo>
                  <a:cubicBezTo>
                    <a:pt x="308157" y="166705"/>
                    <a:pt x="330264" y="143162"/>
                    <a:pt x="362786" y="133346"/>
                  </a:cubicBezTo>
                  <a:cubicBezTo>
                    <a:pt x="372313" y="130473"/>
                    <a:pt x="381628" y="128922"/>
                    <a:pt x="390709" y="128605"/>
                  </a:cubicBezTo>
                  <a:close/>
                  <a:moveTo>
                    <a:pt x="3404973" y="1263"/>
                  </a:moveTo>
                  <a:cubicBezTo>
                    <a:pt x="3412822" y="82"/>
                    <a:pt x="3421329" y="386"/>
                    <a:pt x="3430268" y="2301"/>
                  </a:cubicBezTo>
                  <a:cubicBezTo>
                    <a:pt x="3473683" y="11559"/>
                    <a:pt x="3510195" y="34583"/>
                    <a:pt x="3545749" y="59244"/>
                  </a:cubicBezTo>
                  <a:cubicBezTo>
                    <a:pt x="3598742" y="95956"/>
                    <a:pt x="3647305" y="138054"/>
                    <a:pt x="3692476" y="184103"/>
                  </a:cubicBezTo>
                  <a:cubicBezTo>
                    <a:pt x="3698900" y="190647"/>
                    <a:pt x="3697943" y="193999"/>
                    <a:pt x="3692356" y="199745"/>
                  </a:cubicBezTo>
                  <a:cubicBezTo>
                    <a:pt x="3678709" y="213751"/>
                    <a:pt x="3667217" y="229473"/>
                    <a:pt x="3658877" y="247271"/>
                  </a:cubicBezTo>
                  <a:cubicBezTo>
                    <a:pt x="3644272" y="278515"/>
                    <a:pt x="3648302" y="310199"/>
                    <a:pt x="3657001" y="341962"/>
                  </a:cubicBezTo>
                  <a:cubicBezTo>
                    <a:pt x="3681981" y="433422"/>
                    <a:pt x="3718373" y="520531"/>
                    <a:pt x="3757798" y="606444"/>
                  </a:cubicBezTo>
                  <a:cubicBezTo>
                    <a:pt x="3763943" y="619892"/>
                    <a:pt x="3764462" y="632222"/>
                    <a:pt x="3761589" y="646588"/>
                  </a:cubicBezTo>
                  <a:cubicBezTo>
                    <a:pt x="3753369" y="688207"/>
                    <a:pt x="3744510" y="729587"/>
                    <a:pt x="3734255" y="773521"/>
                  </a:cubicBezTo>
                  <a:cubicBezTo>
                    <a:pt x="3683896" y="687529"/>
                    <a:pt x="3631183" y="606165"/>
                    <a:pt x="3593913" y="516422"/>
                  </a:cubicBezTo>
                  <a:cubicBezTo>
                    <a:pt x="3582701" y="489406"/>
                    <a:pt x="3573642" y="461474"/>
                    <a:pt x="3566779" y="432943"/>
                  </a:cubicBezTo>
                  <a:cubicBezTo>
                    <a:pt x="3565183" y="426239"/>
                    <a:pt x="3561471" y="421889"/>
                    <a:pt x="3557003" y="417500"/>
                  </a:cubicBezTo>
                  <a:cubicBezTo>
                    <a:pt x="3517936" y="379073"/>
                    <a:pt x="3478073" y="341403"/>
                    <a:pt x="3442997" y="299106"/>
                  </a:cubicBezTo>
                  <a:cubicBezTo>
                    <a:pt x="3410516" y="259960"/>
                    <a:pt x="3381346" y="218660"/>
                    <a:pt x="3366422" y="169339"/>
                  </a:cubicBezTo>
                  <a:cubicBezTo>
                    <a:pt x="3354491" y="129874"/>
                    <a:pt x="3349662" y="89651"/>
                    <a:pt x="3358201" y="48590"/>
                  </a:cubicBezTo>
                  <a:cubicBezTo>
                    <a:pt x="3363798" y="21714"/>
                    <a:pt x="3381425" y="4805"/>
                    <a:pt x="3404973" y="1263"/>
                  </a:cubicBezTo>
                  <a:close/>
                  <a:moveTo>
                    <a:pt x="819205" y="866"/>
                  </a:moveTo>
                  <a:cubicBezTo>
                    <a:pt x="847457" y="-3923"/>
                    <a:pt x="872157" y="11440"/>
                    <a:pt x="881774" y="39492"/>
                  </a:cubicBezTo>
                  <a:cubicBezTo>
                    <a:pt x="890314" y="64432"/>
                    <a:pt x="889356" y="90170"/>
                    <a:pt x="887042" y="115908"/>
                  </a:cubicBezTo>
                  <a:cubicBezTo>
                    <a:pt x="880577" y="187894"/>
                    <a:pt x="844145" y="245635"/>
                    <a:pt x="799413" y="299385"/>
                  </a:cubicBezTo>
                  <a:cubicBezTo>
                    <a:pt x="765215" y="340446"/>
                    <a:pt x="726748" y="377477"/>
                    <a:pt x="688360" y="414468"/>
                  </a:cubicBezTo>
                  <a:cubicBezTo>
                    <a:pt x="680539" y="422010"/>
                    <a:pt x="676070" y="430429"/>
                    <a:pt x="673516" y="440605"/>
                  </a:cubicBezTo>
                  <a:cubicBezTo>
                    <a:pt x="657155" y="506207"/>
                    <a:pt x="628305" y="566621"/>
                    <a:pt x="595384" y="625120"/>
                  </a:cubicBezTo>
                  <a:cubicBezTo>
                    <a:pt x="568569" y="672725"/>
                    <a:pt x="540198" y="719452"/>
                    <a:pt x="512504" y="766579"/>
                  </a:cubicBezTo>
                  <a:cubicBezTo>
                    <a:pt x="511547" y="768215"/>
                    <a:pt x="510470" y="769691"/>
                    <a:pt x="508474" y="772724"/>
                  </a:cubicBezTo>
                  <a:cubicBezTo>
                    <a:pt x="496024" y="724839"/>
                    <a:pt x="487604" y="678391"/>
                    <a:pt x="478108" y="632143"/>
                  </a:cubicBezTo>
                  <a:cubicBezTo>
                    <a:pt x="477150" y="627514"/>
                    <a:pt x="477868" y="623005"/>
                    <a:pt x="480023" y="618296"/>
                  </a:cubicBezTo>
                  <a:cubicBezTo>
                    <a:pt x="510988" y="549502"/>
                    <a:pt x="540876" y="480269"/>
                    <a:pt x="565297" y="408841"/>
                  </a:cubicBezTo>
                  <a:cubicBezTo>
                    <a:pt x="576310" y="376599"/>
                    <a:pt x="586925" y="344118"/>
                    <a:pt x="592312" y="310359"/>
                  </a:cubicBezTo>
                  <a:cubicBezTo>
                    <a:pt x="598457" y="271652"/>
                    <a:pt x="583932" y="239170"/>
                    <a:pt x="559751" y="209961"/>
                  </a:cubicBezTo>
                  <a:cubicBezTo>
                    <a:pt x="554523" y="203656"/>
                    <a:pt x="544068" y="198548"/>
                    <a:pt x="545545" y="190647"/>
                  </a:cubicBezTo>
                  <a:cubicBezTo>
                    <a:pt x="546782" y="183944"/>
                    <a:pt x="555481" y="178477"/>
                    <a:pt x="561307" y="172850"/>
                  </a:cubicBezTo>
                  <a:cubicBezTo>
                    <a:pt x="621242" y="115110"/>
                    <a:pt x="684091" y="61160"/>
                    <a:pt x="758192" y="21895"/>
                  </a:cubicBezTo>
                  <a:cubicBezTo>
                    <a:pt x="777426" y="11719"/>
                    <a:pt x="797777" y="4497"/>
                    <a:pt x="819205" y="866"/>
                  </a:cubicBezTo>
                  <a:close/>
                </a:path>
              </a:pathLst>
            </a:custGeom>
            <a:solidFill>
              <a:srgbClr val="F0D7C2"/>
            </a:solidFill>
            <a:ln w="65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F75BCB3-A26B-44B4-BF45-103D2D5E049A}"/>
                </a:ext>
              </a:extLst>
            </p:cNvPr>
            <p:cNvSpPr/>
            <p:nvPr/>
          </p:nvSpPr>
          <p:spPr>
            <a:xfrm>
              <a:off x="8406808" y="3813646"/>
              <a:ext cx="221032" cy="46732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D9361AD-2D0E-405B-98D3-670CA7B6DB7B}"/>
                </a:ext>
              </a:extLst>
            </p:cNvPr>
            <p:cNvSpPr/>
            <p:nvPr/>
          </p:nvSpPr>
          <p:spPr>
            <a:xfrm>
              <a:off x="8401622" y="4288743"/>
              <a:ext cx="221032" cy="46732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2CF3F58-A63F-4F68-A3C1-6C72DCAFEF1E}"/>
                </a:ext>
              </a:extLst>
            </p:cNvPr>
            <p:cNvSpPr/>
            <p:nvPr/>
          </p:nvSpPr>
          <p:spPr>
            <a:xfrm rot="21396034">
              <a:off x="8571165" y="3539811"/>
              <a:ext cx="898509" cy="7155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B1F3C2F-A1B4-4C3D-A3E2-D25B63AA2D44}"/>
                </a:ext>
              </a:extLst>
            </p:cNvPr>
            <p:cNvSpPr/>
            <p:nvPr/>
          </p:nvSpPr>
          <p:spPr>
            <a:xfrm rot="203966" flipH="1">
              <a:off x="8571143" y="4324264"/>
              <a:ext cx="924904" cy="71559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915DAF89-F11D-472C-864A-7269AEDA578B}"/>
              </a:ext>
            </a:extLst>
          </p:cNvPr>
          <p:cNvSpPr txBox="1"/>
          <p:nvPr/>
        </p:nvSpPr>
        <p:spPr>
          <a:xfrm>
            <a:off x="7317951" y="92333"/>
            <a:ext cx="4910977" cy="1477328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r"/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All transactions are connected around the world</a:t>
            </a:r>
            <a:endParaRPr lang="ko-KR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AC967CF-3AB9-463C-A2FB-043A1A395816}"/>
              </a:ext>
            </a:extLst>
          </p:cNvPr>
          <p:cNvSpPr txBox="1"/>
          <p:nvPr/>
        </p:nvSpPr>
        <p:spPr>
          <a:xfrm>
            <a:off x="2550424" y="5941226"/>
            <a:ext cx="16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Fast process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D92AA7C-3448-4468-A568-AF2C9752C5AA}"/>
              </a:ext>
            </a:extLst>
          </p:cNvPr>
          <p:cNvSpPr txBox="1"/>
          <p:nvPr/>
        </p:nvSpPr>
        <p:spPr>
          <a:xfrm>
            <a:off x="5340244" y="5941226"/>
            <a:ext cx="16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Easy Registration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476FBE8-00C8-4161-A1DE-20F2F2E79609}"/>
              </a:ext>
            </a:extLst>
          </p:cNvPr>
          <p:cNvSpPr txBox="1"/>
          <p:nvPr/>
        </p:nvSpPr>
        <p:spPr>
          <a:xfrm>
            <a:off x="8313603" y="5941226"/>
            <a:ext cx="16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physical cash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8" name="Rectangle 30">
            <a:extLst>
              <a:ext uri="{FF2B5EF4-FFF2-40B4-BE49-F238E27FC236}">
                <a16:creationId xmlns:a16="http://schemas.microsoft.com/office/drawing/2014/main" id="{F976F230-3520-48A5-9873-46DD00A879CA}"/>
              </a:ext>
            </a:extLst>
          </p:cNvPr>
          <p:cNvSpPr/>
          <p:nvPr/>
        </p:nvSpPr>
        <p:spPr>
          <a:xfrm>
            <a:off x="2128268" y="5943751"/>
            <a:ext cx="272745" cy="271948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79" name="Rounded Rectangle 5">
            <a:extLst>
              <a:ext uri="{FF2B5EF4-FFF2-40B4-BE49-F238E27FC236}">
                <a16:creationId xmlns:a16="http://schemas.microsoft.com/office/drawing/2014/main" id="{EFA845F2-3CF4-42D7-855D-391AB3AC506E}"/>
              </a:ext>
            </a:extLst>
          </p:cNvPr>
          <p:cNvSpPr/>
          <p:nvPr/>
        </p:nvSpPr>
        <p:spPr>
          <a:xfrm flipH="1">
            <a:off x="4927273" y="5940814"/>
            <a:ext cx="336779" cy="277822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0" name="Rounded Rectangle 27">
            <a:extLst>
              <a:ext uri="{FF2B5EF4-FFF2-40B4-BE49-F238E27FC236}">
                <a16:creationId xmlns:a16="http://schemas.microsoft.com/office/drawing/2014/main" id="{A7D795C1-D470-4056-B9F5-A88E6D5E9058}"/>
              </a:ext>
            </a:extLst>
          </p:cNvPr>
          <p:cNvSpPr/>
          <p:nvPr/>
        </p:nvSpPr>
        <p:spPr>
          <a:xfrm>
            <a:off x="7807705" y="5965334"/>
            <a:ext cx="297841" cy="22878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46ACBC3-3240-4326-8EB1-92C943F1CE7D}"/>
              </a:ext>
            </a:extLst>
          </p:cNvPr>
          <p:cNvSpPr txBox="1"/>
          <p:nvPr/>
        </p:nvSpPr>
        <p:spPr>
          <a:xfrm>
            <a:off x="9427858" y="3039978"/>
            <a:ext cx="248982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People</a:t>
            </a:r>
          </a:p>
          <a:p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can do transactions</a:t>
            </a:r>
          </a:p>
          <a:p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Easily</a:t>
            </a:r>
            <a:endParaRPr lang="ko-KR" altLang="en-US" sz="2000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C4CF6C5-2438-488A-8035-50959FCDB261}"/>
              </a:ext>
            </a:extLst>
          </p:cNvPr>
          <p:cNvSpPr txBox="1"/>
          <p:nvPr/>
        </p:nvSpPr>
        <p:spPr>
          <a:xfrm>
            <a:off x="437556" y="3487018"/>
            <a:ext cx="206105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Mobile Money</a:t>
            </a:r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pPr algn="r"/>
            <a:r>
              <a:rPr lang="en-GB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is used for </a:t>
            </a:r>
            <a:r>
              <a:rPr lang="en-GB" altLang="ko-KR" sz="2000" dirty="0">
                <a:solidFill>
                  <a:schemeClr val="accent1"/>
                </a:solidFill>
                <a:cs typeface="Arial" pitchFamily="34" charset="0"/>
              </a:rPr>
              <a:t>Payment</a:t>
            </a:r>
            <a:endParaRPr lang="ko-KR" altLang="en-US" sz="2000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9678EA5D-DF6C-787C-18DF-FB82F02C2A23}"/>
              </a:ext>
            </a:extLst>
          </p:cNvPr>
          <p:cNvGrpSpPr/>
          <p:nvPr/>
        </p:nvGrpSpPr>
        <p:grpSpPr>
          <a:xfrm>
            <a:off x="3315464" y="1157828"/>
            <a:ext cx="1576880" cy="3147176"/>
            <a:chOff x="3315464" y="1157828"/>
            <a:chExt cx="1576880" cy="3147176"/>
          </a:xfrm>
        </p:grpSpPr>
        <p:grpSp>
          <p:nvGrpSpPr>
            <p:cNvPr id="161" name="Group 1">
              <a:extLst>
                <a:ext uri="{FF2B5EF4-FFF2-40B4-BE49-F238E27FC236}">
                  <a16:creationId xmlns:a16="http://schemas.microsoft.com/office/drawing/2014/main" id="{D80D3FC0-CBEA-6F38-2DAB-CCFB49AB2A35}"/>
                </a:ext>
              </a:extLst>
            </p:cNvPr>
            <p:cNvGrpSpPr/>
            <p:nvPr/>
          </p:nvGrpSpPr>
          <p:grpSpPr>
            <a:xfrm>
              <a:off x="3315464" y="1157828"/>
              <a:ext cx="1576880" cy="3147176"/>
              <a:chOff x="8767903" y="321074"/>
              <a:chExt cx="1576880" cy="3147176"/>
            </a:xfrm>
          </p:grpSpPr>
          <p:sp>
            <p:nvSpPr>
              <p:cNvPr id="185" name="Graphic 2">
                <a:extLst>
                  <a:ext uri="{FF2B5EF4-FFF2-40B4-BE49-F238E27FC236}">
                    <a16:creationId xmlns:a16="http://schemas.microsoft.com/office/drawing/2014/main" id="{FBF0AC85-5C14-9501-6A45-AB174C89913F}"/>
                  </a:ext>
                </a:extLst>
              </p:cNvPr>
              <p:cNvSpPr/>
              <p:nvPr/>
            </p:nvSpPr>
            <p:spPr>
              <a:xfrm>
                <a:off x="8770344" y="321074"/>
                <a:ext cx="1572693" cy="3147176"/>
              </a:xfrm>
              <a:custGeom>
                <a:avLst/>
                <a:gdLst>
                  <a:gd name="connsiteX0" fmla="*/ 2940654 w 3387838"/>
                  <a:gd name="connsiteY0" fmla="*/ 6858876 h 6858875"/>
                  <a:gd name="connsiteX1" fmla="*/ 447185 w 3387838"/>
                  <a:gd name="connsiteY1" fmla="*/ 6858876 h 6858875"/>
                  <a:gd name="connsiteX2" fmla="*/ 0 w 3387838"/>
                  <a:gd name="connsiteY2" fmla="*/ 6411691 h 6858875"/>
                  <a:gd name="connsiteX3" fmla="*/ 0 w 3387838"/>
                  <a:gd name="connsiteY3" fmla="*/ 447185 h 6858875"/>
                  <a:gd name="connsiteX4" fmla="*/ 447185 w 3387838"/>
                  <a:gd name="connsiteY4" fmla="*/ 0 h 6858875"/>
                  <a:gd name="connsiteX5" fmla="*/ 2940654 w 3387838"/>
                  <a:gd name="connsiteY5" fmla="*/ 0 h 6858875"/>
                  <a:gd name="connsiteX6" fmla="*/ 3387838 w 3387838"/>
                  <a:gd name="connsiteY6" fmla="*/ 447185 h 6858875"/>
                  <a:gd name="connsiteX7" fmla="*/ 3387838 w 3387838"/>
                  <a:gd name="connsiteY7" fmla="*/ 6411759 h 6858875"/>
                  <a:gd name="connsiteX8" fmla="*/ 2940654 w 3387838"/>
                  <a:gd name="connsiteY8" fmla="*/ 6858876 h 685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87838" h="6858875">
                    <a:moveTo>
                      <a:pt x="2940654" y="6858876"/>
                    </a:moveTo>
                    <a:lnTo>
                      <a:pt x="447185" y="6858876"/>
                    </a:lnTo>
                    <a:cubicBezTo>
                      <a:pt x="200216" y="6858876"/>
                      <a:pt x="0" y="6658660"/>
                      <a:pt x="0" y="6411691"/>
                    </a:cubicBezTo>
                    <a:lnTo>
                      <a:pt x="0" y="447185"/>
                    </a:lnTo>
                    <a:cubicBezTo>
                      <a:pt x="67" y="200216"/>
                      <a:pt x="200216" y="0"/>
                      <a:pt x="447185" y="0"/>
                    </a:cubicBezTo>
                    <a:lnTo>
                      <a:pt x="2940654" y="0"/>
                    </a:lnTo>
                    <a:cubicBezTo>
                      <a:pt x="3187622" y="0"/>
                      <a:pt x="3387838" y="200216"/>
                      <a:pt x="3387838" y="447185"/>
                    </a:cubicBezTo>
                    <a:lnTo>
                      <a:pt x="3387838" y="6411759"/>
                    </a:lnTo>
                    <a:cubicBezTo>
                      <a:pt x="3387771" y="6658660"/>
                      <a:pt x="3187555" y="6858876"/>
                      <a:pt x="2940654" y="6858876"/>
                    </a:cubicBezTo>
                    <a:close/>
                  </a:path>
                </a:pathLst>
              </a:custGeom>
              <a:solidFill>
                <a:srgbClr val="D0D4D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86" name="Graphic 2">
                <a:extLst>
                  <a:ext uri="{FF2B5EF4-FFF2-40B4-BE49-F238E27FC236}">
                    <a16:creationId xmlns:a16="http://schemas.microsoft.com/office/drawing/2014/main" id="{CEA42DFF-2946-CB64-8A99-FF2CF0F02E82}"/>
                  </a:ext>
                </a:extLst>
              </p:cNvPr>
              <p:cNvSpPr/>
              <p:nvPr/>
            </p:nvSpPr>
            <p:spPr>
              <a:xfrm>
                <a:off x="8791415" y="337581"/>
                <a:ext cx="1530550" cy="3114132"/>
              </a:xfrm>
              <a:custGeom>
                <a:avLst/>
                <a:gdLst>
                  <a:gd name="connsiteX0" fmla="*/ 2858870 w 3305986"/>
                  <a:gd name="connsiteY0" fmla="*/ 6786860 h 6786860"/>
                  <a:gd name="connsiteX1" fmla="*/ 447185 w 3305986"/>
                  <a:gd name="connsiteY1" fmla="*/ 6786860 h 6786860"/>
                  <a:gd name="connsiteX2" fmla="*/ 0 w 3305986"/>
                  <a:gd name="connsiteY2" fmla="*/ 6339676 h 6786860"/>
                  <a:gd name="connsiteX3" fmla="*/ 0 w 3305986"/>
                  <a:gd name="connsiteY3" fmla="*/ 447185 h 6786860"/>
                  <a:gd name="connsiteX4" fmla="*/ 447185 w 3305986"/>
                  <a:gd name="connsiteY4" fmla="*/ 0 h 6786860"/>
                  <a:gd name="connsiteX5" fmla="*/ 2858802 w 3305986"/>
                  <a:gd name="connsiteY5" fmla="*/ 0 h 6786860"/>
                  <a:gd name="connsiteX6" fmla="*/ 3305987 w 3305986"/>
                  <a:gd name="connsiteY6" fmla="*/ 447185 h 6786860"/>
                  <a:gd name="connsiteX7" fmla="*/ 3305987 w 3305986"/>
                  <a:gd name="connsiteY7" fmla="*/ 6339743 h 6786860"/>
                  <a:gd name="connsiteX8" fmla="*/ 2858870 w 3305986"/>
                  <a:gd name="connsiteY8" fmla="*/ 6786860 h 6786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05986" h="6786860">
                    <a:moveTo>
                      <a:pt x="2858870" y="6786860"/>
                    </a:moveTo>
                    <a:lnTo>
                      <a:pt x="447185" y="6786860"/>
                    </a:lnTo>
                    <a:cubicBezTo>
                      <a:pt x="200216" y="6786860"/>
                      <a:pt x="0" y="6586644"/>
                      <a:pt x="0" y="6339676"/>
                    </a:cubicBezTo>
                    <a:lnTo>
                      <a:pt x="0" y="447185"/>
                    </a:lnTo>
                    <a:cubicBezTo>
                      <a:pt x="0" y="200216"/>
                      <a:pt x="200216" y="0"/>
                      <a:pt x="447185" y="0"/>
                    </a:cubicBezTo>
                    <a:lnTo>
                      <a:pt x="2858802" y="0"/>
                    </a:lnTo>
                    <a:cubicBezTo>
                      <a:pt x="3105771" y="0"/>
                      <a:pt x="3305987" y="200216"/>
                      <a:pt x="3305987" y="447185"/>
                    </a:cubicBezTo>
                    <a:lnTo>
                      <a:pt x="3305987" y="6339743"/>
                    </a:lnTo>
                    <a:cubicBezTo>
                      <a:pt x="3305987" y="6586644"/>
                      <a:pt x="3105771" y="6786860"/>
                      <a:pt x="2858870" y="6786860"/>
                    </a:cubicBezTo>
                    <a:close/>
                  </a:path>
                </a:pathLst>
              </a:cu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87" name="Graphic 2">
                <a:extLst>
                  <a:ext uri="{FF2B5EF4-FFF2-40B4-BE49-F238E27FC236}">
                    <a16:creationId xmlns:a16="http://schemas.microsoft.com/office/drawing/2014/main" id="{BDDDB967-FE32-A215-E456-AF6C8F217137}"/>
                  </a:ext>
                </a:extLst>
              </p:cNvPr>
              <p:cNvSpPr/>
              <p:nvPr/>
            </p:nvSpPr>
            <p:spPr>
              <a:xfrm>
                <a:off x="8828208" y="391212"/>
                <a:ext cx="1456965" cy="3006900"/>
              </a:xfrm>
              <a:custGeom>
                <a:avLst/>
                <a:gdLst>
                  <a:gd name="connsiteX0" fmla="*/ 2682906 w 3006269"/>
                  <a:gd name="connsiteY0" fmla="*/ 0 h 6553162"/>
                  <a:gd name="connsiteX1" fmla="*/ 2383121 w 3006269"/>
                  <a:gd name="connsiteY1" fmla="*/ 0 h 6553162"/>
                  <a:gd name="connsiteX2" fmla="*/ 2355366 w 3006269"/>
                  <a:gd name="connsiteY2" fmla="*/ 27755 h 6553162"/>
                  <a:gd name="connsiteX3" fmla="*/ 2355366 w 3006269"/>
                  <a:gd name="connsiteY3" fmla="*/ 27755 h 6553162"/>
                  <a:gd name="connsiteX4" fmla="*/ 2140599 w 3006269"/>
                  <a:gd name="connsiteY4" fmla="*/ 242523 h 6553162"/>
                  <a:gd name="connsiteX5" fmla="*/ 852197 w 3006269"/>
                  <a:gd name="connsiteY5" fmla="*/ 242523 h 6553162"/>
                  <a:gd name="connsiteX6" fmla="*/ 637430 w 3006269"/>
                  <a:gd name="connsiteY6" fmla="*/ 27755 h 6553162"/>
                  <a:gd name="connsiteX7" fmla="*/ 637430 w 3006269"/>
                  <a:gd name="connsiteY7" fmla="*/ 27755 h 6553162"/>
                  <a:gd name="connsiteX8" fmla="*/ 609675 w 3006269"/>
                  <a:gd name="connsiteY8" fmla="*/ 0 h 6553162"/>
                  <a:gd name="connsiteX9" fmla="*/ 323363 w 3006269"/>
                  <a:gd name="connsiteY9" fmla="*/ 0 h 6553162"/>
                  <a:gd name="connsiteX10" fmla="*/ 0 w 3006269"/>
                  <a:gd name="connsiteY10" fmla="*/ 323363 h 6553162"/>
                  <a:gd name="connsiteX11" fmla="*/ 0 w 3006269"/>
                  <a:gd name="connsiteY11" fmla="*/ 6229799 h 6553162"/>
                  <a:gd name="connsiteX12" fmla="*/ 323363 w 3006269"/>
                  <a:gd name="connsiteY12" fmla="*/ 6553163 h 6553162"/>
                  <a:gd name="connsiteX13" fmla="*/ 2682906 w 3006269"/>
                  <a:gd name="connsiteY13" fmla="*/ 6553163 h 6553162"/>
                  <a:gd name="connsiteX14" fmla="*/ 3006269 w 3006269"/>
                  <a:gd name="connsiteY14" fmla="*/ 6229799 h 6553162"/>
                  <a:gd name="connsiteX15" fmla="*/ 3006269 w 3006269"/>
                  <a:gd name="connsiteY15" fmla="*/ 323363 h 6553162"/>
                  <a:gd name="connsiteX16" fmla="*/ 2682906 w 3006269"/>
                  <a:gd name="connsiteY16" fmla="*/ 0 h 6553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006269" h="6553162">
                    <a:moveTo>
                      <a:pt x="2682906" y="0"/>
                    </a:moveTo>
                    <a:lnTo>
                      <a:pt x="2383121" y="0"/>
                    </a:lnTo>
                    <a:cubicBezTo>
                      <a:pt x="2367761" y="0"/>
                      <a:pt x="2355366" y="12463"/>
                      <a:pt x="2355366" y="27755"/>
                    </a:cubicBezTo>
                    <a:lnTo>
                      <a:pt x="2355366" y="27755"/>
                    </a:lnTo>
                    <a:cubicBezTo>
                      <a:pt x="2355366" y="146322"/>
                      <a:pt x="2259233" y="242523"/>
                      <a:pt x="2140599" y="242523"/>
                    </a:cubicBezTo>
                    <a:lnTo>
                      <a:pt x="852197" y="242523"/>
                    </a:lnTo>
                    <a:cubicBezTo>
                      <a:pt x="733631" y="242523"/>
                      <a:pt x="637430" y="146389"/>
                      <a:pt x="637430" y="27755"/>
                    </a:cubicBezTo>
                    <a:lnTo>
                      <a:pt x="637430" y="27755"/>
                    </a:lnTo>
                    <a:cubicBezTo>
                      <a:pt x="637430" y="12396"/>
                      <a:pt x="624967" y="0"/>
                      <a:pt x="609675" y="0"/>
                    </a:cubicBezTo>
                    <a:lnTo>
                      <a:pt x="323363" y="0"/>
                    </a:lnTo>
                    <a:cubicBezTo>
                      <a:pt x="144772" y="0"/>
                      <a:pt x="0" y="144773"/>
                      <a:pt x="0" y="323363"/>
                    </a:cubicBezTo>
                    <a:lnTo>
                      <a:pt x="0" y="6229799"/>
                    </a:lnTo>
                    <a:cubicBezTo>
                      <a:pt x="0" y="6408390"/>
                      <a:pt x="144772" y="6553163"/>
                      <a:pt x="323363" y="6553163"/>
                    </a:cubicBezTo>
                    <a:lnTo>
                      <a:pt x="2682906" y="6553163"/>
                    </a:lnTo>
                    <a:cubicBezTo>
                      <a:pt x="2861497" y="6553163"/>
                      <a:pt x="3006269" y="6408390"/>
                      <a:pt x="3006269" y="6229799"/>
                    </a:cubicBezTo>
                    <a:lnTo>
                      <a:pt x="3006269" y="323363"/>
                    </a:lnTo>
                    <a:cubicBezTo>
                      <a:pt x="3006269" y="144773"/>
                      <a:pt x="2861497" y="0"/>
                      <a:pt x="2682906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88" name="Graphic 2">
                <a:extLst>
                  <a:ext uri="{FF2B5EF4-FFF2-40B4-BE49-F238E27FC236}">
                    <a16:creationId xmlns:a16="http://schemas.microsoft.com/office/drawing/2014/main" id="{FCBCA461-EA9E-ED7B-BFBC-A63413BE1F8B}"/>
                  </a:ext>
                </a:extLst>
              </p:cNvPr>
              <p:cNvSpPr/>
              <p:nvPr/>
            </p:nvSpPr>
            <p:spPr>
              <a:xfrm>
                <a:off x="8768181" y="768762"/>
                <a:ext cx="11004" cy="107231"/>
              </a:xfrm>
              <a:custGeom>
                <a:avLst/>
                <a:gdLst>
                  <a:gd name="connsiteX0" fmla="*/ 15158 w 23982"/>
                  <a:gd name="connsiteY0" fmla="*/ 233697 h 233697"/>
                  <a:gd name="connsiteX1" fmla="*/ 0 w 23982"/>
                  <a:gd name="connsiteY1" fmla="*/ 233697 h 233697"/>
                  <a:gd name="connsiteX2" fmla="*/ 0 w 23982"/>
                  <a:gd name="connsiteY2" fmla="*/ 0 h 233697"/>
                  <a:gd name="connsiteX3" fmla="*/ 15158 w 23982"/>
                  <a:gd name="connsiteY3" fmla="*/ 0 h 233697"/>
                  <a:gd name="connsiteX4" fmla="*/ 23983 w 23982"/>
                  <a:gd name="connsiteY4" fmla="*/ 8825 h 233697"/>
                  <a:gd name="connsiteX5" fmla="*/ 23983 w 23982"/>
                  <a:gd name="connsiteY5" fmla="*/ 224805 h 233697"/>
                  <a:gd name="connsiteX6" fmla="*/ 15158 w 23982"/>
                  <a:gd name="connsiteY6" fmla="*/ 233697 h 23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982" h="233697">
                    <a:moveTo>
                      <a:pt x="15158" y="233697"/>
                    </a:moveTo>
                    <a:lnTo>
                      <a:pt x="0" y="233697"/>
                    </a:lnTo>
                    <a:lnTo>
                      <a:pt x="0" y="0"/>
                    </a:lnTo>
                    <a:lnTo>
                      <a:pt x="15158" y="0"/>
                    </a:lnTo>
                    <a:cubicBezTo>
                      <a:pt x="20008" y="0"/>
                      <a:pt x="23983" y="3975"/>
                      <a:pt x="23983" y="8825"/>
                    </a:cubicBezTo>
                    <a:lnTo>
                      <a:pt x="23983" y="224805"/>
                    </a:lnTo>
                    <a:cubicBezTo>
                      <a:pt x="23983" y="229723"/>
                      <a:pt x="20008" y="233697"/>
                      <a:pt x="15158" y="233697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89" name="Graphic 2">
                <a:extLst>
                  <a:ext uri="{FF2B5EF4-FFF2-40B4-BE49-F238E27FC236}">
                    <a16:creationId xmlns:a16="http://schemas.microsoft.com/office/drawing/2014/main" id="{68E1F8E4-8B1D-D83A-9CD5-1520B15D22F2}"/>
                  </a:ext>
                </a:extLst>
              </p:cNvPr>
              <p:cNvSpPr/>
              <p:nvPr/>
            </p:nvSpPr>
            <p:spPr>
              <a:xfrm>
                <a:off x="8768181" y="998836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5"/>
                  <a:gd name="connsiteX1" fmla="*/ 10105 w 33481"/>
                  <a:gd name="connsiteY1" fmla="*/ 466115 h 466115"/>
                  <a:gd name="connsiteX2" fmla="*/ 0 w 33481"/>
                  <a:gd name="connsiteY2" fmla="*/ 456010 h 466115"/>
                  <a:gd name="connsiteX3" fmla="*/ 0 w 33481"/>
                  <a:gd name="connsiteY3" fmla="*/ 10105 h 466115"/>
                  <a:gd name="connsiteX4" fmla="*/ 10105 w 33481"/>
                  <a:gd name="connsiteY4" fmla="*/ 0 h 466115"/>
                  <a:gd name="connsiteX5" fmla="*/ 24656 w 33481"/>
                  <a:gd name="connsiteY5" fmla="*/ 0 h 466115"/>
                  <a:gd name="connsiteX6" fmla="*/ 33482 w 33481"/>
                  <a:gd name="connsiteY6" fmla="*/ 8825 h 466115"/>
                  <a:gd name="connsiteX7" fmla="*/ 33482 w 33481"/>
                  <a:gd name="connsiteY7" fmla="*/ 457223 h 466115"/>
                  <a:gd name="connsiteX8" fmla="*/ 24656 w 33481"/>
                  <a:gd name="connsiteY8" fmla="*/ 466115 h 466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5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3"/>
                    </a:lnTo>
                    <a:cubicBezTo>
                      <a:pt x="33482" y="462140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0" name="Graphic 2">
                <a:extLst>
                  <a:ext uri="{FF2B5EF4-FFF2-40B4-BE49-F238E27FC236}">
                    <a16:creationId xmlns:a16="http://schemas.microsoft.com/office/drawing/2014/main" id="{7CC21371-658F-D74B-2B61-0A5E4C7096F4}"/>
                  </a:ext>
                </a:extLst>
              </p:cNvPr>
              <p:cNvSpPr/>
              <p:nvPr/>
            </p:nvSpPr>
            <p:spPr>
              <a:xfrm>
                <a:off x="8768212" y="1014199"/>
                <a:ext cx="8686" cy="179100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1" name="Graphic 2">
                <a:extLst>
                  <a:ext uri="{FF2B5EF4-FFF2-40B4-BE49-F238E27FC236}">
                    <a16:creationId xmlns:a16="http://schemas.microsoft.com/office/drawing/2014/main" id="{FC908439-6777-11F8-0A99-629F3E1B56F9}"/>
                  </a:ext>
                </a:extLst>
              </p:cNvPr>
              <p:cNvSpPr/>
              <p:nvPr/>
            </p:nvSpPr>
            <p:spPr>
              <a:xfrm>
                <a:off x="8767903" y="1284426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4"/>
                  <a:gd name="connsiteX1" fmla="*/ 10105 w 33481"/>
                  <a:gd name="connsiteY1" fmla="*/ 466115 h 466114"/>
                  <a:gd name="connsiteX2" fmla="*/ 0 w 33481"/>
                  <a:gd name="connsiteY2" fmla="*/ 456010 h 466114"/>
                  <a:gd name="connsiteX3" fmla="*/ 0 w 33481"/>
                  <a:gd name="connsiteY3" fmla="*/ 10105 h 466114"/>
                  <a:gd name="connsiteX4" fmla="*/ 10105 w 33481"/>
                  <a:gd name="connsiteY4" fmla="*/ 0 h 466114"/>
                  <a:gd name="connsiteX5" fmla="*/ 24656 w 33481"/>
                  <a:gd name="connsiteY5" fmla="*/ 0 h 466114"/>
                  <a:gd name="connsiteX6" fmla="*/ 33482 w 33481"/>
                  <a:gd name="connsiteY6" fmla="*/ 8825 h 466114"/>
                  <a:gd name="connsiteX7" fmla="*/ 33482 w 33481"/>
                  <a:gd name="connsiteY7" fmla="*/ 457222 h 466114"/>
                  <a:gd name="connsiteX8" fmla="*/ 24656 w 33481"/>
                  <a:gd name="connsiteY8" fmla="*/ 466115 h 466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4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2"/>
                    </a:lnTo>
                    <a:cubicBezTo>
                      <a:pt x="33482" y="462208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2" name="Graphic 2">
                <a:extLst>
                  <a:ext uri="{FF2B5EF4-FFF2-40B4-BE49-F238E27FC236}">
                    <a16:creationId xmlns:a16="http://schemas.microsoft.com/office/drawing/2014/main" id="{CD584756-1BDD-A9C0-4848-8D3DA9294EF2}"/>
                  </a:ext>
                </a:extLst>
              </p:cNvPr>
              <p:cNvSpPr/>
              <p:nvPr/>
            </p:nvSpPr>
            <p:spPr>
              <a:xfrm>
                <a:off x="8767903" y="1299789"/>
                <a:ext cx="8686" cy="179100"/>
              </a:xfrm>
              <a:custGeom>
                <a:avLst/>
                <a:gdLst>
                  <a:gd name="connsiteX0" fmla="*/ 17718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718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718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91" y="390327"/>
                      <a:pt x="17718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3" name="Graphic 2">
                <a:extLst>
                  <a:ext uri="{FF2B5EF4-FFF2-40B4-BE49-F238E27FC236}">
                    <a16:creationId xmlns:a16="http://schemas.microsoft.com/office/drawing/2014/main" id="{587DDE0A-E53E-A45C-7531-E83B11C09D70}"/>
                  </a:ext>
                </a:extLst>
              </p:cNvPr>
              <p:cNvSpPr/>
              <p:nvPr/>
            </p:nvSpPr>
            <p:spPr>
              <a:xfrm>
                <a:off x="10329421" y="1070581"/>
                <a:ext cx="15362" cy="346145"/>
              </a:xfrm>
              <a:custGeom>
                <a:avLst/>
                <a:gdLst>
                  <a:gd name="connsiteX0" fmla="*/ 24656 w 33481"/>
                  <a:gd name="connsiteY0" fmla="*/ 754380 h 754380"/>
                  <a:gd name="connsiteX1" fmla="*/ 10105 w 33481"/>
                  <a:gd name="connsiteY1" fmla="*/ 754380 h 754380"/>
                  <a:gd name="connsiteX2" fmla="*/ 0 w 33481"/>
                  <a:gd name="connsiteY2" fmla="*/ 744275 h 754380"/>
                  <a:gd name="connsiteX3" fmla="*/ 0 w 33481"/>
                  <a:gd name="connsiteY3" fmla="*/ 10105 h 754380"/>
                  <a:gd name="connsiteX4" fmla="*/ 10105 w 33481"/>
                  <a:gd name="connsiteY4" fmla="*/ 0 h 754380"/>
                  <a:gd name="connsiteX5" fmla="*/ 24656 w 33481"/>
                  <a:gd name="connsiteY5" fmla="*/ 0 h 754380"/>
                  <a:gd name="connsiteX6" fmla="*/ 33482 w 33481"/>
                  <a:gd name="connsiteY6" fmla="*/ 8825 h 754380"/>
                  <a:gd name="connsiteX7" fmla="*/ 33482 w 33481"/>
                  <a:gd name="connsiteY7" fmla="*/ 745555 h 754380"/>
                  <a:gd name="connsiteX8" fmla="*/ 24656 w 33481"/>
                  <a:gd name="connsiteY8" fmla="*/ 754380 h 75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754380">
                    <a:moveTo>
                      <a:pt x="24656" y="754380"/>
                    </a:moveTo>
                    <a:lnTo>
                      <a:pt x="10105" y="754380"/>
                    </a:lnTo>
                    <a:cubicBezTo>
                      <a:pt x="4514" y="754380"/>
                      <a:pt x="0" y="749866"/>
                      <a:pt x="0" y="744275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745555"/>
                    </a:lnTo>
                    <a:cubicBezTo>
                      <a:pt x="33482" y="750405"/>
                      <a:pt x="29507" y="754380"/>
                      <a:pt x="24656" y="754380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4" name="Graphic 2">
                <a:extLst>
                  <a:ext uri="{FF2B5EF4-FFF2-40B4-BE49-F238E27FC236}">
                    <a16:creationId xmlns:a16="http://schemas.microsoft.com/office/drawing/2014/main" id="{59E0829E-2FB2-4D71-E65E-88FEB3F1612B}"/>
                  </a:ext>
                </a:extLst>
              </p:cNvPr>
              <p:cNvSpPr/>
              <p:nvPr/>
            </p:nvSpPr>
            <p:spPr>
              <a:xfrm>
                <a:off x="10336097" y="1095464"/>
                <a:ext cx="8686" cy="289856"/>
              </a:xfrm>
              <a:custGeom>
                <a:avLst/>
                <a:gdLst>
                  <a:gd name="connsiteX0" fmla="*/ 17650 w 18930"/>
                  <a:gd name="connsiteY0" fmla="*/ 631704 h 631704"/>
                  <a:gd name="connsiteX1" fmla="*/ 1886 w 18930"/>
                  <a:gd name="connsiteY1" fmla="*/ 631704 h 631704"/>
                  <a:gd name="connsiteX2" fmla="*/ 0 w 18930"/>
                  <a:gd name="connsiteY2" fmla="*/ 629818 h 631704"/>
                  <a:gd name="connsiteX3" fmla="*/ 0 w 18930"/>
                  <a:gd name="connsiteY3" fmla="*/ 1886 h 631704"/>
                  <a:gd name="connsiteX4" fmla="*/ 1886 w 18930"/>
                  <a:gd name="connsiteY4" fmla="*/ 0 h 631704"/>
                  <a:gd name="connsiteX5" fmla="*/ 17650 w 18930"/>
                  <a:gd name="connsiteY5" fmla="*/ 0 h 631704"/>
                  <a:gd name="connsiteX6" fmla="*/ 18930 w 18930"/>
                  <a:gd name="connsiteY6" fmla="*/ 1280 h 631704"/>
                  <a:gd name="connsiteX7" fmla="*/ 18930 w 18930"/>
                  <a:gd name="connsiteY7" fmla="*/ 630491 h 631704"/>
                  <a:gd name="connsiteX8" fmla="*/ 17650 w 18930"/>
                  <a:gd name="connsiteY8" fmla="*/ 631704 h 631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631704">
                    <a:moveTo>
                      <a:pt x="17650" y="631704"/>
                    </a:moveTo>
                    <a:lnTo>
                      <a:pt x="1886" y="631704"/>
                    </a:lnTo>
                    <a:cubicBezTo>
                      <a:pt x="808" y="631704"/>
                      <a:pt x="0" y="630828"/>
                      <a:pt x="0" y="629818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630491"/>
                    </a:lnTo>
                    <a:cubicBezTo>
                      <a:pt x="18863" y="631098"/>
                      <a:pt x="18324" y="631704"/>
                      <a:pt x="17650" y="631704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5" name="Graphic 2">
                <a:extLst>
                  <a:ext uri="{FF2B5EF4-FFF2-40B4-BE49-F238E27FC236}">
                    <a16:creationId xmlns:a16="http://schemas.microsoft.com/office/drawing/2014/main" id="{7CA7C676-B8B3-2689-20C7-BE2D46C2ADFA}"/>
                  </a:ext>
                </a:extLst>
              </p:cNvPr>
              <p:cNvSpPr/>
              <p:nvPr/>
            </p:nvSpPr>
            <p:spPr>
              <a:xfrm>
                <a:off x="10332357" y="1794710"/>
                <a:ext cx="12426" cy="237214"/>
              </a:xfrm>
              <a:custGeom>
                <a:avLst/>
                <a:gdLst>
                  <a:gd name="connsiteX0" fmla="*/ 18257 w 27081"/>
                  <a:gd name="connsiteY0" fmla="*/ 516977 h 516977"/>
                  <a:gd name="connsiteX1" fmla="*/ 10105 w 27081"/>
                  <a:gd name="connsiteY1" fmla="*/ 516977 h 516977"/>
                  <a:gd name="connsiteX2" fmla="*/ 0 w 27081"/>
                  <a:gd name="connsiteY2" fmla="*/ 506872 h 516977"/>
                  <a:gd name="connsiteX3" fmla="*/ 0 w 27081"/>
                  <a:gd name="connsiteY3" fmla="*/ 10105 h 516977"/>
                  <a:gd name="connsiteX4" fmla="*/ 10105 w 27081"/>
                  <a:gd name="connsiteY4" fmla="*/ 0 h 516977"/>
                  <a:gd name="connsiteX5" fmla="*/ 18257 w 27081"/>
                  <a:gd name="connsiteY5" fmla="*/ 0 h 516977"/>
                  <a:gd name="connsiteX6" fmla="*/ 27082 w 27081"/>
                  <a:gd name="connsiteY6" fmla="*/ 8825 h 516977"/>
                  <a:gd name="connsiteX7" fmla="*/ 27082 w 27081"/>
                  <a:gd name="connsiteY7" fmla="*/ 508152 h 516977"/>
                  <a:gd name="connsiteX8" fmla="*/ 18257 w 27081"/>
                  <a:gd name="connsiteY8" fmla="*/ 516977 h 51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081" h="516977">
                    <a:moveTo>
                      <a:pt x="18257" y="516977"/>
                    </a:moveTo>
                    <a:lnTo>
                      <a:pt x="10105" y="516977"/>
                    </a:lnTo>
                    <a:cubicBezTo>
                      <a:pt x="4514" y="516977"/>
                      <a:pt x="0" y="512464"/>
                      <a:pt x="0" y="506872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18257" y="0"/>
                    </a:lnTo>
                    <a:cubicBezTo>
                      <a:pt x="23107" y="0"/>
                      <a:pt x="27082" y="3975"/>
                      <a:pt x="27082" y="8825"/>
                    </a:cubicBezTo>
                    <a:lnTo>
                      <a:pt x="27082" y="508152"/>
                    </a:lnTo>
                    <a:cubicBezTo>
                      <a:pt x="27082" y="513003"/>
                      <a:pt x="23107" y="516977"/>
                      <a:pt x="18257" y="516977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6" name="Graphic 2">
                <a:extLst>
                  <a:ext uri="{FF2B5EF4-FFF2-40B4-BE49-F238E27FC236}">
                    <a16:creationId xmlns:a16="http://schemas.microsoft.com/office/drawing/2014/main" id="{937FA0A9-3664-EE6A-437D-6DF3AB3CF40E}"/>
                  </a:ext>
                </a:extLst>
              </p:cNvPr>
              <p:cNvSpPr/>
              <p:nvPr/>
            </p:nvSpPr>
            <p:spPr>
              <a:xfrm>
                <a:off x="10337736" y="1811742"/>
                <a:ext cx="7047" cy="198636"/>
              </a:xfrm>
              <a:custGeom>
                <a:avLst/>
                <a:gdLst>
                  <a:gd name="connsiteX0" fmla="*/ 14080 w 15359"/>
                  <a:gd name="connsiteY0" fmla="*/ 432903 h 432902"/>
                  <a:gd name="connsiteX1" fmla="*/ 1886 w 15359"/>
                  <a:gd name="connsiteY1" fmla="*/ 432903 h 432902"/>
                  <a:gd name="connsiteX2" fmla="*/ 0 w 15359"/>
                  <a:gd name="connsiteY2" fmla="*/ 431016 h 432902"/>
                  <a:gd name="connsiteX3" fmla="*/ 0 w 15359"/>
                  <a:gd name="connsiteY3" fmla="*/ 1886 h 432902"/>
                  <a:gd name="connsiteX4" fmla="*/ 1886 w 15359"/>
                  <a:gd name="connsiteY4" fmla="*/ 0 h 432902"/>
                  <a:gd name="connsiteX5" fmla="*/ 14080 w 15359"/>
                  <a:gd name="connsiteY5" fmla="*/ 0 h 432902"/>
                  <a:gd name="connsiteX6" fmla="*/ 15360 w 15359"/>
                  <a:gd name="connsiteY6" fmla="*/ 1280 h 432902"/>
                  <a:gd name="connsiteX7" fmla="*/ 15360 w 15359"/>
                  <a:gd name="connsiteY7" fmla="*/ 431690 h 432902"/>
                  <a:gd name="connsiteX8" fmla="*/ 14080 w 15359"/>
                  <a:gd name="connsiteY8" fmla="*/ 432903 h 4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" h="432902">
                    <a:moveTo>
                      <a:pt x="14080" y="432903"/>
                    </a:moveTo>
                    <a:lnTo>
                      <a:pt x="1886" y="432903"/>
                    </a:lnTo>
                    <a:cubicBezTo>
                      <a:pt x="808" y="432903"/>
                      <a:pt x="0" y="432027"/>
                      <a:pt x="0" y="431016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4080" y="0"/>
                    </a:lnTo>
                    <a:cubicBezTo>
                      <a:pt x="14753" y="0"/>
                      <a:pt x="15360" y="539"/>
                      <a:pt x="15360" y="1280"/>
                    </a:cubicBezTo>
                    <a:lnTo>
                      <a:pt x="15360" y="431690"/>
                    </a:lnTo>
                    <a:cubicBezTo>
                      <a:pt x="15360" y="432364"/>
                      <a:pt x="14821" y="432903"/>
                      <a:pt x="14080" y="432903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7" name="Oval 216">
                <a:extLst>
                  <a:ext uri="{FF2B5EF4-FFF2-40B4-BE49-F238E27FC236}">
                    <a16:creationId xmlns:a16="http://schemas.microsoft.com/office/drawing/2014/main" id="{3CD594D2-DA20-3522-79F1-8DA2694B09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4828" y="385879"/>
                <a:ext cx="73152" cy="7315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8" name="Oval 217">
                <a:extLst>
                  <a:ext uri="{FF2B5EF4-FFF2-40B4-BE49-F238E27FC236}">
                    <a16:creationId xmlns:a16="http://schemas.microsoft.com/office/drawing/2014/main" id="{72EC0045-9D6C-B645-D99F-E3E6A2E0DD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9400" y="390451"/>
                <a:ext cx="64008" cy="64008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9" name="Oval 218">
                <a:extLst>
                  <a:ext uri="{FF2B5EF4-FFF2-40B4-BE49-F238E27FC236}">
                    <a16:creationId xmlns:a16="http://schemas.microsoft.com/office/drawing/2014/main" id="{6D78E6BF-BADD-A2D6-3ADC-B11A9279A858}"/>
                  </a:ext>
                </a:extLst>
              </p:cNvPr>
              <p:cNvSpPr/>
              <p:nvPr/>
            </p:nvSpPr>
            <p:spPr>
              <a:xfrm>
                <a:off x="9835585" y="406636"/>
                <a:ext cx="31638" cy="3163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00" name="Oval 219">
                <a:extLst>
                  <a:ext uri="{FF2B5EF4-FFF2-40B4-BE49-F238E27FC236}">
                    <a16:creationId xmlns:a16="http://schemas.microsoft.com/office/drawing/2014/main" id="{79EC5333-D716-DFB1-CB41-ADE96139F3FD}"/>
                  </a:ext>
                </a:extLst>
              </p:cNvPr>
              <p:cNvSpPr/>
              <p:nvPr/>
            </p:nvSpPr>
            <p:spPr>
              <a:xfrm>
                <a:off x="9843013" y="414064"/>
                <a:ext cx="16783" cy="16783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01" name="Graphic 2">
                <a:extLst>
                  <a:ext uri="{FF2B5EF4-FFF2-40B4-BE49-F238E27FC236}">
                    <a16:creationId xmlns:a16="http://schemas.microsoft.com/office/drawing/2014/main" id="{61CA4DC5-D077-4BBE-4522-2285012529B5}"/>
                  </a:ext>
                </a:extLst>
              </p:cNvPr>
              <p:cNvSpPr/>
              <p:nvPr userDrawn="1"/>
            </p:nvSpPr>
            <p:spPr>
              <a:xfrm flipH="1">
                <a:off x="8769273" y="781546"/>
                <a:ext cx="5842" cy="81663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202" name="직사각형 113">
              <a:extLst>
                <a:ext uri="{FF2B5EF4-FFF2-40B4-BE49-F238E27FC236}">
                  <a16:creationId xmlns:a16="http://schemas.microsoft.com/office/drawing/2014/main" id="{85C68C1A-00CB-12E8-B0DC-DE8F6BB68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149" y="3174737"/>
              <a:ext cx="10855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28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charset="0"/>
                </a:rPr>
                <a:t>3.00</a:t>
              </a:r>
              <a:endParaRPr lang="ko-KR" altLang="en-US" sz="2800" spc="3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207" name="Group 192">
              <a:extLst>
                <a:ext uri="{FF2B5EF4-FFF2-40B4-BE49-F238E27FC236}">
                  <a16:creationId xmlns:a16="http://schemas.microsoft.com/office/drawing/2014/main" id="{52AC2A38-393F-8C30-E729-17F0603387C8}"/>
                </a:ext>
              </a:extLst>
            </p:cNvPr>
            <p:cNvGrpSpPr/>
            <p:nvPr/>
          </p:nvGrpSpPr>
          <p:grpSpPr>
            <a:xfrm>
              <a:off x="3816956" y="2577678"/>
              <a:ext cx="573895" cy="350532"/>
              <a:chOff x="2843095" y="1894766"/>
              <a:chExt cx="2535729" cy="1548806"/>
            </a:xfrm>
          </p:grpSpPr>
          <p:sp>
            <p:nvSpPr>
              <p:cNvPr id="208" name="Graphic 2">
                <a:extLst>
                  <a:ext uri="{FF2B5EF4-FFF2-40B4-BE49-F238E27FC236}">
                    <a16:creationId xmlns:a16="http://schemas.microsoft.com/office/drawing/2014/main" id="{E2BE7FDC-E17B-6FC0-1671-819C13B0E42C}"/>
                  </a:ext>
                </a:extLst>
              </p:cNvPr>
              <p:cNvSpPr/>
              <p:nvPr/>
            </p:nvSpPr>
            <p:spPr>
              <a:xfrm>
                <a:off x="2843095" y="1895937"/>
                <a:ext cx="2535729" cy="1547635"/>
              </a:xfrm>
              <a:custGeom>
                <a:avLst/>
                <a:gdLst>
                  <a:gd name="connsiteX0" fmla="*/ 2526260 w 2535729"/>
                  <a:gd name="connsiteY0" fmla="*/ 765576 h 1547635"/>
                  <a:gd name="connsiteX1" fmla="*/ 2528644 w 2535729"/>
                  <a:gd name="connsiteY1" fmla="*/ 746246 h 1547635"/>
                  <a:gd name="connsiteX2" fmla="*/ 2488926 w 2535729"/>
                  <a:gd name="connsiteY2" fmla="*/ 588102 h 1547635"/>
                  <a:gd name="connsiteX3" fmla="*/ 2312378 w 2535729"/>
                  <a:gd name="connsiteY3" fmla="*/ 463453 h 1547635"/>
                  <a:gd name="connsiteX4" fmla="*/ 2299470 w 2535729"/>
                  <a:gd name="connsiteY4" fmla="*/ 443925 h 1547635"/>
                  <a:gd name="connsiteX5" fmla="*/ 2189318 w 2535729"/>
                  <a:gd name="connsiteY5" fmla="*/ 245798 h 1547635"/>
                  <a:gd name="connsiteX6" fmla="*/ 1516360 w 2535729"/>
                  <a:gd name="connsiteY6" fmla="*/ 24170 h 1547635"/>
                  <a:gd name="connsiteX7" fmla="*/ 769262 w 2535729"/>
                  <a:gd name="connsiteY7" fmla="*/ 25428 h 1547635"/>
                  <a:gd name="connsiteX8" fmla="*/ 67972 w 2535729"/>
                  <a:gd name="connsiteY8" fmla="*/ 287369 h 1547635"/>
                  <a:gd name="connsiteX9" fmla="*/ 30041 w 2535729"/>
                  <a:gd name="connsiteY9" fmla="*/ 655755 h 1547635"/>
                  <a:gd name="connsiteX10" fmla="*/ 74128 w 2535729"/>
                  <a:gd name="connsiteY10" fmla="*/ 740884 h 1547635"/>
                  <a:gd name="connsiteX11" fmla="*/ 109477 w 2535729"/>
                  <a:gd name="connsiteY11" fmla="*/ 809862 h 1547635"/>
                  <a:gd name="connsiteX12" fmla="*/ 42685 w 2535729"/>
                  <a:gd name="connsiteY12" fmla="*/ 999185 h 1547635"/>
                  <a:gd name="connsiteX13" fmla="*/ 90346 w 2535729"/>
                  <a:gd name="connsiteY13" fmla="*/ 1259273 h 1547635"/>
                  <a:gd name="connsiteX14" fmla="*/ 432055 w 2535729"/>
                  <a:gd name="connsiteY14" fmla="*/ 1459981 h 1547635"/>
                  <a:gd name="connsiteX15" fmla="*/ 868491 w 2535729"/>
                  <a:gd name="connsiteY15" fmla="*/ 1535446 h 1547635"/>
                  <a:gd name="connsiteX16" fmla="*/ 1712767 w 2535729"/>
                  <a:gd name="connsiteY16" fmla="*/ 1501686 h 1547635"/>
                  <a:gd name="connsiteX17" fmla="*/ 2081483 w 2535729"/>
                  <a:gd name="connsiteY17" fmla="*/ 1393520 h 1547635"/>
                  <a:gd name="connsiteX18" fmla="*/ 2330384 w 2535729"/>
                  <a:gd name="connsiteY18" fmla="*/ 1142170 h 1547635"/>
                  <a:gd name="connsiteX19" fmla="*/ 2426104 w 2535729"/>
                  <a:gd name="connsiteY19" fmla="*/ 1066573 h 1547635"/>
                  <a:gd name="connsiteX20" fmla="*/ 2518383 w 2535729"/>
                  <a:gd name="connsiteY20" fmla="*/ 932855 h 1547635"/>
                  <a:gd name="connsiteX21" fmla="*/ 2531358 w 2535729"/>
                  <a:gd name="connsiteY21" fmla="*/ 791922 h 1547635"/>
                  <a:gd name="connsiteX22" fmla="*/ 2526459 w 2535729"/>
                  <a:gd name="connsiteY22" fmla="*/ 772129 h 1547635"/>
                  <a:gd name="connsiteX23" fmla="*/ 2526260 w 2535729"/>
                  <a:gd name="connsiteY23" fmla="*/ 765576 h 154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35729" h="1547635">
                    <a:moveTo>
                      <a:pt x="2526260" y="765576"/>
                    </a:moveTo>
                    <a:cubicBezTo>
                      <a:pt x="2526459" y="759088"/>
                      <a:pt x="2527717" y="752667"/>
                      <a:pt x="2528644" y="746246"/>
                    </a:cubicBezTo>
                    <a:cubicBezTo>
                      <a:pt x="2536852" y="691965"/>
                      <a:pt x="2525334" y="630667"/>
                      <a:pt x="2488926" y="588102"/>
                    </a:cubicBezTo>
                    <a:cubicBezTo>
                      <a:pt x="2445368" y="537130"/>
                      <a:pt x="2366991" y="503370"/>
                      <a:pt x="2312378" y="463453"/>
                    </a:cubicBezTo>
                    <a:cubicBezTo>
                      <a:pt x="2301390" y="461401"/>
                      <a:pt x="2298940" y="453722"/>
                      <a:pt x="2299470" y="443925"/>
                    </a:cubicBezTo>
                    <a:cubicBezTo>
                      <a:pt x="2303971" y="355023"/>
                      <a:pt x="2253331" y="295843"/>
                      <a:pt x="2189318" y="245798"/>
                    </a:cubicBezTo>
                    <a:cubicBezTo>
                      <a:pt x="2000789" y="98245"/>
                      <a:pt x="1747586" y="53628"/>
                      <a:pt x="1516360" y="24170"/>
                    </a:cubicBezTo>
                    <a:cubicBezTo>
                      <a:pt x="1268718" y="-7405"/>
                      <a:pt x="1016706" y="-9127"/>
                      <a:pt x="769262" y="25428"/>
                    </a:cubicBezTo>
                    <a:cubicBezTo>
                      <a:pt x="527180" y="59255"/>
                      <a:pt x="250808" y="112808"/>
                      <a:pt x="67972" y="287369"/>
                    </a:cubicBezTo>
                    <a:cubicBezTo>
                      <a:pt x="-22718" y="373955"/>
                      <a:pt x="-8817" y="547589"/>
                      <a:pt x="30041" y="655755"/>
                    </a:cubicBezTo>
                    <a:cubicBezTo>
                      <a:pt x="40897" y="685941"/>
                      <a:pt x="55725" y="714604"/>
                      <a:pt x="74128" y="740884"/>
                    </a:cubicBezTo>
                    <a:cubicBezTo>
                      <a:pt x="87301" y="759684"/>
                      <a:pt x="133110" y="790863"/>
                      <a:pt x="109477" y="809862"/>
                    </a:cubicBezTo>
                    <a:cubicBezTo>
                      <a:pt x="48046" y="859112"/>
                      <a:pt x="32755" y="924713"/>
                      <a:pt x="42685" y="999185"/>
                    </a:cubicBezTo>
                    <a:cubicBezTo>
                      <a:pt x="45001" y="1084049"/>
                      <a:pt x="43876" y="1185661"/>
                      <a:pt x="90346" y="1259273"/>
                    </a:cubicBezTo>
                    <a:cubicBezTo>
                      <a:pt x="162766" y="1373992"/>
                      <a:pt x="308664" y="1423044"/>
                      <a:pt x="432055" y="1459981"/>
                    </a:cubicBezTo>
                    <a:cubicBezTo>
                      <a:pt x="573849" y="1502480"/>
                      <a:pt x="721269" y="1523464"/>
                      <a:pt x="868491" y="1535446"/>
                    </a:cubicBezTo>
                    <a:cubicBezTo>
                      <a:pt x="1149960" y="1558416"/>
                      <a:pt x="1434475" y="1549877"/>
                      <a:pt x="1712767" y="1501686"/>
                    </a:cubicBezTo>
                    <a:cubicBezTo>
                      <a:pt x="1839004" y="1479841"/>
                      <a:pt x="1965308" y="1448728"/>
                      <a:pt x="2081483" y="1393520"/>
                    </a:cubicBezTo>
                    <a:cubicBezTo>
                      <a:pt x="2181772" y="1345858"/>
                      <a:pt x="2323632" y="1267944"/>
                      <a:pt x="2330384" y="1142170"/>
                    </a:cubicBezTo>
                    <a:cubicBezTo>
                      <a:pt x="2332171" y="1108873"/>
                      <a:pt x="2402671" y="1085572"/>
                      <a:pt x="2426104" y="1066573"/>
                    </a:cubicBezTo>
                    <a:cubicBezTo>
                      <a:pt x="2469397" y="1031423"/>
                      <a:pt x="2502628" y="986740"/>
                      <a:pt x="2518383" y="932855"/>
                    </a:cubicBezTo>
                    <a:cubicBezTo>
                      <a:pt x="2530431" y="891747"/>
                      <a:pt x="2542412" y="833957"/>
                      <a:pt x="2531358" y="791922"/>
                    </a:cubicBezTo>
                    <a:cubicBezTo>
                      <a:pt x="2529636" y="785303"/>
                      <a:pt x="2527187" y="778881"/>
                      <a:pt x="2526459" y="772129"/>
                    </a:cubicBezTo>
                    <a:cubicBezTo>
                      <a:pt x="2526260" y="769879"/>
                      <a:pt x="2526194" y="767694"/>
                      <a:pt x="2526260" y="76557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Graphic 2">
                <a:extLst>
                  <a:ext uri="{FF2B5EF4-FFF2-40B4-BE49-F238E27FC236}">
                    <a16:creationId xmlns:a16="http://schemas.microsoft.com/office/drawing/2014/main" id="{EE1331EE-1D95-E858-DE87-F047B4A61790}"/>
                  </a:ext>
                </a:extLst>
              </p:cNvPr>
              <p:cNvSpPr/>
              <p:nvPr/>
            </p:nvSpPr>
            <p:spPr>
              <a:xfrm>
                <a:off x="2849612" y="1894766"/>
                <a:ext cx="2526437" cy="1153082"/>
              </a:xfrm>
              <a:custGeom>
                <a:avLst/>
                <a:gdLst>
                  <a:gd name="connsiteX0" fmla="*/ 2479827 w 2526438"/>
                  <a:gd name="connsiteY0" fmla="*/ 576496 h 1153080"/>
                  <a:gd name="connsiteX1" fmla="*/ 2305928 w 2526438"/>
                  <a:gd name="connsiteY1" fmla="*/ 464624 h 1153080"/>
                  <a:gd name="connsiteX2" fmla="*/ 2293019 w 2526438"/>
                  <a:gd name="connsiteY2" fmla="*/ 445096 h 1153080"/>
                  <a:gd name="connsiteX3" fmla="*/ 2182868 w 2526438"/>
                  <a:gd name="connsiteY3" fmla="*/ 246968 h 1153080"/>
                  <a:gd name="connsiteX4" fmla="*/ 1494023 w 2526438"/>
                  <a:gd name="connsiteY4" fmla="*/ 20906 h 1153080"/>
                  <a:gd name="connsiteX5" fmla="*/ 717202 w 2526438"/>
                  <a:gd name="connsiteY5" fmla="*/ 32755 h 1153080"/>
                  <a:gd name="connsiteX6" fmla="*/ 61455 w 2526438"/>
                  <a:gd name="connsiteY6" fmla="*/ 288540 h 1153080"/>
                  <a:gd name="connsiteX7" fmla="*/ 157 w 2526438"/>
                  <a:gd name="connsiteY7" fmla="*/ 432518 h 1153080"/>
                  <a:gd name="connsiteX8" fmla="*/ 3069 w 2526438"/>
                  <a:gd name="connsiteY8" fmla="*/ 465153 h 1153080"/>
                  <a:gd name="connsiteX9" fmla="*/ 165517 w 2526438"/>
                  <a:gd name="connsiteY9" fmla="*/ 654013 h 1153080"/>
                  <a:gd name="connsiteX10" fmla="*/ 725940 w 2526438"/>
                  <a:gd name="connsiteY10" fmla="*/ 833605 h 1153080"/>
                  <a:gd name="connsiteX11" fmla="*/ 1357326 w 2526438"/>
                  <a:gd name="connsiteY11" fmla="*/ 857436 h 1153080"/>
                  <a:gd name="connsiteX12" fmla="*/ 1896235 w 2526438"/>
                  <a:gd name="connsiteY12" fmla="*/ 762112 h 1153080"/>
                  <a:gd name="connsiteX13" fmla="*/ 2289842 w 2526438"/>
                  <a:gd name="connsiteY13" fmla="*/ 510962 h 1153080"/>
                  <a:gd name="connsiteX14" fmla="*/ 2289776 w 2526438"/>
                  <a:gd name="connsiteY14" fmla="*/ 542405 h 1153080"/>
                  <a:gd name="connsiteX15" fmla="*/ 2166385 w 2526438"/>
                  <a:gd name="connsiteY15" fmla="*/ 782236 h 1153080"/>
                  <a:gd name="connsiteX16" fmla="*/ 1419154 w 2526438"/>
                  <a:gd name="connsiteY16" fmla="*/ 992610 h 1153080"/>
                  <a:gd name="connsiteX17" fmla="*/ 712436 w 2526438"/>
                  <a:gd name="connsiteY17" fmla="*/ 974539 h 1153080"/>
                  <a:gd name="connsiteX18" fmla="*/ 396676 w 2526438"/>
                  <a:gd name="connsiteY18" fmla="*/ 928201 h 1153080"/>
                  <a:gd name="connsiteX19" fmla="*/ 806038 w 2526438"/>
                  <a:gd name="connsiteY19" fmla="*/ 1089258 h 1153080"/>
                  <a:gd name="connsiteX20" fmla="*/ 1528313 w 2526438"/>
                  <a:gd name="connsiteY20" fmla="*/ 1149364 h 1153080"/>
                  <a:gd name="connsiteX21" fmla="*/ 2404296 w 2526438"/>
                  <a:gd name="connsiteY21" fmla="*/ 921448 h 1153080"/>
                  <a:gd name="connsiteX22" fmla="*/ 2526430 w 2526438"/>
                  <a:gd name="connsiteY22" fmla="*/ 716238 h 1153080"/>
                  <a:gd name="connsiteX23" fmla="*/ 2479827 w 2526438"/>
                  <a:gd name="connsiteY23" fmla="*/ 576496 h 115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26438" h="1153080">
                    <a:moveTo>
                      <a:pt x="2479827" y="576496"/>
                    </a:moveTo>
                    <a:cubicBezTo>
                      <a:pt x="2436071" y="520759"/>
                      <a:pt x="2362725" y="475281"/>
                      <a:pt x="2305928" y="464624"/>
                    </a:cubicBezTo>
                    <a:cubicBezTo>
                      <a:pt x="2294939" y="462571"/>
                      <a:pt x="2292490" y="454893"/>
                      <a:pt x="2293019" y="445096"/>
                    </a:cubicBezTo>
                    <a:cubicBezTo>
                      <a:pt x="2297521" y="356193"/>
                      <a:pt x="2246880" y="297013"/>
                      <a:pt x="2182868" y="246968"/>
                    </a:cubicBezTo>
                    <a:cubicBezTo>
                      <a:pt x="1994405" y="99415"/>
                      <a:pt x="1726440" y="49304"/>
                      <a:pt x="1494023" y="20906"/>
                    </a:cubicBezTo>
                    <a:cubicBezTo>
                      <a:pt x="1236252" y="-10604"/>
                      <a:pt x="973914" y="-6368"/>
                      <a:pt x="717202" y="32755"/>
                    </a:cubicBezTo>
                    <a:cubicBezTo>
                      <a:pt x="485910" y="68038"/>
                      <a:pt x="236480" y="121525"/>
                      <a:pt x="61455" y="288540"/>
                    </a:cubicBezTo>
                    <a:cubicBezTo>
                      <a:pt x="18626" y="329450"/>
                      <a:pt x="-2028" y="375655"/>
                      <a:pt x="157" y="432518"/>
                    </a:cubicBezTo>
                    <a:cubicBezTo>
                      <a:pt x="554" y="442448"/>
                      <a:pt x="3003" y="464094"/>
                      <a:pt x="3069" y="465153"/>
                    </a:cubicBezTo>
                    <a:cubicBezTo>
                      <a:pt x="20148" y="549157"/>
                      <a:pt x="95745" y="610919"/>
                      <a:pt x="165517" y="654013"/>
                    </a:cubicBezTo>
                    <a:cubicBezTo>
                      <a:pt x="334187" y="758273"/>
                      <a:pt x="532049" y="803883"/>
                      <a:pt x="725940" y="833605"/>
                    </a:cubicBezTo>
                    <a:cubicBezTo>
                      <a:pt x="934526" y="865578"/>
                      <a:pt x="1146952" y="872264"/>
                      <a:pt x="1357326" y="857436"/>
                    </a:cubicBezTo>
                    <a:cubicBezTo>
                      <a:pt x="1540294" y="844528"/>
                      <a:pt x="1721542" y="819902"/>
                      <a:pt x="1896235" y="762112"/>
                    </a:cubicBezTo>
                    <a:cubicBezTo>
                      <a:pt x="2047561" y="712068"/>
                      <a:pt x="2195114" y="653417"/>
                      <a:pt x="2289842" y="510962"/>
                    </a:cubicBezTo>
                    <a:cubicBezTo>
                      <a:pt x="2289643" y="522546"/>
                      <a:pt x="2288849" y="532542"/>
                      <a:pt x="2289776" y="542405"/>
                    </a:cubicBezTo>
                    <a:cubicBezTo>
                      <a:pt x="2299705" y="648651"/>
                      <a:pt x="2249263" y="723983"/>
                      <a:pt x="2166385" y="782236"/>
                    </a:cubicBezTo>
                    <a:cubicBezTo>
                      <a:pt x="1958990" y="928068"/>
                      <a:pt x="1666598" y="972619"/>
                      <a:pt x="1419154" y="992610"/>
                    </a:cubicBezTo>
                    <a:cubicBezTo>
                      <a:pt x="1184817" y="1011609"/>
                      <a:pt x="945581" y="1004327"/>
                      <a:pt x="712436" y="974539"/>
                    </a:cubicBezTo>
                    <a:cubicBezTo>
                      <a:pt x="613074" y="961829"/>
                      <a:pt x="519803" y="946074"/>
                      <a:pt x="396676" y="928201"/>
                    </a:cubicBezTo>
                    <a:cubicBezTo>
                      <a:pt x="472604" y="999098"/>
                      <a:pt x="672784" y="1061918"/>
                      <a:pt x="806038" y="1089258"/>
                    </a:cubicBezTo>
                    <a:cubicBezTo>
                      <a:pt x="1044413" y="1138243"/>
                      <a:pt x="1284509" y="1163001"/>
                      <a:pt x="1528313" y="1149364"/>
                    </a:cubicBezTo>
                    <a:cubicBezTo>
                      <a:pt x="1820307" y="1133014"/>
                      <a:pt x="2157912" y="1093296"/>
                      <a:pt x="2404296" y="921448"/>
                    </a:cubicBezTo>
                    <a:cubicBezTo>
                      <a:pt x="2476252" y="871271"/>
                      <a:pt x="2527224" y="808649"/>
                      <a:pt x="2526430" y="716238"/>
                    </a:cubicBezTo>
                    <a:cubicBezTo>
                      <a:pt x="2526032" y="670562"/>
                      <a:pt x="2514250" y="620451"/>
                      <a:pt x="2479827" y="57649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Graphic 2">
                <a:extLst>
                  <a:ext uri="{FF2B5EF4-FFF2-40B4-BE49-F238E27FC236}">
                    <a16:creationId xmlns:a16="http://schemas.microsoft.com/office/drawing/2014/main" id="{9C43C1DA-EA14-715B-D487-C91655F2D44A}"/>
                  </a:ext>
                </a:extLst>
              </p:cNvPr>
              <p:cNvSpPr/>
              <p:nvPr/>
            </p:nvSpPr>
            <p:spPr>
              <a:xfrm>
                <a:off x="2885175" y="2689646"/>
                <a:ext cx="2033644" cy="596335"/>
              </a:xfrm>
              <a:custGeom>
                <a:avLst/>
                <a:gdLst>
                  <a:gd name="connsiteX0" fmla="*/ 80504 w 2033644"/>
                  <a:gd name="connsiteY0" fmla="*/ 0 h 596335"/>
                  <a:gd name="connsiteX1" fmla="*/ 201843 w 2033644"/>
                  <a:gd name="connsiteY1" fmla="*/ 72353 h 596335"/>
                  <a:gd name="connsiteX2" fmla="*/ 219783 w 2033644"/>
                  <a:gd name="connsiteY2" fmla="*/ 103797 h 596335"/>
                  <a:gd name="connsiteX3" fmla="*/ 342843 w 2033644"/>
                  <a:gd name="connsiteY3" fmla="*/ 308478 h 596335"/>
                  <a:gd name="connsiteX4" fmla="*/ 784641 w 2033644"/>
                  <a:gd name="connsiteY4" fmla="*/ 461790 h 596335"/>
                  <a:gd name="connsiteX5" fmla="*/ 1216775 w 2033644"/>
                  <a:gd name="connsiteY5" fmla="*/ 504222 h 596335"/>
                  <a:gd name="connsiteX6" fmla="*/ 1562984 w 2033644"/>
                  <a:gd name="connsiteY6" fmla="*/ 499919 h 596335"/>
                  <a:gd name="connsiteX7" fmla="*/ 1918131 w 2033644"/>
                  <a:gd name="connsiteY7" fmla="*/ 453250 h 596335"/>
                  <a:gd name="connsiteX8" fmla="*/ 2033644 w 2033644"/>
                  <a:gd name="connsiteY8" fmla="*/ 431803 h 596335"/>
                  <a:gd name="connsiteX9" fmla="*/ 1857097 w 2033644"/>
                  <a:gd name="connsiteY9" fmla="*/ 500978 h 596335"/>
                  <a:gd name="connsiteX10" fmla="*/ 1444293 w 2033644"/>
                  <a:gd name="connsiteY10" fmla="*/ 579885 h 596335"/>
                  <a:gd name="connsiteX11" fmla="*/ 1028974 w 2033644"/>
                  <a:gd name="connsiteY11" fmla="*/ 593058 h 596335"/>
                  <a:gd name="connsiteX12" fmla="*/ 366541 w 2033644"/>
                  <a:gd name="connsiteY12" fmla="*/ 478670 h 596335"/>
                  <a:gd name="connsiteX13" fmla="*/ 78783 w 2033644"/>
                  <a:gd name="connsiteY13" fmla="*/ 321717 h 596335"/>
                  <a:gd name="connsiteX14" fmla="*/ 2789 w 2033644"/>
                  <a:gd name="connsiteY14" fmla="*/ 204284 h 596335"/>
                  <a:gd name="connsiteX15" fmla="*/ 69582 w 2033644"/>
                  <a:gd name="connsiteY15" fmla="*/ 15027 h 596335"/>
                  <a:gd name="connsiteX16" fmla="*/ 80504 w 2033644"/>
                  <a:gd name="connsiteY16" fmla="*/ 0 h 59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33644" h="596335">
                    <a:moveTo>
                      <a:pt x="80504" y="0"/>
                    </a:moveTo>
                    <a:cubicBezTo>
                      <a:pt x="119428" y="26677"/>
                      <a:pt x="158418" y="53288"/>
                      <a:pt x="201843" y="72353"/>
                    </a:cubicBezTo>
                    <a:cubicBezTo>
                      <a:pt x="216473" y="78774"/>
                      <a:pt x="220378" y="89167"/>
                      <a:pt x="219783" y="103797"/>
                    </a:cubicBezTo>
                    <a:cubicBezTo>
                      <a:pt x="215612" y="199054"/>
                      <a:pt x="271085" y="260088"/>
                      <a:pt x="342843" y="308478"/>
                    </a:cubicBezTo>
                    <a:cubicBezTo>
                      <a:pt x="476163" y="398439"/>
                      <a:pt x="629211" y="434715"/>
                      <a:pt x="784641" y="461790"/>
                    </a:cubicBezTo>
                    <a:cubicBezTo>
                      <a:pt x="927560" y="486680"/>
                      <a:pt x="1071803" y="496940"/>
                      <a:pt x="1216775" y="504222"/>
                    </a:cubicBezTo>
                    <a:cubicBezTo>
                      <a:pt x="1332685" y="510047"/>
                      <a:pt x="1447934" y="505347"/>
                      <a:pt x="1562984" y="499919"/>
                    </a:cubicBezTo>
                    <a:cubicBezTo>
                      <a:pt x="1682205" y="494226"/>
                      <a:pt x="1801029" y="478273"/>
                      <a:pt x="1918131" y="453250"/>
                    </a:cubicBezTo>
                    <a:cubicBezTo>
                      <a:pt x="1956326" y="445108"/>
                      <a:pt x="1994655" y="437429"/>
                      <a:pt x="2033644" y="431803"/>
                    </a:cubicBezTo>
                    <a:cubicBezTo>
                      <a:pt x="1977840" y="462849"/>
                      <a:pt x="1917601" y="482708"/>
                      <a:pt x="1857097" y="500978"/>
                    </a:cubicBezTo>
                    <a:cubicBezTo>
                      <a:pt x="1722387" y="541689"/>
                      <a:pt x="1583638" y="564130"/>
                      <a:pt x="1444293" y="579885"/>
                    </a:cubicBezTo>
                    <a:cubicBezTo>
                      <a:pt x="1306471" y="595441"/>
                      <a:pt x="1167458" y="600274"/>
                      <a:pt x="1028974" y="593058"/>
                    </a:cubicBezTo>
                    <a:cubicBezTo>
                      <a:pt x="803904" y="581341"/>
                      <a:pt x="581019" y="552943"/>
                      <a:pt x="366541" y="478670"/>
                    </a:cubicBezTo>
                    <a:cubicBezTo>
                      <a:pt x="262082" y="442460"/>
                      <a:pt x="162258" y="396652"/>
                      <a:pt x="78783" y="321717"/>
                    </a:cubicBezTo>
                    <a:cubicBezTo>
                      <a:pt x="43037" y="289612"/>
                      <a:pt x="17948" y="250026"/>
                      <a:pt x="2789" y="204284"/>
                    </a:cubicBezTo>
                    <a:cubicBezTo>
                      <a:pt x="-7140" y="129812"/>
                      <a:pt x="8151" y="64277"/>
                      <a:pt x="69582" y="15027"/>
                    </a:cubicBezTo>
                    <a:cubicBezTo>
                      <a:pt x="74679" y="10922"/>
                      <a:pt x="79975" y="7282"/>
                      <a:pt x="805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Graphic 2">
                <a:extLst>
                  <a:ext uri="{FF2B5EF4-FFF2-40B4-BE49-F238E27FC236}">
                    <a16:creationId xmlns:a16="http://schemas.microsoft.com/office/drawing/2014/main" id="{E2E738FD-D67C-75D5-7485-344C4788AD69}"/>
                  </a:ext>
                </a:extLst>
              </p:cNvPr>
              <p:cNvSpPr/>
              <p:nvPr/>
            </p:nvSpPr>
            <p:spPr>
              <a:xfrm>
                <a:off x="3729989" y="2153915"/>
                <a:ext cx="567770" cy="331957"/>
              </a:xfrm>
              <a:custGeom>
                <a:avLst/>
                <a:gdLst>
                  <a:gd name="connsiteX0" fmla="*/ 326814 w 567770"/>
                  <a:gd name="connsiteY0" fmla="*/ 142654 h 331957"/>
                  <a:gd name="connsiteX1" fmla="*/ 474566 w 567770"/>
                  <a:gd name="connsiteY1" fmla="*/ 142654 h 331957"/>
                  <a:gd name="connsiteX2" fmla="*/ 462121 w 567770"/>
                  <a:gd name="connsiteY2" fmla="*/ 112071 h 331957"/>
                  <a:gd name="connsiteX3" fmla="*/ 386325 w 567770"/>
                  <a:gd name="connsiteY3" fmla="*/ 75134 h 331957"/>
                  <a:gd name="connsiteX4" fmla="*/ 326814 w 567770"/>
                  <a:gd name="connsiteY4" fmla="*/ 142654 h 331957"/>
                  <a:gd name="connsiteX5" fmla="*/ 326814 w 567770"/>
                  <a:gd name="connsiteY5" fmla="*/ 142654 h 331957"/>
                  <a:gd name="connsiteX6" fmla="*/ 92808 w 567770"/>
                  <a:gd name="connsiteY6" fmla="*/ 187668 h 331957"/>
                  <a:gd name="connsiteX7" fmla="*/ 105650 w 567770"/>
                  <a:gd name="connsiteY7" fmla="*/ 219708 h 331957"/>
                  <a:gd name="connsiteX8" fmla="*/ 181446 w 567770"/>
                  <a:gd name="connsiteY8" fmla="*/ 256645 h 331957"/>
                  <a:gd name="connsiteX9" fmla="*/ 249033 w 567770"/>
                  <a:gd name="connsiteY9" fmla="*/ 187602 h 331957"/>
                  <a:gd name="connsiteX10" fmla="*/ 92808 w 567770"/>
                  <a:gd name="connsiteY10" fmla="*/ 187602 h 331957"/>
                  <a:gd name="connsiteX11" fmla="*/ 0 w 567770"/>
                  <a:gd name="connsiteY11" fmla="*/ 187668 h 331957"/>
                  <a:gd name="connsiteX12" fmla="*/ 0 w 567770"/>
                  <a:gd name="connsiteY12" fmla="*/ 142721 h 331957"/>
                  <a:gd name="connsiteX13" fmla="*/ 27141 w 567770"/>
                  <a:gd name="connsiteY13" fmla="*/ 142721 h 331957"/>
                  <a:gd name="connsiteX14" fmla="*/ 40446 w 567770"/>
                  <a:gd name="connsiteY14" fmla="*/ 92808 h 331957"/>
                  <a:gd name="connsiteX15" fmla="*/ 165757 w 567770"/>
                  <a:gd name="connsiteY15" fmla="*/ 0 h 331957"/>
                  <a:gd name="connsiteX16" fmla="*/ 167809 w 567770"/>
                  <a:gd name="connsiteY16" fmla="*/ 74339 h 331957"/>
                  <a:gd name="connsiteX17" fmla="*/ 98633 w 567770"/>
                  <a:gd name="connsiteY17" fmla="*/ 125576 h 331957"/>
                  <a:gd name="connsiteX18" fmla="*/ 93271 w 567770"/>
                  <a:gd name="connsiteY18" fmla="*/ 142721 h 331957"/>
                  <a:gd name="connsiteX19" fmla="*/ 261742 w 567770"/>
                  <a:gd name="connsiteY19" fmla="*/ 142721 h 331957"/>
                  <a:gd name="connsiteX20" fmla="*/ 378315 w 567770"/>
                  <a:gd name="connsiteY20" fmla="*/ 1522 h 331957"/>
                  <a:gd name="connsiteX21" fmla="*/ 514548 w 567770"/>
                  <a:gd name="connsiteY21" fmla="*/ 68448 h 331957"/>
                  <a:gd name="connsiteX22" fmla="*/ 540630 w 567770"/>
                  <a:gd name="connsiteY22" fmla="*/ 142721 h 331957"/>
                  <a:gd name="connsiteX23" fmla="*/ 567771 w 567770"/>
                  <a:gd name="connsiteY23" fmla="*/ 142721 h 331957"/>
                  <a:gd name="connsiteX24" fmla="*/ 567771 w 567770"/>
                  <a:gd name="connsiteY24" fmla="*/ 187668 h 331957"/>
                  <a:gd name="connsiteX25" fmla="*/ 540763 w 567770"/>
                  <a:gd name="connsiteY25" fmla="*/ 187668 h 331957"/>
                  <a:gd name="connsiteX26" fmla="*/ 527258 w 567770"/>
                  <a:gd name="connsiteY26" fmla="*/ 239037 h 331957"/>
                  <a:gd name="connsiteX27" fmla="*/ 401947 w 567770"/>
                  <a:gd name="connsiteY27" fmla="*/ 331845 h 331957"/>
                  <a:gd name="connsiteX28" fmla="*/ 399895 w 567770"/>
                  <a:gd name="connsiteY28" fmla="*/ 257506 h 331957"/>
                  <a:gd name="connsiteX29" fmla="*/ 469071 w 567770"/>
                  <a:gd name="connsiteY29" fmla="*/ 206270 h 331957"/>
                  <a:gd name="connsiteX30" fmla="*/ 474764 w 567770"/>
                  <a:gd name="connsiteY30" fmla="*/ 187668 h 331957"/>
                  <a:gd name="connsiteX31" fmla="*/ 317083 w 567770"/>
                  <a:gd name="connsiteY31" fmla="*/ 187668 h 331957"/>
                  <a:gd name="connsiteX32" fmla="*/ 190448 w 567770"/>
                  <a:gd name="connsiteY32" fmla="*/ 330323 h 331957"/>
                  <a:gd name="connsiteX33" fmla="*/ 53156 w 567770"/>
                  <a:gd name="connsiteY33" fmla="*/ 263398 h 331957"/>
                  <a:gd name="connsiteX34" fmla="*/ 26942 w 567770"/>
                  <a:gd name="connsiteY34" fmla="*/ 187668 h 331957"/>
                  <a:gd name="connsiteX35" fmla="*/ 0 w 567770"/>
                  <a:gd name="connsiteY35" fmla="*/ 187668 h 33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67770" h="331957">
                    <a:moveTo>
                      <a:pt x="326814" y="142654"/>
                    </a:moveTo>
                    <a:lnTo>
                      <a:pt x="474566" y="142654"/>
                    </a:lnTo>
                    <a:cubicBezTo>
                      <a:pt x="472249" y="131798"/>
                      <a:pt x="468012" y="121405"/>
                      <a:pt x="462121" y="112071"/>
                    </a:cubicBezTo>
                    <a:cubicBezTo>
                      <a:pt x="444777" y="84600"/>
                      <a:pt x="415584" y="70367"/>
                      <a:pt x="386325" y="75134"/>
                    </a:cubicBezTo>
                    <a:cubicBezTo>
                      <a:pt x="348063" y="80826"/>
                      <a:pt x="335155" y="107835"/>
                      <a:pt x="326814" y="142654"/>
                    </a:cubicBezTo>
                    <a:lnTo>
                      <a:pt x="326814" y="142654"/>
                    </a:lnTo>
                    <a:close/>
                    <a:moveTo>
                      <a:pt x="92808" y="187668"/>
                    </a:moveTo>
                    <a:cubicBezTo>
                      <a:pt x="95125" y="199054"/>
                      <a:pt x="99427" y="209910"/>
                      <a:pt x="105650" y="219708"/>
                    </a:cubicBezTo>
                    <a:cubicBezTo>
                      <a:pt x="122994" y="247179"/>
                      <a:pt x="152187" y="261412"/>
                      <a:pt x="181446" y="256645"/>
                    </a:cubicBezTo>
                    <a:cubicBezTo>
                      <a:pt x="220502" y="247510"/>
                      <a:pt x="237779" y="220767"/>
                      <a:pt x="249033" y="187602"/>
                    </a:cubicBezTo>
                    <a:lnTo>
                      <a:pt x="92808" y="187602"/>
                    </a:lnTo>
                    <a:close/>
                    <a:moveTo>
                      <a:pt x="0" y="187668"/>
                    </a:moveTo>
                    <a:lnTo>
                      <a:pt x="0" y="142721"/>
                    </a:lnTo>
                    <a:lnTo>
                      <a:pt x="27141" y="142721"/>
                    </a:lnTo>
                    <a:cubicBezTo>
                      <a:pt x="29193" y="125642"/>
                      <a:pt x="33628" y="108761"/>
                      <a:pt x="40446" y="92808"/>
                    </a:cubicBezTo>
                    <a:cubicBezTo>
                      <a:pt x="64012" y="37600"/>
                      <a:pt x="112270" y="1920"/>
                      <a:pt x="165757" y="0"/>
                    </a:cubicBezTo>
                    <a:lnTo>
                      <a:pt x="167809" y="74339"/>
                    </a:lnTo>
                    <a:cubicBezTo>
                      <a:pt x="138285" y="75398"/>
                      <a:pt x="111608" y="95125"/>
                      <a:pt x="98633" y="125576"/>
                    </a:cubicBezTo>
                    <a:cubicBezTo>
                      <a:pt x="96250" y="131136"/>
                      <a:pt x="94397" y="136829"/>
                      <a:pt x="93271" y="142721"/>
                    </a:cubicBezTo>
                    <a:lnTo>
                      <a:pt x="261742" y="142721"/>
                    </a:lnTo>
                    <a:cubicBezTo>
                      <a:pt x="276504" y="84004"/>
                      <a:pt x="293319" y="21249"/>
                      <a:pt x="378315" y="1522"/>
                    </a:cubicBezTo>
                    <a:cubicBezTo>
                      <a:pt x="431008" y="-6686"/>
                      <a:pt x="483304" y="18998"/>
                      <a:pt x="514548" y="68448"/>
                    </a:cubicBezTo>
                    <a:cubicBezTo>
                      <a:pt x="528648" y="90822"/>
                      <a:pt x="537453" y="116308"/>
                      <a:pt x="540630" y="142721"/>
                    </a:cubicBezTo>
                    <a:lnTo>
                      <a:pt x="567771" y="142721"/>
                    </a:lnTo>
                    <a:lnTo>
                      <a:pt x="567771" y="187668"/>
                    </a:lnTo>
                    <a:lnTo>
                      <a:pt x="540763" y="187668"/>
                    </a:lnTo>
                    <a:cubicBezTo>
                      <a:pt x="538776" y="205277"/>
                      <a:pt x="534275" y="222620"/>
                      <a:pt x="527258" y="239037"/>
                    </a:cubicBezTo>
                    <a:cubicBezTo>
                      <a:pt x="503692" y="294245"/>
                      <a:pt x="455435" y="329925"/>
                      <a:pt x="401947" y="331845"/>
                    </a:cubicBezTo>
                    <a:lnTo>
                      <a:pt x="399895" y="257506"/>
                    </a:lnTo>
                    <a:cubicBezTo>
                      <a:pt x="429419" y="256447"/>
                      <a:pt x="456096" y="236720"/>
                      <a:pt x="469071" y="206270"/>
                    </a:cubicBezTo>
                    <a:cubicBezTo>
                      <a:pt x="471653" y="200246"/>
                      <a:pt x="473573" y="194023"/>
                      <a:pt x="474764" y="187668"/>
                    </a:cubicBezTo>
                    <a:lnTo>
                      <a:pt x="317083" y="187668"/>
                    </a:lnTo>
                    <a:cubicBezTo>
                      <a:pt x="304969" y="244200"/>
                      <a:pt x="284183" y="305631"/>
                      <a:pt x="190448" y="330323"/>
                    </a:cubicBezTo>
                    <a:cubicBezTo>
                      <a:pt x="137425" y="338928"/>
                      <a:pt x="84599" y="313111"/>
                      <a:pt x="53156" y="263398"/>
                    </a:cubicBezTo>
                    <a:cubicBezTo>
                      <a:pt x="38791" y="240626"/>
                      <a:pt x="29987" y="214610"/>
                      <a:pt x="26942" y="187668"/>
                    </a:cubicBezTo>
                    <a:lnTo>
                      <a:pt x="0" y="187668"/>
                    </a:lnTo>
                    <a:close/>
                  </a:path>
                </a:pathLst>
              </a:custGeom>
              <a:solidFill>
                <a:srgbClr val="FFFFFF"/>
              </a:solidFill>
              <a:ln w="66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33" name="Freeform 55">
            <a:extLst>
              <a:ext uri="{FF2B5EF4-FFF2-40B4-BE49-F238E27FC236}">
                <a16:creationId xmlns:a16="http://schemas.microsoft.com/office/drawing/2014/main" id="{D70BCF7A-14E6-0A0E-198A-59EC73D61E29}"/>
              </a:ext>
            </a:extLst>
          </p:cNvPr>
          <p:cNvSpPr>
            <a:spLocks noChangeAspect="1"/>
          </p:cNvSpPr>
          <p:nvPr/>
        </p:nvSpPr>
        <p:spPr>
          <a:xfrm>
            <a:off x="2287910" y="5736825"/>
            <a:ext cx="279879" cy="685800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rgbClr val="995F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6" name="Rectangle 30">
            <a:extLst>
              <a:ext uri="{FF2B5EF4-FFF2-40B4-BE49-F238E27FC236}">
                <a16:creationId xmlns:a16="http://schemas.microsoft.com/office/drawing/2014/main" id="{C44798F1-6C54-5248-0292-FE9678B317D7}"/>
              </a:ext>
            </a:extLst>
          </p:cNvPr>
          <p:cNvSpPr/>
          <p:nvPr/>
        </p:nvSpPr>
        <p:spPr>
          <a:xfrm>
            <a:off x="4894805" y="5857657"/>
            <a:ext cx="445439" cy="444137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rgbClr val="3293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238" name="Rectangle 21">
            <a:extLst>
              <a:ext uri="{FF2B5EF4-FFF2-40B4-BE49-F238E27FC236}">
                <a16:creationId xmlns:a16="http://schemas.microsoft.com/office/drawing/2014/main" id="{C9BB5620-68E3-0F5F-CAEB-4887EF70A598}"/>
              </a:ext>
            </a:extLst>
          </p:cNvPr>
          <p:cNvSpPr>
            <a:spLocks noChangeAspect="1"/>
          </p:cNvSpPr>
          <p:nvPr/>
        </p:nvSpPr>
        <p:spPr>
          <a:xfrm>
            <a:off x="7703676" y="5938025"/>
            <a:ext cx="652921" cy="365760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3CAF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010B191-590A-4C1C-B5C0-47F4FC6A95E9}"/>
              </a:ext>
            </a:extLst>
          </p:cNvPr>
          <p:cNvSpPr txBox="1"/>
          <p:nvPr/>
        </p:nvSpPr>
        <p:spPr>
          <a:xfrm>
            <a:off x="8564880" y="3796557"/>
            <a:ext cx="3142929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cs typeface="Arial" pitchFamily="34" charset="0"/>
              </a:rPr>
              <a:t>FOCUS IN INDONESIA</a:t>
            </a:r>
            <a:endParaRPr lang="ko-KR" altLang="en-US" sz="4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6750B-2726-457C-B6EC-7E68E34D5E7E}"/>
              </a:ext>
            </a:extLst>
          </p:cNvPr>
          <p:cNvSpPr txBox="1"/>
          <p:nvPr/>
        </p:nvSpPr>
        <p:spPr>
          <a:xfrm>
            <a:off x="3369625" y="3960357"/>
            <a:ext cx="5462678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6000" dirty="0">
                <a:solidFill>
                  <a:schemeClr val="bg1"/>
                </a:solidFill>
                <a:cs typeface="Arial" pitchFamily="34" charset="0"/>
              </a:rPr>
              <a:t>Chance of </a:t>
            </a:r>
            <a:r>
              <a:rPr lang="en-GB" altLang="ko-KR" sz="6000" dirty="0">
                <a:solidFill>
                  <a:srgbClr val="FFC000"/>
                </a:solidFill>
                <a:cs typeface="Arial" pitchFamily="34" charset="0"/>
              </a:rPr>
              <a:t>Investment</a:t>
            </a:r>
            <a:endParaRPr lang="ko-KR" altLang="en-US" sz="6000" dirty="0">
              <a:solidFill>
                <a:srgbClr val="FFC000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162BE-5CAB-007E-A5F4-E6C1F13271B6}"/>
              </a:ext>
            </a:extLst>
          </p:cNvPr>
          <p:cNvSpPr txBox="1"/>
          <p:nvPr/>
        </p:nvSpPr>
        <p:spPr>
          <a:xfrm>
            <a:off x="8564880" y="5073830"/>
            <a:ext cx="2861984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A developing country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The largest economy in Southeast Asia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836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257F-0B22-F1EA-336E-113185D8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7ECEB35-692B-2A23-8474-6F0E86B95E8E}"/>
              </a:ext>
            </a:extLst>
          </p:cNvPr>
          <p:cNvSpPr txBox="1"/>
          <p:nvPr/>
        </p:nvSpPr>
        <p:spPr>
          <a:xfrm>
            <a:off x="6871063" y="2888408"/>
            <a:ext cx="532093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Collect Data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518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0456-7F93-B6D9-E721-F7860411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B691E5-22AC-9A85-D27C-729A9EBEEF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Collect Data</a:t>
            </a:r>
          </a:p>
        </p:txBody>
      </p:sp>
      <p:sp>
        <p:nvSpPr>
          <p:cNvPr id="44" name="Oval 8">
            <a:extLst>
              <a:ext uri="{FF2B5EF4-FFF2-40B4-BE49-F238E27FC236}">
                <a16:creationId xmlns:a16="http://schemas.microsoft.com/office/drawing/2014/main" id="{391ED086-9586-CBA8-7FBF-B91771BA10B6}"/>
              </a:ext>
            </a:extLst>
          </p:cNvPr>
          <p:cNvSpPr/>
          <p:nvPr/>
        </p:nvSpPr>
        <p:spPr>
          <a:xfrm>
            <a:off x="12823660" y="793733"/>
            <a:ext cx="655382" cy="655382"/>
          </a:xfrm>
          <a:prstGeom prst="ellipse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35">
            <a:extLst>
              <a:ext uri="{FF2B5EF4-FFF2-40B4-BE49-F238E27FC236}">
                <a16:creationId xmlns:a16="http://schemas.microsoft.com/office/drawing/2014/main" id="{063583CC-868F-9668-1422-DDCD2D9CB515}"/>
              </a:ext>
            </a:extLst>
          </p:cNvPr>
          <p:cNvGrpSpPr/>
          <p:nvPr/>
        </p:nvGrpSpPr>
        <p:grpSpPr>
          <a:xfrm>
            <a:off x="3138441" y="3805793"/>
            <a:ext cx="2824036" cy="769442"/>
            <a:chOff x="1829656" y="4528906"/>
            <a:chExt cx="2691170" cy="76944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7157572-CAAC-13F8-9715-EC612A083D56}"/>
                </a:ext>
              </a:extLst>
            </p:cNvPr>
            <p:cNvSpPr txBox="1"/>
            <p:nvPr/>
          </p:nvSpPr>
          <p:spPr>
            <a:xfrm>
              <a:off x="1829656" y="4836683"/>
              <a:ext cx="26911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u="sng" dirty="0"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https://data360.worldbank.org/en/dataset/IMF_FAS</a:t>
              </a:r>
              <a:r>
                <a:rPr lang="en-ID" sz="1200" dirty="0"/>
                <a:t> accessed at 17-Jan-2026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E09682-02F5-952B-3DBA-5E662F4EF709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Source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1" name="Group 36">
            <a:extLst>
              <a:ext uri="{FF2B5EF4-FFF2-40B4-BE49-F238E27FC236}">
                <a16:creationId xmlns:a16="http://schemas.microsoft.com/office/drawing/2014/main" id="{6637D27F-34F4-5FA2-7C0D-DA426765E02B}"/>
              </a:ext>
            </a:extLst>
          </p:cNvPr>
          <p:cNvGrpSpPr/>
          <p:nvPr/>
        </p:nvGrpSpPr>
        <p:grpSpPr>
          <a:xfrm>
            <a:off x="6311676" y="3805793"/>
            <a:ext cx="1563024" cy="1138774"/>
            <a:chOff x="1829656" y="4528906"/>
            <a:chExt cx="2691170" cy="1138774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A41FB2F-96B4-0808-409F-705D7840FD3C}"/>
                </a:ext>
              </a:extLst>
            </p:cNvPr>
            <p:cNvSpPr txBox="1"/>
            <p:nvPr/>
          </p:nvSpPr>
          <p:spPr>
            <a:xfrm>
              <a:off x="1829656" y="4836683"/>
              <a:ext cx="26911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Microsoft Excel can used to processing data, including make charts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335F66C-94BF-4BAD-1FBC-9EBAEF9D6D95}"/>
                </a:ext>
              </a:extLst>
            </p:cNvPr>
            <p:cNvSpPr txBox="1"/>
            <p:nvPr/>
          </p:nvSpPr>
          <p:spPr>
            <a:xfrm>
              <a:off x="1829656" y="4528906"/>
              <a:ext cx="269117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Tools</a:t>
              </a:r>
              <a:endPara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69944-540F-126D-A752-7F3FFF5FDDE8}"/>
              </a:ext>
            </a:extLst>
          </p:cNvPr>
          <p:cNvGrpSpPr/>
          <p:nvPr/>
        </p:nvGrpSpPr>
        <p:grpSpPr>
          <a:xfrm>
            <a:off x="5880951" y="3105755"/>
            <a:ext cx="3172608" cy="465556"/>
            <a:chOff x="4349069" y="1863116"/>
            <a:chExt cx="3172608" cy="465556"/>
          </a:xfrm>
        </p:grpSpPr>
        <p:sp>
          <p:nvSpPr>
            <p:cNvPr id="14" name="Rectangle: Rounded Corners 2">
              <a:extLst>
                <a:ext uri="{FF2B5EF4-FFF2-40B4-BE49-F238E27FC236}">
                  <a16:creationId xmlns:a16="http://schemas.microsoft.com/office/drawing/2014/main" id="{07706A23-E566-9D05-E979-043F425C3739}"/>
                </a:ext>
              </a:extLst>
            </p:cNvPr>
            <p:cNvSpPr/>
            <p:nvPr/>
          </p:nvSpPr>
          <p:spPr>
            <a:xfrm>
              <a:off x="4349069" y="1863116"/>
              <a:ext cx="3172608" cy="465556"/>
            </a:xfrm>
            <a:prstGeom prst="roundRect">
              <a:avLst>
                <a:gd name="adj" fmla="val 50000"/>
              </a:avLst>
            </a:prstGeom>
            <a:solidFill>
              <a:srgbClr val="1B63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직사각형 113">
              <a:extLst>
                <a:ext uri="{FF2B5EF4-FFF2-40B4-BE49-F238E27FC236}">
                  <a16:creationId xmlns:a16="http://schemas.microsoft.com/office/drawing/2014/main" id="{E2CD49AC-4AB5-5A78-4BC9-CEB991F90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069" y="1895839"/>
              <a:ext cx="295315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2000" b="1" spc="300" dirty="0">
                  <a:solidFill>
                    <a:schemeClr val="bg1"/>
                  </a:solidFill>
                  <a:cs typeface="Arial" charset="0"/>
                </a:rPr>
                <a:t>Store Data</a:t>
              </a:r>
              <a:endParaRPr lang="ko-KR" altLang="en-US" sz="2000" spc="3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BCE574-9F41-13C2-838D-AC99A118F1BE}"/>
              </a:ext>
            </a:extLst>
          </p:cNvPr>
          <p:cNvGrpSpPr/>
          <p:nvPr/>
        </p:nvGrpSpPr>
        <p:grpSpPr>
          <a:xfrm>
            <a:off x="3138441" y="3105755"/>
            <a:ext cx="3291150" cy="465556"/>
            <a:chOff x="2063808" y="3176285"/>
            <a:chExt cx="3291150" cy="465556"/>
          </a:xfrm>
          <a:solidFill>
            <a:schemeClr val="tx2"/>
          </a:solidFill>
        </p:grpSpPr>
        <p:sp>
          <p:nvSpPr>
            <p:cNvPr id="38" name="Rectangle: Rounded Corners 2">
              <a:extLst>
                <a:ext uri="{FF2B5EF4-FFF2-40B4-BE49-F238E27FC236}">
                  <a16:creationId xmlns:a16="http://schemas.microsoft.com/office/drawing/2014/main" id="{2ED320B4-4CC2-3DFE-BFD6-7A1D462F6C34}"/>
                </a:ext>
              </a:extLst>
            </p:cNvPr>
            <p:cNvSpPr/>
            <p:nvPr/>
          </p:nvSpPr>
          <p:spPr>
            <a:xfrm>
              <a:off x="2063808" y="3176285"/>
              <a:ext cx="3291150" cy="46555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직사각형 113">
              <a:extLst>
                <a:ext uri="{FF2B5EF4-FFF2-40B4-BE49-F238E27FC236}">
                  <a16:creationId xmlns:a16="http://schemas.microsoft.com/office/drawing/2014/main" id="{2A0F7234-6B6E-7DB7-D332-DFDF6DA76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030" y="3209008"/>
              <a:ext cx="2801928" cy="40011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2000" b="1" spc="300" dirty="0">
                  <a:solidFill>
                    <a:schemeClr val="bg1"/>
                  </a:solidFill>
                  <a:cs typeface="Arial" charset="0"/>
                </a:rPr>
                <a:t>Download Data</a:t>
              </a:r>
              <a:endParaRPr lang="ko-KR" altLang="en-US" sz="2000" spc="3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A9DCAE2-0C1A-0FB7-2ACD-C20689822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610" y="2604900"/>
            <a:ext cx="548640" cy="54864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12C3491-419B-A15D-E759-3844C409EEB2}"/>
              </a:ext>
            </a:extLst>
          </p:cNvPr>
          <p:cNvGrpSpPr/>
          <p:nvPr/>
        </p:nvGrpSpPr>
        <p:grpSpPr>
          <a:xfrm>
            <a:off x="8586445" y="3104976"/>
            <a:ext cx="467114" cy="467114"/>
            <a:chOff x="6819570" y="1871697"/>
            <a:chExt cx="467114" cy="467114"/>
          </a:xfrm>
        </p:grpSpPr>
        <p:sp>
          <p:nvSpPr>
            <p:cNvPr id="16" name="Oval 7">
              <a:extLst>
                <a:ext uri="{FF2B5EF4-FFF2-40B4-BE49-F238E27FC236}">
                  <a16:creationId xmlns:a16="http://schemas.microsoft.com/office/drawing/2014/main" id="{09E9C52D-0429-C78A-0C95-87E6C3740929}"/>
                </a:ext>
              </a:extLst>
            </p:cNvPr>
            <p:cNvSpPr/>
            <p:nvPr/>
          </p:nvSpPr>
          <p:spPr>
            <a:xfrm>
              <a:off x="6819570" y="1871697"/>
              <a:ext cx="467114" cy="4671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6914305-30BB-4B37-4BB4-F1A0626D0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0247" y="1922374"/>
              <a:ext cx="365760" cy="365760"/>
            </a:xfrm>
            <a:prstGeom prst="rect">
              <a:avLst/>
            </a:prstGeom>
          </p:spPr>
        </p:pic>
      </p:grpSp>
      <p:grpSp>
        <p:nvGrpSpPr>
          <p:cNvPr id="84" name="Group 24">
            <a:extLst>
              <a:ext uri="{FF2B5EF4-FFF2-40B4-BE49-F238E27FC236}">
                <a16:creationId xmlns:a16="http://schemas.microsoft.com/office/drawing/2014/main" id="{95F80CD8-FB40-6EC0-0C77-87389ECA515D}"/>
              </a:ext>
            </a:extLst>
          </p:cNvPr>
          <p:cNvGrpSpPr/>
          <p:nvPr/>
        </p:nvGrpSpPr>
        <p:grpSpPr>
          <a:xfrm>
            <a:off x="3315281" y="2612520"/>
            <a:ext cx="548640" cy="480332"/>
            <a:chOff x="3081323" y="790719"/>
            <a:chExt cx="6028386" cy="5277838"/>
          </a:xfrm>
        </p:grpSpPr>
        <p:sp>
          <p:nvSpPr>
            <p:cNvPr id="85" name="Graphic 2">
              <a:extLst>
                <a:ext uri="{FF2B5EF4-FFF2-40B4-BE49-F238E27FC236}">
                  <a16:creationId xmlns:a16="http://schemas.microsoft.com/office/drawing/2014/main" id="{526E3635-9FE1-8996-ADA7-51318DC73E19}"/>
                </a:ext>
              </a:extLst>
            </p:cNvPr>
            <p:cNvSpPr/>
            <p:nvPr/>
          </p:nvSpPr>
          <p:spPr>
            <a:xfrm>
              <a:off x="3081323" y="790719"/>
              <a:ext cx="6025438" cy="5277838"/>
            </a:xfrm>
            <a:custGeom>
              <a:avLst/>
              <a:gdLst>
                <a:gd name="connsiteX0" fmla="*/ 6025434 w 6025438"/>
                <a:gd name="connsiteY0" fmla="*/ 5092207 h 5277838"/>
                <a:gd name="connsiteX1" fmla="*/ 5652625 w 6025438"/>
                <a:gd name="connsiteY1" fmla="*/ 4915042 h 5277838"/>
                <a:gd name="connsiteX2" fmla="*/ 5648053 w 6025438"/>
                <a:gd name="connsiteY2" fmla="*/ 4797884 h 5277838"/>
                <a:gd name="connsiteX3" fmla="*/ 5333251 w 6025438"/>
                <a:gd name="connsiteY3" fmla="*/ 4629292 h 5277838"/>
                <a:gd name="connsiteX4" fmla="*/ 5333251 w 6025438"/>
                <a:gd name="connsiteY4" fmla="*/ 4629292 h 5277838"/>
                <a:gd name="connsiteX5" fmla="*/ 5333251 w 6025438"/>
                <a:gd name="connsiteY5" fmla="*/ 4629292 h 5277838"/>
                <a:gd name="connsiteX6" fmla="*/ 5333537 w 6025438"/>
                <a:gd name="connsiteY6" fmla="*/ 2630280 h 5277838"/>
                <a:gd name="connsiteX7" fmla="*/ 5333537 w 6025438"/>
                <a:gd name="connsiteY7" fmla="*/ 2630280 h 5277838"/>
                <a:gd name="connsiteX8" fmla="*/ 5333537 w 6025438"/>
                <a:gd name="connsiteY8" fmla="*/ 2630280 h 5277838"/>
                <a:gd name="connsiteX9" fmla="*/ 5533372 w 6025438"/>
                <a:gd name="connsiteY9" fmla="*/ 2498359 h 5277838"/>
                <a:gd name="connsiteX10" fmla="*/ 5699392 w 6025438"/>
                <a:gd name="connsiteY10" fmla="*/ 2385011 h 5277838"/>
                <a:gd name="connsiteX11" fmla="*/ 5699392 w 6025438"/>
                <a:gd name="connsiteY11" fmla="*/ 2385011 h 5277838"/>
                <a:gd name="connsiteX12" fmla="*/ 5706536 w 6025438"/>
                <a:gd name="connsiteY12" fmla="*/ 2295952 h 5277838"/>
                <a:gd name="connsiteX13" fmla="*/ 5706536 w 6025438"/>
                <a:gd name="connsiteY13" fmla="*/ 2295952 h 5277838"/>
                <a:gd name="connsiteX14" fmla="*/ 5706918 w 6025438"/>
                <a:gd name="connsiteY14" fmla="*/ 2162221 h 5277838"/>
                <a:gd name="connsiteX15" fmla="*/ 5706918 w 6025438"/>
                <a:gd name="connsiteY15" fmla="*/ 2162221 h 5277838"/>
                <a:gd name="connsiteX16" fmla="*/ 5713108 w 6025438"/>
                <a:gd name="connsiteY16" fmla="*/ 2139552 h 5277838"/>
                <a:gd name="connsiteX17" fmla="*/ 5647767 w 6025438"/>
                <a:gd name="connsiteY17" fmla="*/ 2068210 h 5277838"/>
                <a:gd name="connsiteX18" fmla="*/ 5229619 w 6025438"/>
                <a:gd name="connsiteY18" fmla="*/ 2069067 h 5277838"/>
                <a:gd name="connsiteX19" fmla="*/ 5181900 w 6025438"/>
                <a:gd name="connsiteY19" fmla="*/ 2021537 h 5277838"/>
                <a:gd name="connsiteX20" fmla="*/ 5182280 w 6025438"/>
                <a:gd name="connsiteY20" fmla="*/ 1441941 h 5277838"/>
                <a:gd name="connsiteX21" fmla="*/ 5207236 w 6025438"/>
                <a:gd name="connsiteY21" fmla="*/ 1395459 h 5277838"/>
                <a:gd name="connsiteX22" fmla="*/ 5405165 w 6025438"/>
                <a:gd name="connsiteY22" fmla="*/ 1484422 h 5277838"/>
                <a:gd name="connsiteX23" fmla="*/ 5468126 w 6025438"/>
                <a:gd name="connsiteY23" fmla="*/ 1443751 h 5277838"/>
                <a:gd name="connsiteX24" fmla="*/ 5393640 w 6025438"/>
                <a:gd name="connsiteY24" fmla="*/ 1324974 h 5277838"/>
                <a:gd name="connsiteX25" fmla="*/ 5393640 w 6025438"/>
                <a:gd name="connsiteY25" fmla="*/ 1324974 h 5277838"/>
                <a:gd name="connsiteX26" fmla="*/ 5392497 w 6025438"/>
                <a:gd name="connsiteY26" fmla="*/ 1195720 h 5277838"/>
                <a:gd name="connsiteX27" fmla="*/ 5392497 w 6025438"/>
                <a:gd name="connsiteY27" fmla="*/ 1195720 h 5277838"/>
                <a:gd name="connsiteX28" fmla="*/ 5426882 w 6025438"/>
                <a:gd name="connsiteY28" fmla="*/ 1211341 h 5277838"/>
                <a:gd name="connsiteX29" fmla="*/ 5468793 w 6025438"/>
                <a:gd name="connsiteY29" fmla="*/ 1183147 h 5277838"/>
                <a:gd name="connsiteX30" fmla="*/ 5367256 w 6025438"/>
                <a:gd name="connsiteY30" fmla="*/ 1027699 h 5277838"/>
                <a:gd name="connsiteX31" fmla="*/ 3031535 w 6025438"/>
                <a:gd name="connsiteY31" fmla="*/ 3190 h 5277838"/>
                <a:gd name="connsiteX32" fmla="*/ 2995531 w 6025438"/>
                <a:gd name="connsiteY32" fmla="*/ 6047 h 5277838"/>
                <a:gd name="connsiteX33" fmla="*/ 680956 w 6025438"/>
                <a:gd name="connsiteY33" fmla="*/ 1069037 h 5277838"/>
                <a:gd name="connsiteX34" fmla="*/ 603708 w 6025438"/>
                <a:gd name="connsiteY34" fmla="*/ 1188290 h 5277838"/>
                <a:gd name="connsiteX35" fmla="*/ 672955 w 6025438"/>
                <a:gd name="connsiteY35" fmla="*/ 1236201 h 5277838"/>
                <a:gd name="connsiteX36" fmla="*/ 672955 w 6025438"/>
                <a:gd name="connsiteY36" fmla="*/ 1236201 h 5277838"/>
                <a:gd name="connsiteX37" fmla="*/ 671526 w 6025438"/>
                <a:gd name="connsiteY37" fmla="*/ 1361169 h 5277838"/>
                <a:gd name="connsiteX38" fmla="*/ 671526 w 6025438"/>
                <a:gd name="connsiteY38" fmla="*/ 1361169 h 5277838"/>
                <a:gd name="connsiteX39" fmla="*/ 605708 w 6025438"/>
                <a:gd name="connsiteY39" fmla="*/ 1452418 h 5277838"/>
                <a:gd name="connsiteX40" fmla="*/ 605327 w 6025438"/>
                <a:gd name="connsiteY40" fmla="*/ 1485661 h 5277838"/>
                <a:gd name="connsiteX41" fmla="*/ 658477 w 6025438"/>
                <a:gd name="connsiteY41" fmla="*/ 1522332 h 5277838"/>
                <a:gd name="connsiteX42" fmla="*/ 849834 w 6025438"/>
                <a:gd name="connsiteY42" fmla="*/ 1433845 h 5277838"/>
                <a:gd name="connsiteX43" fmla="*/ 850215 w 6025438"/>
                <a:gd name="connsiteY43" fmla="*/ 2038396 h 5277838"/>
                <a:gd name="connsiteX44" fmla="*/ 809353 w 6025438"/>
                <a:gd name="connsiteY44" fmla="*/ 2068114 h 5277838"/>
                <a:gd name="connsiteX45" fmla="*/ 476835 w 6025438"/>
                <a:gd name="connsiteY45" fmla="*/ 2068019 h 5277838"/>
                <a:gd name="connsiteX46" fmla="*/ 407874 w 6025438"/>
                <a:gd name="connsiteY46" fmla="*/ 2148696 h 5277838"/>
                <a:gd name="connsiteX47" fmla="*/ 412827 w 6025438"/>
                <a:gd name="connsiteY47" fmla="*/ 2162031 h 5277838"/>
                <a:gd name="connsiteX48" fmla="*/ 413113 w 6025438"/>
                <a:gd name="connsiteY48" fmla="*/ 2295857 h 5277838"/>
                <a:gd name="connsiteX49" fmla="*/ 416065 w 6025438"/>
                <a:gd name="connsiteY49" fmla="*/ 2385392 h 5277838"/>
                <a:gd name="connsiteX50" fmla="*/ 416065 w 6025438"/>
                <a:gd name="connsiteY50" fmla="*/ 2385392 h 5277838"/>
                <a:gd name="connsiteX51" fmla="*/ 720294 w 6025438"/>
                <a:gd name="connsiteY51" fmla="*/ 2630090 h 5277838"/>
                <a:gd name="connsiteX52" fmla="*/ 720294 w 6025438"/>
                <a:gd name="connsiteY52" fmla="*/ 2630090 h 5277838"/>
                <a:gd name="connsiteX53" fmla="*/ 720294 w 6025438"/>
                <a:gd name="connsiteY53" fmla="*/ 2630090 h 5277838"/>
                <a:gd name="connsiteX54" fmla="*/ 714865 w 6025438"/>
                <a:gd name="connsiteY54" fmla="*/ 4626339 h 5277838"/>
                <a:gd name="connsiteX55" fmla="*/ 385014 w 6025438"/>
                <a:gd name="connsiteY55" fmla="*/ 4796455 h 5277838"/>
                <a:gd name="connsiteX56" fmla="*/ 384728 w 6025438"/>
                <a:gd name="connsiteY56" fmla="*/ 4914851 h 5277838"/>
                <a:gd name="connsiteX57" fmla="*/ 109 w 6025438"/>
                <a:gd name="connsiteY57" fmla="*/ 5091826 h 5277838"/>
                <a:gd name="connsiteX58" fmla="*/ 109 w 6025438"/>
                <a:gd name="connsiteY58" fmla="*/ 5246607 h 5277838"/>
                <a:gd name="connsiteX59" fmla="*/ 60592 w 6025438"/>
                <a:gd name="connsiteY59" fmla="*/ 5277754 h 5277838"/>
                <a:gd name="connsiteX60" fmla="*/ 6002478 w 6025438"/>
                <a:gd name="connsiteY60" fmla="*/ 5277754 h 5277838"/>
                <a:gd name="connsiteX61" fmla="*/ 6025434 w 6025438"/>
                <a:gd name="connsiteY61" fmla="*/ 5259847 h 5277838"/>
                <a:gd name="connsiteX62" fmla="*/ 6025434 w 6025438"/>
                <a:gd name="connsiteY62" fmla="*/ 5092207 h 527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025438" h="5277838">
                  <a:moveTo>
                    <a:pt x="6025434" y="5092207"/>
                  </a:moveTo>
                  <a:cubicBezTo>
                    <a:pt x="5904180" y="5026770"/>
                    <a:pt x="5778164" y="4971430"/>
                    <a:pt x="5652625" y="4915042"/>
                  </a:cubicBezTo>
                  <a:cubicBezTo>
                    <a:pt x="5651006" y="4869703"/>
                    <a:pt x="5651482" y="4849129"/>
                    <a:pt x="5648053" y="4797884"/>
                  </a:cubicBezTo>
                  <a:cubicBezTo>
                    <a:pt x="5583473" y="4762070"/>
                    <a:pt x="5367065" y="4663868"/>
                    <a:pt x="5333251" y="4629292"/>
                  </a:cubicBezTo>
                  <a:lnTo>
                    <a:pt x="5333251" y="4629292"/>
                  </a:lnTo>
                  <a:lnTo>
                    <a:pt x="5333251" y="4629292"/>
                  </a:lnTo>
                  <a:cubicBezTo>
                    <a:pt x="5333156" y="4267818"/>
                    <a:pt x="5333347" y="2935175"/>
                    <a:pt x="5333537" y="2630280"/>
                  </a:cubicBezTo>
                  <a:cubicBezTo>
                    <a:pt x="5333537" y="2630280"/>
                    <a:pt x="5333537" y="2630280"/>
                    <a:pt x="5333537" y="2630280"/>
                  </a:cubicBezTo>
                  <a:cubicBezTo>
                    <a:pt x="5333537" y="2630280"/>
                    <a:pt x="5333537" y="2630280"/>
                    <a:pt x="5333537" y="2630280"/>
                  </a:cubicBezTo>
                  <a:cubicBezTo>
                    <a:pt x="5400212" y="2586370"/>
                    <a:pt x="5467268" y="2543126"/>
                    <a:pt x="5533372" y="2498359"/>
                  </a:cubicBezTo>
                  <a:cubicBezTo>
                    <a:pt x="5588807" y="2460735"/>
                    <a:pt x="5649482" y="2430731"/>
                    <a:pt x="5699392" y="2385011"/>
                  </a:cubicBezTo>
                  <a:cubicBezTo>
                    <a:pt x="5699392" y="2385011"/>
                    <a:pt x="5699392" y="2385011"/>
                    <a:pt x="5699392" y="2385011"/>
                  </a:cubicBezTo>
                  <a:cubicBezTo>
                    <a:pt x="5725110" y="2357198"/>
                    <a:pt x="5713395" y="2326337"/>
                    <a:pt x="5706536" y="2295952"/>
                  </a:cubicBezTo>
                  <a:cubicBezTo>
                    <a:pt x="5706536" y="2295952"/>
                    <a:pt x="5706536" y="2295952"/>
                    <a:pt x="5706536" y="2295952"/>
                  </a:cubicBezTo>
                  <a:cubicBezTo>
                    <a:pt x="5716823" y="2251375"/>
                    <a:pt x="5717204" y="2206798"/>
                    <a:pt x="5706918" y="2162221"/>
                  </a:cubicBezTo>
                  <a:cubicBezTo>
                    <a:pt x="5706918" y="2162221"/>
                    <a:pt x="5706918" y="2162221"/>
                    <a:pt x="5706918" y="2162221"/>
                  </a:cubicBezTo>
                  <a:cubicBezTo>
                    <a:pt x="5709108" y="2154697"/>
                    <a:pt x="5712537" y="2147267"/>
                    <a:pt x="5713108" y="2139552"/>
                  </a:cubicBezTo>
                  <a:cubicBezTo>
                    <a:pt x="5718729" y="2068210"/>
                    <a:pt x="5718538" y="2068210"/>
                    <a:pt x="5647767" y="2068210"/>
                  </a:cubicBezTo>
                  <a:cubicBezTo>
                    <a:pt x="5508416" y="2068210"/>
                    <a:pt x="5368970" y="2066876"/>
                    <a:pt x="5229619" y="2069067"/>
                  </a:cubicBezTo>
                  <a:cubicBezTo>
                    <a:pt x="5192091" y="2069638"/>
                    <a:pt x="5181614" y="2059256"/>
                    <a:pt x="5181900" y="2021537"/>
                  </a:cubicBezTo>
                  <a:cubicBezTo>
                    <a:pt x="5183709" y="1828370"/>
                    <a:pt x="5188186" y="1633489"/>
                    <a:pt x="5182280" y="1441941"/>
                  </a:cubicBezTo>
                  <a:cubicBezTo>
                    <a:pt x="5180756" y="1391935"/>
                    <a:pt x="5189996" y="1388887"/>
                    <a:pt x="5207236" y="1395459"/>
                  </a:cubicBezTo>
                  <a:cubicBezTo>
                    <a:pt x="5285436" y="1429177"/>
                    <a:pt x="5326584" y="1451656"/>
                    <a:pt x="5405165" y="1484422"/>
                  </a:cubicBezTo>
                  <a:cubicBezTo>
                    <a:pt x="5475841" y="1513855"/>
                    <a:pt x="5467935" y="1519570"/>
                    <a:pt x="5468126" y="1443751"/>
                  </a:cubicBezTo>
                  <a:cubicBezTo>
                    <a:pt x="5468316" y="1346691"/>
                    <a:pt x="5468126" y="1346691"/>
                    <a:pt x="5393640" y="1324974"/>
                  </a:cubicBezTo>
                  <a:cubicBezTo>
                    <a:pt x="5393640" y="1324974"/>
                    <a:pt x="5393640" y="1324974"/>
                    <a:pt x="5393640" y="1324974"/>
                  </a:cubicBezTo>
                  <a:cubicBezTo>
                    <a:pt x="5393259" y="1281921"/>
                    <a:pt x="5392878" y="1238773"/>
                    <a:pt x="5392497" y="1195720"/>
                  </a:cubicBezTo>
                  <a:cubicBezTo>
                    <a:pt x="5392497" y="1195720"/>
                    <a:pt x="5392497" y="1195720"/>
                    <a:pt x="5392497" y="1195720"/>
                  </a:cubicBezTo>
                  <a:cubicBezTo>
                    <a:pt x="5404022" y="1200863"/>
                    <a:pt x="5416024" y="1205149"/>
                    <a:pt x="5426882" y="1211341"/>
                  </a:cubicBezTo>
                  <a:cubicBezTo>
                    <a:pt x="5460982" y="1230962"/>
                    <a:pt x="5468697" y="1218484"/>
                    <a:pt x="5468793" y="1183147"/>
                  </a:cubicBezTo>
                  <a:cubicBezTo>
                    <a:pt x="5468887" y="1071895"/>
                    <a:pt x="5469936" y="1071895"/>
                    <a:pt x="5367256" y="1027699"/>
                  </a:cubicBezTo>
                  <a:cubicBezTo>
                    <a:pt x="5358588" y="1023984"/>
                    <a:pt x="3288996" y="117394"/>
                    <a:pt x="3031535" y="3190"/>
                  </a:cubicBezTo>
                  <a:cubicBezTo>
                    <a:pt x="3018010" y="-2811"/>
                    <a:pt x="3007151" y="523"/>
                    <a:pt x="2995531" y="6047"/>
                  </a:cubicBezTo>
                  <a:cubicBezTo>
                    <a:pt x="2959812" y="23002"/>
                    <a:pt x="945370" y="952070"/>
                    <a:pt x="680956" y="1069037"/>
                  </a:cubicBezTo>
                  <a:cubicBezTo>
                    <a:pt x="623234" y="1094564"/>
                    <a:pt x="598850" y="1124282"/>
                    <a:pt x="603708" y="1188290"/>
                  </a:cubicBezTo>
                  <a:cubicBezTo>
                    <a:pt x="609137" y="1259823"/>
                    <a:pt x="604089" y="1260204"/>
                    <a:pt x="672955" y="1236201"/>
                  </a:cubicBezTo>
                  <a:cubicBezTo>
                    <a:pt x="672955" y="1236201"/>
                    <a:pt x="672955" y="1236201"/>
                    <a:pt x="672955" y="1236201"/>
                  </a:cubicBezTo>
                  <a:cubicBezTo>
                    <a:pt x="672478" y="1277825"/>
                    <a:pt x="672002" y="1319545"/>
                    <a:pt x="671526" y="1361169"/>
                  </a:cubicBezTo>
                  <a:cubicBezTo>
                    <a:pt x="671526" y="1361169"/>
                    <a:pt x="671526" y="1361169"/>
                    <a:pt x="671526" y="1361169"/>
                  </a:cubicBezTo>
                  <a:cubicBezTo>
                    <a:pt x="620758" y="1370884"/>
                    <a:pt x="600088" y="1401936"/>
                    <a:pt x="605708" y="1452418"/>
                  </a:cubicBezTo>
                  <a:cubicBezTo>
                    <a:pt x="606946" y="1463372"/>
                    <a:pt x="605518" y="1474516"/>
                    <a:pt x="605327" y="1485661"/>
                  </a:cubicBezTo>
                  <a:cubicBezTo>
                    <a:pt x="604279" y="1547573"/>
                    <a:pt x="604279" y="1547573"/>
                    <a:pt x="658477" y="1522332"/>
                  </a:cubicBezTo>
                  <a:cubicBezTo>
                    <a:pt x="721151" y="1493281"/>
                    <a:pt x="783826" y="1464325"/>
                    <a:pt x="849834" y="1433845"/>
                  </a:cubicBezTo>
                  <a:cubicBezTo>
                    <a:pt x="849834" y="1639870"/>
                    <a:pt x="849453" y="1839133"/>
                    <a:pt x="850215" y="2038396"/>
                  </a:cubicBezTo>
                  <a:cubicBezTo>
                    <a:pt x="850310" y="2070877"/>
                    <a:pt x="830403" y="2068114"/>
                    <a:pt x="809353" y="2068114"/>
                  </a:cubicBezTo>
                  <a:cubicBezTo>
                    <a:pt x="698482" y="2067924"/>
                    <a:pt x="587611" y="2068019"/>
                    <a:pt x="476835" y="2068019"/>
                  </a:cubicBezTo>
                  <a:cubicBezTo>
                    <a:pt x="400540" y="2068019"/>
                    <a:pt x="397587" y="2071353"/>
                    <a:pt x="407874" y="2148696"/>
                  </a:cubicBezTo>
                  <a:cubicBezTo>
                    <a:pt x="408445" y="2153268"/>
                    <a:pt x="411112" y="2157554"/>
                    <a:pt x="412827" y="2162031"/>
                  </a:cubicBezTo>
                  <a:cubicBezTo>
                    <a:pt x="403016" y="2206703"/>
                    <a:pt x="404064" y="2251280"/>
                    <a:pt x="413113" y="2295857"/>
                  </a:cubicBezTo>
                  <a:cubicBezTo>
                    <a:pt x="403683" y="2326051"/>
                    <a:pt x="399397" y="2356055"/>
                    <a:pt x="416065" y="2385392"/>
                  </a:cubicBezTo>
                  <a:cubicBezTo>
                    <a:pt x="416065" y="2385392"/>
                    <a:pt x="416065" y="2385392"/>
                    <a:pt x="416065" y="2385392"/>
                  </a:cubicBezTo>
                  <a:cubicBezTo>
                    <a:pt x="517507" y="2466926"/>
                    <a:pt x="618853" y="2548555"/>
                    <a:pt x="720294" y="2630090"/>
                  </a:cubicBezTo>
                  <a:cubicBezTo>
                    <a:pt x="720294" y="2630090"/>
                    <a:pt x="720294" y="2630090"/>
                    <a:pt x="720294" y="2630090"/>
                  </a:cubicBezTo>
                  <a:lnTo>
                    <a:pt x="720294" y="2630090"/>
                  </a:lnTo>
                  <a:cubicBezTo>
                    <a:pt x="719627" y="3256834"/>
                    <a:pt x="714865" y="4626339"/>
                    <a:pt x="714865" y="4626339"/>
                  </a:cubicBezTo>
                  <a:cubicBezTo>
                    <a:pt x="692481" y="4641293"/>
                    <a:pt x="385014" y="4796455"/>
                    <a:pt x="385014" y="4796455"/>
                  </a:cubicBezTo>
                  <a:cubicBezTo>
                    <a:pt x="385014" y="4856082"/>
                    <a:pt x="383776" y="4881038"/>
                    <a:pt x="384728" y="4914851"/>
                  </a:cubicBezTo>
                  <a:cubicBezTo>
                    <a:pt x="263570" y="4971525"/>
                    <a:pt x="122219" y="5034771"/>
                    <a:pt x="109" y="5091826"/>
                  </a:cubicBezTo>
                  <a:cubicBezTo>
                    <a:pt x="109" y="5164407"/>
                    <a:pt x="109" y="5211174"/>
                    <a:pt x="109" y="5246607"/>
                  </a:cubicBezTo>
                  <a:cubicBezTo>
                    <a:pt x="109" y="5272801"/>
                    <a:pt x="-5321" y="5277754"/>
                    <a:pt x="60592" y="5277754"/>
                  </a:cubicBezTo>
                  <a:cubicBezTo>
                    <a:pt x="2032648" y="5277754"/>
                    <a:pt x="5989715" y="5277944"/>
                    <a:pt x="6002478" y="5277754"/>
                  </a:cubicBezTo>
                  <a:cubicBezTo>
                    <a:pt x="6014670" y="5277564"/>
                    <a:pt x="6025719" y="5274039"/>
                    <a:pt x="6025434" y="5259847"/>
                  </a:cubicBezTo>
                  <a:cubicBezTo>
                    <a:pt x="6024385" y="5208412"/>
                    <a:pt x="6025434" y="5092207"/>
                    <a:pt x="6025434" y="509220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Graphic 2">
              <a:extLst>
                <a:ext uri="{FF2B5EF4-FFF2-40B4-BE49-F238E27FC236}">
                  <a16:creationId xmlns:a16="http://schemas.microsoft.com/office/drawing/2014/main" id="{FB0210EF-110C-CD7E-03B2-16448E7183BE}"/>
                </a:ext>
              </a:extLst>
            </p:cNvPr>
            <p:cNvSpPr/>
            <p:nvPr/>
          </p:nvSpPr>
          <p:spPr>
            <a:xfrm>
              <a:off x="3495388" y="3169824"/>
              <a:ext cx="5299043" cy="240887"/>
            </a:xfrm>
            <a:custGeom>
              <a:avLst/>
              <a:gdLst>
                <a:gd name="connsiteX0" fmla="*/ 0 w 5299043"/>
                <a:gd name="connsiteY0" fmla="*/ 0 h 240887"/>
                <a:gd name="connsiteX1" fmla="*/ 297942 w 5299043"/>
                <a:gd name="connsiteY1" fmla="*/ 240887 h 240887"/>
                <a:gd name="connsiteX2" fmla="*/ 4929378 w 5299043"/>
                <a:gd name="connsiteY2" fmla="*/ 240887 h 240887"/>
                <a:gd name="connsiteX3" fmla="*/ 5299043 w 5299043"/>
                <a:gd name="connsiteY3" fmla="*/ 0 h 24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9043" h="240887">
                  <a:moveTo>
                    <a:pt x="0" y="0"/>
                  </a:moveTo>
                  <a:lnTo>
                    <a:pt x="297942" y="240887"/>
                  </a:lnTo>
                  <a:lnTo>
                    <a:pt x="4929378" y="240887"/>
                  </a:lnTo>
                  <a:lnTo>
                    <a:pt x="529904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Graphic 2">
              <a:extLst>
                <a:ext uri="{FF2B5EF4-FFF2-40B4-BE49-F238E27FC236}">
                  <a16:creationId xmlns:a16="http://schemas.microsoft.com/office/drawing/2014/main" id="{A24C5CC2-319C-2F40-63C6-EFC98EF4CBFC}"/>
                </a:ext>
              </a:extLst>
            </p:cNvPr>
            <p:cNvSpPr/>
            <p:nvPr/>
          </p:nvSpPr>
          <p:spPr>
            <a:xfrm>
              <a:off x="3793330" y="3410712"/>
              <a:ext cx="4624101" cy="2016252"/>
            </a:xfrm>
            <a:custGeom>
              <a:avLst/>
              <a:gdLst>
                <a:gd name="connsiteX0" fmla="*/ 0 w 4624101"/>
                <a:gd name="connsiteY0" fmla="*/ 0 h 2016252"/>
                <a:gd name="connsiteX1" fmla="*/ 4624102 w 4624101"/>
                <a:gd name="connsiteY1" fmla="*/ 0 h 2016252"/>
                <a:gd name="connsiteX2" fmla="*/ 4624102 w 4624101"/>
                <a:gd name="connsiteY2" fmla="*/ 2016252 h 2016252"/>
                <a:gd name="connsiteX3" fmla="*/ 0 w 4624101"/>
                <a:gd name="connsiteY3" fmla="*/ 2016252 h 2016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24101" h="2016252">
                  <a:moveTo>
                    <a:pt x="0" y="0"/>
                  </a:moveTo>
                  <a:lnTo>
                    <a:pt x="4624102" y="0"/>
                  </a:lnTo>
                  <a:lnTo>
                    <a:pt x="4624102" y="2016252"/>
                  </a:lnTo>
                  <a:lnTo>
                    <a:pt x="0" y="2016252"/>
                  </a:lnTo>
                  <a:close/>
                </a:path>
              </a:pathLst>
            </a:custGeom>
            <a:solidFill>
              <a:srgbClr val="3651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Graphic 2">
              <a:extLst>
                <a:ext uri="{FF2B5EF4-FFF2-40B4-BE49-F238E27FC236}">
                  <a16:creationId xmlns:a16="http://schemas.microsoft.com/office/drawing/2014/main" id="{2B7970C5-43D4-50B6-F8AD-E33FACDAE73D}"/>
                </a:ext>
              </a:extLst>
            </p:cNvPr>
            <p:cNvSpPr/>
            <p:nvPr/>
          </p:nvSpPr>
          <p:spPr>
            <a:xfrm>
              <a:off x="3485238" y="2946463"/>
              <a:ext cx="5308279" cy="133921"/>
            </a:xfrm>
            <a:custGeom>
              <a:avLst/>
              <a:gdLst>
                <a:gd name="connsiteX0" fmla="*/ 6912 w 5308279"/>
                <a:gd name="connsiteY0" fmla="*/ 0 h 133921"/>
                <a:gd name="connsiteX1" fmla="*/ 5300717 w 5308279"/>
                <a:gd name="connsiteY1" fmla="*/ 0 h 133921"/>
                <a:gd name="connsiteX2" fmla="*/ 5300336 w 5308279"/>
                <a:gd name="connsiteY2" fmla="*/ 133826 h 133921"/>
                <a:gd name="connsiteX3" fmla="*/ 7103 w 5308279"/>
                <a:gd name="connsiteY3" fmla="*/ 133921 h 133921"/>
                <a:gd name="connsiteX4" fmla="*/ 6912 w 5308279"/>
                <a:gd name="connsiteY4" fmla="*/ 0 h 133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279" h="133921">
                  <a:moveTo>
                    <a:pt x="6912" y="0"/>
                  </a:moveTo>
                  <a:cubicBezTo>
                    <a:pt x="1771514" y="0"/>
                    <a:pt x="3536115" y="0"/>
                    <a:pt x="5300717" y="0"/>
                  </a:cubicBezTo>
                  <a:cubicBezTo>
                    <a:pt x="5311004" y="44577"/>
                    <a:pt x="5310718" y="89249"/>
                    <a:pt x="5300336" y="133826"/>
                  </a:cubicBezTo>
                  <a:cubicBezTo>
                    <a:pt x="4798940" y="133636"/>
                    <a:pt x="581746" y="133636"/>
                    <a:pt x="7103" y="133921"/>
                  </a:cubicBezTo>
                  <a:cubicBezTo>
                    <a:pt x="-1851" y="89249"/>
                    <a:pt x="-2803" y="44672"/>
                    <a:pt x="6912" y="0"/>
                  </a:cubicBezTo>
                  <a:close/>
                </a:path>
              </a:pathLst>
            </a:custGeom>
            <a:solidFill>
              <a:srgbClr val="2343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Graphic 2">
              <a:extLst>
                <a:ext uri="{FF2B5EF4-FFF2-40B4-BE49-F238E27FC236}">
                  <a16:creationId xmlns:a16="http://schemas.microsoft.com/office/drawing/2014/main" id="{E69D49D9-970A-6AEC-EB9E-619895F4521C}"/>
                </a:ext>
              </a:extLst>
            </p:cNvPr>
            <p:cNvSpPr/>
            <p:nvPr/>
          </p:nvSpPr>
          <p:spPr>
            <a:xfrm>
              <a:off x="3755897" y="923635"/>
              <a:ext cx="4721923" cy="1234825"/>
            </a:xfrm>
            <a:custGeom>
              <a:avLst/>
              <a:gdLst>
                <a:gd name="connsiteX0" fmla="*/ 2380488 w 4721923"/>
                <a:gd name="connsiteY0" fmla="*/ 173359 h 1234825"/>
                <a:gd name="connsiteX1" fmla="*/ 2273903 w 4721923"/>
                <a:gd name="connsiteY1" fmla="*/ 181741 h 1234825"/>
                <a:gd name="connsiteX2" fmla="*/ 0 w 4721923"/>
                <a:gd name="connsiteY2" fmla="*/ 1234825 h 1234825"/>
                <a:gd name="connsiteX3" fmla="*/ 1429 w 4721923"/>
                <a:gd name="connsiteY3" fmla="*/ 1109857 h 1234825"/>
                <a:gd name="connsiteX4" fmla="*/ 2284476 w 4721923"/>
                <a:gd name="connsiteY4" fmla="*/ 20007 h 1234825"/>
                <a:gd name="connsiteX5" fmla="*/ 2395823 w 4721923"/>
                <a:gd name="connsiteY5" fmla="*/ 19721 h 1234825"/>
                <a:gd name="connsiteX6" fmla="*/ 4720781 w 4721923"/>
                <a:gd name="connsiteY6" fmla="*/ 1069376 h 1234825"/>
                <a:gd name="connsiteX7" fmla="*/ 4721924 w 4721923"/>
                <a:gd name="connsiteY7" fmla="*/ 1198630 h 1234825"/>
                <a:gd name="connsiteX8" fmla="*/ 2380488 w 4721923"/>
                <a:gd name="connsiteY8" fmla="*/ 173359 h 123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1923" h="1234825">
                  <a:moveTo>
                    <a:pt x="2380488" y="173359"/>
                  </a:moveTo>
                  <a:cubicBezTo>
                    <a:pt x="2323910" y="147832"/>
                    <a:pt x="2353056" y="148308"/>
                    <a:pt x="2273903" y="181741"/>
                  </a:cubicBezTo>
                  <a:cubicBezTo>
                    <a:pt x="1546289" y="510925"/>
                    <a:pt x="11716" y="1230539"/>
                    <a:pt x="0" y="1234825"/>
                  </a:cubicBezTo>
                  <a:cubicBezTo>
                    <a:pt x="476" y="1193106"/>
                    <a:pt x="952" y="1151481"/>
                    <a:pt x="1429" y="1109857"/>
                  </a:cubicBezTo>
                  <a:cubicBezTo>
                    <a:pt x="75438" y="1072805"/>
                    <a:pt x="2243709" y="37247"/>
                    <a:pt x="2284476" y="20007"/>
                  </a:cubicBezTo>
                  <a:cubicBezTo>
                    <a:pt x="2349532" y="-7521"/>
                    <a:pt x="2332292" y="-5711"/>
                    <a:pt x="2395823" y="19721"/>
                  </a:cubicBezTo>
                  <a:cubicBezTo>
                    <a:pt x="2597753" y="107446"/>
                    <a:pt x="4506564" y="962886"/>
                    <a:pt x="4720781" y="1069376"/>
                  </a:cubicBezTo>
                  <a:cubicBezTo>
                    <a:pt x="4721162" y="1112429"/>
                    <a:pt x="4721543" y="1155577"/>
                    <a:pt x="4721924" y="1198630"/>
                  </a:cubicBezTo>
                  <a:cubicBezTo>
                    <a:pt x="4584383" y="1139289"/>
                    <a:pt x="2411825" y="186599"/>
                    <a:pt x="2380488" y="173359"/>
                  </a:cubicBezTo>
                  <a:close/>
                </a:path>
              </a:pathLst>
            </a:custGeom>
            <a:solidFill>
              <a:srgbClr val="22434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Graphic 2">
              <a:extLst>
                <a:ext uri="{FF2B5EF4-FFF2-40B4-BE49-F238E27FC236}">
                  <a16:creationId xmlns:a16="http://schemas.microsoft.com/office/drawing/2014/main" id="{05B0B72B-EA7F-5A5E-BE5E-49AA212325F6}"/>
                </a:ext>
              </a:extLst>
            </p:cNvPr>
            <p:cNvSpPr/>
            <p:nvPr/>
          </p:nvSpPr>
          <p:spPr>
            <a:xfrm>
              <a:off x="3084480" y="5712428"/>
              <a:ext cx="6025229" cy="177400"/>
            </a:xfrm>
            <a:custGeom>
              <a:avLst/>
              <a:gdLst>
                <a:gd name="connsiteX0" fmla="*/ 385858 w 6025229"/>
                <a:gd name="connsiteY0" fmla="*/ 41148 h 177400"/>
                <a:gd name="connsiteX1" fmla="*/ 418052 w 6025229"/>
                <a:gd name="connsiteY1" fmla="*/ 59531 h 177400"/>
                <a:gd name="connsiteX2" fmla="*/ 5608225 w 6025229"/>
                <a:gd name="connsiteY2" fmla="*/ 61341 h 177400"/>
                <a:gd name="connsiteX3" fmla="*/ 5652421 w 6025229"/>
                <a:gd name="connsiteY3" fmla="*/ 0 h 177400"/>
                <a:gd name="connsiteX4" fmla="*/ 6025230 w 6025229"/>
                <a:gd name="connsiteY4" fmla="*/ 177165 h 177400"/>
                <a:gd name="connsiteX5" fmla="*/ 0 w 6025229"/>
                <a:gd name="connsiteY5" fmla="*/ 176975 h 177400"/>
                <a:gd name="connsiteX6" fmla="*/ 384620 w 6025229"/>
                <a:gd name="connsiteY6" fmla="*/ 0 h 177400"/>
                <a:gd name="connsiteX7" fmla="*/ 385858 w 6025229"/>
                <a:gd name="connsiteY7" fmla="*/ 41148 h 17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25229" h="177400">
                  <a:moveTo>
                    <a:pt x="385858" y="41148"/>
                  </a:moveTo>
                  <a:cubicBezTo>
                    <a:pt x="386715" y="61436"/>
                    <a:pt x="388811" y="59913"/>
                    <a:pt x="418052" y="59531"/>
                  </a:cubicBezTo>
                  <a:cubicBezTo>
                    <a:pt x="2148078" y="60008"/>
                    <a:pt x="3878199" y="59722"/>
                    <a:pt x="5608225" y="61341"/>
                  </a:cubicBezTo>
                  <a:cubicBezTo>
                    <a:pt x="5661279" y="58198"/>
                    <a:pt x="5654136" y="57245"/>
                    <a:pt x="5652421" y="0"/>
                  </a:cubicBezTo>
                  <a:cubicBezTo>
                    <a:pt x="5777961" y="56293"/>
                    <a:pt x="5903976" y="111729"/>
                    <a:pt x="6025230" y="177165"/>
                  </a:cubicBezTo>
                  <a:cubicBezTo>
                    <a:pt x="5996749" y="177546"/>
                    <a:pt x="15812" y="177451"/>
                    <a:pt x="0" y="176975"/>
                  </a:cubicBezTo>
                  <a:cubicBezTo>
                    <a:pt x="122111" y="119920"/>
                    <a:pt x="263462" y="56579"/>
                    <a:pt x="384620" y="0"/>
                  </a:cubicBezTo>
                  <a:cubicBezTo>
                    <a:pt x="385477" y="16097"/>
                    <a:pt x="385477" y="20860"/>
                    <a:pt x="385858" y="41148"/>
                  </a:cubicBezTo>
                  <a:close/>
                </a:path>
              </a:pathLst>
            </a:custGeom>
            <a:solidFill>
              <a:srgbClr val="1828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Graphic 2">
              <a:extLst>
                <a:ext uri="{FF2B5EF4-FFF2-40B4-BE49-F238E27FC236}">
                  <a16:creationId xmlns:a16="http://schemas.microsoft.com/office/drawing/2014/main" id="{9DFF8F8A-B1D3-169C-B624-4A2DFC9FF614}"/>
                </a:ext>
              </a:extLst>
            </p:cNvPr>
            <p:cNvSpPr/>
            <p:nvPr/>
          </p:nvSpPr>
          <p:spPr>
            <a:xfrm>
              <a:off x="3484131" y="3080004"/>
              <a:ext cx="5310310" cy="89725"/>
            </a:xfrm>
            <a:custGeom>
              <a:avLst/>
              <a:gdLst>
                <a:gd name="connsiteX0" fmla="*/ 8304 w 5310310"/>
                <a:gd name="connsiteY0" fmla="*/ 286 h 89725"/>
                <a:gd name="connsiteX1" fmla="*/ 4255216 w 5310310"/>
                <a:gd name="connsiteY1" fmla="*/ 0 h 89725"/>
                <a:gd name="connsiteX2" fmla="*/ 5301537 w 5310310"/>
                <a:gd name="connsiteY2" fmla="*/ 191 h 89725"/>
                <a:gd name="connsiteX3" fmla="*/ 5294394 w 5310310"/>
                <a:gd name="connsiteY3" fmla="*/ 89249 h 89725"/>
                <a:gd name="connsiteX4" fmla="*/ 2436512 w 5310310"/>
                <a:gd name="connsiteY4" fmla="*/ 88868 h 89725"/>
                <a:gd name="connsiteX5" fmla="*/ 39832 w 5310310"/>
                <a:gd name="connsiteY5" fmla="*/ 88868 h 89725"/>
                <a:gd name="connsiteX6" fmla="*/ 11352 w 5310310"/>
                <a:gd name="connsiteY6" fmla="*/ 89725 h 89725"/>
                <a:gd name="connsiteX7" fmla="*/ 8304 w 5310310"/>
                <a:gd name="connsiteY7" fmla="*/ 286 h 8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10310" h="89725">
                  <a:moveTo>
                    <a:pt x="8304" y="286"/>
                  </a:moveTo>
                  <a:cubicBezTo>
                    <a:pt x="1423910" y="191"/>
                    <a:pt x="2839611" y="95"/>
                    <a:pt x="4255216" y="0"/>
                  </a:cubicBezTo>
                  <a:cubicBezTo>
                    <a:pt x="4603927" y="0"/>
                    <a:pt x="4952732" y="191"/>
                    <a:pt x="5301537" y="191"/>
                  </a:cubicBezTo>
                  <a:cubicBezTo>
                    <a:pt x="5308490" y="30671"/>
                    <a:pt x="5320207" y="61436"/>
                    <a:pt x="5294394" y="89249"/>
                  </a:cubicBezTo>
                  <a:cubicBezTo>
                    <a:pt x="4341798" y="89154"/>
                    <a:pt x="3389108" y="88963"/>
                    <a:pt x="2436512" y="88868"/>
                  </a:cubicBezTo>
                  <a:cubicBezTo>
                    <a:pt x="1637651" y="88773"/>
                    <a:pt x="838694" y="88868"/>
                    <a:pt x="39832" y="88868"/>
                  </a:cubicBezTo>
                  <a:cubicBezTo>
                    <a:pt x="30307" y="88868"/>
                    <a:pt x="20877" y="89440"/>
                    <a:pt x="11352" y="89725"/>
                  </a:cubicBezTo>
                  <a:cubicBezTo>
                    <a:pt x="-5412" y="60484"/>
                    <a:pt x="-1126" y="30480"/>
                    <a:pt x="8304" y="286"/>
                  </a:cubicBezTo>
                  <a:close/>
                </a:path>
              </a:pathLst>
            </a:custGeom>
            <a:solidFill>
              <a:srgbClr val="E5E5E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Graphic 2">
              <a:extLst>
                <a:ext uri="{FF2B5EF4-FFF2-40B4-BE49-F238E27FC236}">
                  <a16:creationId xmlns:a16="http://schemas.microsoft.com/office/drawing/2014/main" id="{E928B4BA-0DA5-D1C2-4AFB-E76D6AC2FE1E}"/>
                </a:ext>
              </a:extLst>
            </p:cNvPr>
            <p:cNvSpPr/>
            <p:nvPr/>
          </p:nvSpPr>
          <p:spPr>
            <a:xfrm>
              <a:off x="6127812" y="2016639"/>
              <a:ext cx="383666" cy="601151"/>
            </a:xfrm>
            <a:custGeom>
              <a:avLst/>
              <a:gdLst>
                <a:gd name="connsiteX0" fmla="*/ 383667 w 383666"/>
                <a:gd name="connsiteY0" fmla="*/ 40665 h 601151"/>
                <a:gd name="connsiteX1" fmla="*/ 382334 w 383666"/>
                <a:gd name="connsiteY1" fmla="*/ 555682 h 601151"/>
                <a:gd name="connsiteX2" fmla="*/ 338995 w 383666"/>
                <a:gd name="connsiteY2" fmla="*/ 600925 h 601151"/>
                <a:gd name="connsiteX3" fmla="*/ 229267 w 383666"/>
                <a:gd name="connsiteY3" fmla="*/ 526916 h 601151"/>
                <a:gd name="connsiteX4" fmla="*/ 120587 w 383666"/>
                <a:gd name="connsiteY4" fmla="*/ 255073 h 601151"/>
                <a:gd name="connsiteX5" fmla="*/ 125635 w 383666"/>
                <a:gd name="connsiteY5" fmla="*/ 560254 h 601151"/>
                <a:gd name="connsiteX6" fmla="*/ 87439 w 383666"/>
                <a:gd name="connsiteY6" fmla="*/ 600735 h 601151"/>
                <a:gd name="connsiteX7" fmla="*/ 1810 w 383666"/>
                <a:gd name="connsiteY7" fmla="*/ 517963 h 601151"/>
                <a:gd name="connsiteX8" fmla="*/ 0 w 383666"/>
                <a:gd name="connsiteY8" fmla="*/ 247357 h 601151"/>
                <a:gd name="connsiteX9" fmla="*/ 953 w 383666"/>
                <a:gd name="connsiteY9" fmla="*/ 33902 h 601151"/>
                <a:gd name="connsiteX10" fmla="*/ 32290 w 383666"/>
                <a:gd name="connsiteY10" fmla="*/ 565 h 601151"/>
                <a:gd name="connsiteX11" fmla="*/ 157258 w 383666"/>
                <a:gd name="connsiteY11" fmla="*/ 80860 h 601151"/>
                <a:gd name="connsiteX12" fmla="*/ 263176 w 383666"/>
                <a:gd name="connsiteY12" fmla="*/ 353752 h 601151"/>
                <a:gd name="connsiteX13" fmla="*/ 256222 w 383666"/>
                <a:gd name="connsiteY13" fmla="*/ 44284 h 601151"/>
                <a:gd name="connsiteX14" fmla="*/ 293846 w 383666"/>
                <a:gd name="connsiteY14" fmla="*/ 374 h 601151"/>
                <a:gd name="connsiteX15" fmla="*/ 343090 w 383666"/>
                <a:gd name="connsiteY15" fmla="*/ 469 h 601151"/>
                <a:gd name="connsiteX16" fmla="*/ 383667 w 383666"/>
                <a:gd name="connsiteY16" fmla="*/ 40665 h 60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3666" h="601151">
                  <a:moveTo>
                    <a:pt x="383667" y="40665"/>
                  </a:moveTo>
                  <a:cubicBezTo>
                    <a:pt x="382905" y="175158"/>
                    <a:pt x="383667" y="414521"/>
                    <a:pt x="382334" y="555682"/>
                  </a:cubicBezTo>
                  <a:cubicBezTo>
                    <a:pt x="383667" y="599782"/>
                    <a:pt x="376333" y="602164"/>
                    <a:pt x="338995" y="600925"/>
                  </a:cubicBezTo>
                  <a:cubicBezTo>
                    <a:pt x="241363" y="597401"/>
                    <a:pt x="258128" y="600544"/>
                    <a:pt x="229267" y="526916"/>
                  </a:cubicBezTo>
                  <a:cubicBezTo>
                    <a:pt x="193738" y="436238"/>
                    <a:pt x="158401" y="345370"/>
                    <a:pt x="120587" y="255073"/>
                  </a:cubicBezTo>
                  <a:cubicBezTo>
                    <a:pt x="122872" y="372897"/>
                    <a:pt x="123444" y="453955"/>
                    <a:pt x="125635" y="560254"/>
                  </a:cubicBezTo>
                  <a:cubicBezTo>
                    <a:pt x="125254" y="600449"/>
                    <a:pt x="120205" y="601116"/>
                    <a:pt x="87439" y="600735"/>
                  </a:cubicBezTo>
                  <a:cubicBezTo>
                    <a:pt x="0" y="599782"/>
                    <a:pt x="2667" y="611117"/>
                    <a:pt x="1810" y="517963"/>
                  </a:cubicBezTo>
                  <a:cubicBezTo>
                    <a:pt x="1429" y="427761"/>
                    <a:pt x="571" y="337559"/>
                    <a:pt x="0" y="247357"/>
                  </a:cubicBezTo>
                  <a:cubicBezTo>
                    <a:pt x="476" y="176206"/>
                    <a:pt x="1810" y="105054"/>
                    <a:pt x="953" y="33902"/>
                  </a:cubicBezTo>
                  <a:cubicBezTo>
                    <a:pt x="0" y="6851"/>
                    <a:pt x="0" y="755"/>
                    <a:pt x="32290" y="565"/>
                  </a:cubicBezTo>
                  <a:cubicBezTo>
                    <a:pt x="135922" y="184"/>
                    <a:pt x="120396" y="-10484"/>
                    <a:pt x="157258" y="80860"/>
                  </a:cubicBezTo>
                  <a:cubicBezTo>
                    <a:pt x="194786" y="170872"/>
                    <a:pt x="229553" y="261931"/>
                    <a:pt x="263176" y="353752"/>
                  </a:cubicBezTo>
                  <a:cubicBezTo>
                    <a:pt x="259747" y="238975"/>
                    <a:pt x="258318" y="147821"/>
                    <a:pt x="256222" y="44284"/>
                  </a:cubicBezTo>
                  <a:cubicBezTo>
                    <a:pt x="256222" y="1898"/>
                    <a:pt x="252031" y="-102"/>
                    <a:pt x="293846" y="374"/>
                  </a:cubicBezTo>
                  <a:cubicBezTo>
                    <a:pt x="304990" y="469"/>
                    <a:pt x="323183" y="660"/>
                    <a:pt x="343090" y="469"/>
                  </a:cubicBezTo>
                  <a:cubicBezTo>
                    <a:pt x="381286" y="88"/>
                    <a:pt x="383667" y="3136"/>
                    <a:pt x="383667" y="40665"/>
                  </a:cubicBezTo>
                  <a:close/>
                </a:path>
              </a:pathLst>
            </a:custGeom>
            <a:solidFill>
              <a:srgbClr val="2A546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Graphic 2">
              <a:extLst>
                <a:ext uri="{FF2B5EF4-FFF2-40B4-BE49-F238E27FC236}">
                  <a16:creationId xmlns:a16="http://schemas.microsoft.com/office/drawing/2014/main" id="{D02F5782-0754-7874-6EFE-0F18E580A58A}"/>
                </a:ext>
              </a:extLst>
            </p:cNvPr>
            <p:cNvSpPr/>
            <p:nvPr/>
          </p:nvSpPr>
          <p:spPr>
            <a:xfrm>
              <a:off x="6588219" y="2014459"/>
              <a:ext cx="371306" cy="603122"/>
            </a:xfrm>
            <a:custGeom>
              <a:avLst/>
              <a:gdLst>
                <a:gd name="connsiteX0" fmla="*/ 322739 w 371306"/>
                <a:gd name="connsiteY0" fmla="*/ 125618 h 603122"/>
                <a:gd name="connsiteX1" fmla="*/ 264636 w 371306"/>
                <a:gd name="connsiteY1" fmla="*/ 270588 h 603122"/>
                <a:gd name="connsiteX2" fmla="*/ 269208 w 371306"/>
                <a:gd name="connsiteY2" fmla="*/ 324309 h 603122"/>
                <a:gd name="connsiteX3" fmla="*/ 365125 w 371306"/>
                <a:gd name="connsiteY3" fmla="*/ 577960 h 603122"/>
                <a:gd name="connsiteX4" fmla="*/ 357791 w 371306"/>
                <a:gd name="connsiteY4" fmla="*/ 600915 h 603122"/>
                <a:gd name="connsiteX5" fmla="*/ 190532 w 371306"/>
                <a:gd name="connsiteY5" fmla="*/ 490711 h 603122"/>
                <a:gd name="connsiteX6" fmla="*/ 129762 w 371306"/>
                <a:gd name="connsiteY6" fmla="*/ 341168 h 603122"/>
                <a:gd name="connsiteX7" fmla="*/ 130239 w 371306"/>
                <a:gd name="connsiteY7" fmla="*/ 561672 h 603122"/>
                <a:gd name="connsiteX8" fmla="*/ 92805 w 371306"/>
                <a:gd name="connsiteY8" fmla="*/ 603011 h 603122"/>
                <a:gd name="connsiteX9" fmla="*/ 699 w 371306"/>
                <a:gd name="connsiteY9" fmla="*/ 511952 h 603122"/>
                <a:gd name="connsiteX10" fmla="*/ 1937 w 371306"/>
                <a:gd name="connsiteY10" fmla="*/ 56657 h 603122"/>
                <a:gd name="connsiteX11" fmla="*/ 55372 w 371306"/>
                <a:gd name="connsiteY11" fmla="*/ 78 h 603122"/>
                <a:gd name="connsiteX12" fmla="*/ 129096 w 371306"/>
                <a:gd name="connsiteY12" fmla="*/ 28082 h 603122"/>
                <a:gd name="connsiteX13" fmla="*/ 133287 w 371306"/>
                <a:gd name="connsiteY13" fmla="*/ 251348 h 603122"/>
                <a:gd name="connsiteX14" fmla="*/ 211296 w 371306"/>
                <a:gd name="connsiteY14" fmla="*/ 40178 h 603122"/>
                <a:gd name="connsiteX15" fmla="*/ 264255 w 371306"/>
                <a:gd name="connsiteY15" fmla="*/ 78 h 603122"/>
                <a:gd name="connsiteX16" fmla="*/ 361410 w 371306"/>
                <a:gd name="connsiteY16" fmla="*/ 36845 h 603122"/>
                <a:gd name="connsiteX17" fmla="*/ 322739 w 371306"/>
                <a:gd name="connsiteY17" fmla="*/ 125618 h 603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1306" h="603122">
                  <a:moveTo>
                    <a:pt x="322739" y="125618"/>
                  </a:moveTo>
                  <a:cubicBezTo>
                    <a:pt x="303593" y="174005"/>
                    <a:pt x="285401" y="222868"/>
                    <a:pt x="264636" y="270588"/>
                  </a:cubicBezTo>
                  <a:cubicBezTo>
                    <a:pt x="255873" y="290781"/>
                    <a:pt x="257683" y="293448"/>
                    <a:pt x="269208" y="324309"/>
                  </a:cubicBezTo>
                  <a:cubicBezTo>
                    <a:pt x="302832" y="412796"/>
                    <a:pt x="331788" y="489282"/>
                    <a:pt x="365125" y="577960"/>
                  </a:cubicBezTo>
                  <a:cubicBezTo>
                    <a:pt x="366649" y="587199"/>
                    <a:pt x="369602" y="598915"/>
                    <a:pt x="357791" y="600915"/>
                  </a:cubicBezTo>
                  <a:cubicBezTo>
                    <a:pt x="214249" y="603296"/>
                    <a:pt x="235680" y="619108"/>
                    <a:pt x="190532" y="490711"/>
                  </a:cubicBezTo>
                  <a:cubicBezTo>
                    <a:pt x="173673" y="442229"/>
                    <a:pt x="160147" y="418511"/>
                    <a:pt x="129762" y="341168"/>
                  </a:cubicBezTo>
                  <a:cubicBezTo>
                    <a:pt x="129762" y="414701"/>
                    <a:pt x="128715" y="488139"/>
                    <a:pt x="130239" y="561672"/>
                  </a:cubicBezTo>
                  <a:cubicBezTo>
                    <a:pt x="129667" y="598343"/>
                    <a:pt x="135001" y="604058"/>
                    <a:pt x="92805" y="603011"/>
                  </a:cubicBezTo>
                  <a:cubicBezTo>
                    <a:pt x="-13779" y="600344"/>
                    <a:pt x="603" y="615679"/>
                    <a:pt x="699" y="511952"/>
                  </a:cubicBezTo>
                  <a:cubicBezTo>
                    <a:pt x="984" y="342502"/>
                    <a:pt x="1460" y="226106"/>
                    <a:pt x="1937" y="56657"/>
                  </a:cubicBezTo>
                  <a:cubicBezTo>
                    <a:pt x="32" y="-7637"/>
                    <a:pt x="-4159" y="2269"/>
                    <a:pt x="55372" y="78"/>
                  </a:cubicBezTo>
                  <a:cubicBezTo>
                    <a:pt x="133287" y="2269"/>
                    <a:pt x="128524" y="-5256"/>
                    <a:pt x="129096" y="28082"/>
                  </a:cubicBezTo>
                  <a:cubicBezTo>
                    <a:pt x="130620" y="68468"/>
                    <a:pt x="132715" y="195341"/>
                    <a:pt x="133287" y="251348"/>
                  </a:cubicBezTo>
                  <a:cubicBezTo>
                    <a:pt x="158433" y="180767"/>
                    <a:pt x="189103" y="111616"/>
                    <a:pt x="211296" y="40178"/>
                  </a:cubicBezTo>
                  <a:cubicBezTo>
                    <a:pt x="228537" y="-2779"/>
                    <a:pt x="230251" y="-17"/>
                    <a:pt x="264255" y="78"/>
                  </a:cubicBezTo>
                  <a:cubicBezTo>
                    <a:pt x="386271" y="-17"/>
                    <a:pt x="379127" y="-2875"/>
                    <a:pt x="361410" y="36845"/>
                  </a:cubicBezTo>
                  <a:cubicBezTo>
                    <a:pt x="358743" y="42083"/>
                    <a:pt x="324453" y="119712"/>
                    <a:pt x="322739" y="125618"/>
                  </a:cubicBezTo>
                  <a:close/>
                </a:path>
              </a:pathLst>
            </a:custGeom>
            <a:solidFill>
              <a:srgbClr val="274C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Graphic 2">
              <a:extLst>
                <a:ext uri="{FF2B5EF4-FFF2-40B4-BE49-F238E27FC236}">
                  <a16:creationId xmlns:a16="http://schemas.microsoft.com/office/drawing/2014/main" id="{4DFC7096-8582-1538-8095-6BBF86F62F5A}"/>
                </a:ext>
              </a:extLst>
            </p:cNvPr>
            <p:cNvSpPr/>
            <p:nvPr/>
          </p:nvSpPr>
          <p:spPr>
            <a:xfrm>
              <a:off x="5672327" y="2017109"/>
              <a:ext cx="406622" cy="599939"/>
            </a:xfrm>
            <a:custGeom>
              <a:avLst/>
              <a:gdLst>
                <a:gd name="connsiteX0" fmla="*/ 350615 w 406622"/>
                <a:gd name="connsiteY0" fmla="*/ 277939 h 599939"/>
                <a:gd name="connsiteX1" fmla="*/ 304038 w 406622"/>
                <a:gd name="connsiteY1" fmla="*/ 41053 h 599939"/>
                <a:gd name="connsiteX2" fmla="*/ 255651 w 406622"/>
                <a:gd name="connsiteY2" fmla="*/ 0 h 599939"/>
                <a:gd name="connsiteX3" fmla="*/ 155829 w 406622"/>
                <a:gd name="connsiteY3" fmla="*/ 190 h 599939"/>
                <a:gd name="connsiteX4" fmla="*/ 109442 w 406622"/>
                <a:gd name="connsiteY4" fmla="*/ 36862 h 599939"/>
                <a:gd name="connsiteX5" fmla="*/ 48482 w 406622"/>
                <a:gd name="connsiteY5" fmla="*/ 333661 h 599939"/>
                <a:gd name="connsiteX6" fmla="*/ 0 w 406622"/>
                <a:gd name="connsiteY6" fmla="*/ 598265 h 599939"/>
                <a:gd name="connsiteX7" fmla="*/ 24670 w 406622"/>
                <a:gd name="connsiteY7" fmla="*/ 599313 h 599939"/>
                <a:gd name="connsiteX8" fmla="*/ 135541 w 406622"/>
                <a:gd name="connsiteY8" fmla="*/ 508635 h 599939"/>
                <a:gd name="connsiteX9" fmla="*/ 188404 w 406622"/>
                <a:gd name="connsiteY9" fmla="*/ 463582 h 599939"/>
                <a:gd name="connsiteX10" fmla="*/ 221552 w 406622"/>
                <a:gd name="connsiteY10" fmla="*/ 463582 h 599939"/>
                <a:gd name="connsiteX11" fmla="*/ 271653 w 406622"/>
                <a:gd name="connsiteY11" fmla="*/ 505015 h 599939"/>
                <a:gd name="connsiteX12" fmla="*/ 389858 w 406622"/>
                <a:gd name="connsiteY12" fmla="*/ 599027 h 599939"/>
                <a:gd name="connsiteX13" fmla="*/ 406622 w 406622"/>
                <a:gd name="connsiteY13" fmla="*/ 597694 h 599939"/>
                <a:gd name="connsiteX14" fmla="*/ 350615 w 406622"/>
                <a:gd name="connsiteY14" fmla="*/ 277939 h 599939"/>
                <a:gd name="connsiteX15" fmla="*/ 237077 w 406622"/>
                <a:gd name="connsiteY15" fmla="*/ 350520 h 599939"/>
                <a:gd name="connsiteX16" fmla="*/ 171069 w 406622"/>
                <a:gd name="connsiteY16" fmla="*/ 350806 h 599939"/>
                <a:gd name="connsiteX17" fmla="*/ 167640 w 406622"/>
                <a:gd name="connsiteY17" fmla="*/ 327184 h 599939"/>
                <a:gd name="connsiteX18" fmla="*/ 200787 w 406622"/>
                <a:gd name="connsiteY18" fmla="*/ 140875 h 599939"/>
                <a:gd name="connsiteX19" fmla="*/ 207550 w 406622"/>
                <a:gd name="connsiteY19" fmla="*/ 140398 h 599939"/>
                <a:gd name="connsiteX20" fmla="*/ 239744 w 406622"/>
                <a:gd name="connsiteY20" fmla="*/ 326993 h 599939"/>
                <a:gd name="connsiteX21" fmla="*/ 237077 w 406622"/>
                <a:gd name="connsiteY21" fmla="*/ 350520 h 59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6622" h="599939">
                  <a:moveTo>
                    <a:pt x="350615" y="277939"/>
                  </a:moveTo>
                  <a:cubicBezTo>
                    <a:pt x="334899" y="198977"/>
                    <a:pt x="318135" y="120205"/>
                    <a:pt x="304038" y="41053"/>
                  </a:cubicBezTo>
                  <a:cubicBezTo>
                    <a:pt x="298800" y="11621"/>
                    <a:pt x="298513" y="0"/>
                    <a:pt x="255651" y="0"/>
                  </a:cubicBezTo>
                  <a:cubicBezTo>
                    <a:pt x="222504" y="0"/>
                    <a:pt x="191357" y="476"/>
                    <a:pt x="155829" y="190"/>
                  </a:cubicBezTo>
                  <a:cubicBezTo>
                    <a:pt x="118110" y="0"/>
                    <a:pt x="115062" y="5810"/>
                    <a:pt x="109442" y="36862"/>
                  </a:cubicBezTo>
                  <a:cubicBezTo>
                    <a:pt x="91535" y="136208"/>
                    <a:pt x="69152" y="234791"/>
                    <a:pt x="48482" y="333661"/>
                  </a:cubicBezTo>
                  <a:cubicBezTo>
                    <a:pt x="32385" y="420719"/>
                    <a:pt x="16383" y="509492"/>
                    <a:pt x="0" y="598265"/>
                  </a:cubicBezTo>
                  <a:cubicBezTo>
                    <a:pt x="10382" y="599027"/>
                    <a:pt x="16954" y="599027"/>
                    <a:pt x="24670" y="599313"/>
                  </a:cubicBezTo>
                  <a:cubicBezTo>
                    <a:pt x="118682" y="601789"/>
                    <a:pt x="117253" y="601409"/>
                    <a:pt x="135541" y="508635"/>
                  </a:cubicBezTo>
                  <a:cubicBezTo>
                    <a:pt x="144113" y="465010"/>
                    <a:pt x="140208" y="463963"/>
                    <a:pt x="188404" y="463582"/>
                  </a:cubicBezTo>
                  <a:cubicBezTo>
                    <a:pt x="200120" y="463486"/>
                    <a:pt x="210598" y="463486"/>
                    <a:pt x="221552" y="463582"/>
                  </a:cubicBezTo>
                  <a:cubicBezTo>
                    <a:pt x="267176" y="464344"/>
                    <a:pt x="264986" y="465677"/>
                    <a:pt x="271653" y="505015"/>
                  </a:cubicBezTo>
                  <a:cubicBezTo>
                    <a:pt x="288131" y="601885"/>
                    <a:pt x="289846" y="601694"/>
                    <a:pt x="389858" y="599027"/>
                  </a:cubicBezTo>
                  <a:cubicBezTo>
                    <a:pt x="395669" y="598837"/>
                    <a:pt x="400431" y="598551"/>
                    <a:pt x="406622" y="597694"/>
                  </a:cubicBezTo>
                  <a:cubicBezTo>
                    <a:pt x="387763" y="490347"/>
                    <a:pt x="369189" y="383191"/>
                    <a:pt x="350615" y="277939"/>
                  </a:cubicBezTo>
                  <a:close/>
                  <a:moveTo>
                    <a:pt x="237077" y="350520"/>
                  </a:moveTo>
                  <a:cubicBezTo>
                    <a:pt x="212312" y="350996"/>
                    <a:pt x="197072" y="351663"/>
                    <a:pt x="171069" y="350806"/>
                  </a:cubicBezTo>
                  <a:cubicBezTo>
                    <a:pt x="162687" y="351187"/>
                    <a:pt x="164878" y="344614"/>
                    <a:pt x="167640" y="327184"/>
                  </a:cubicBezTo>
                  <a:cubicBezTo>
                    <a:pt x="177546" y="264890"/>
                    <a:pt x="189738" y="202978"/>
                    <a:pt x="200787" y="140875"/>
                  </a:cubicBezTo>
                  <a:cubicBezTo>
                    <a:pt x="201644" y="136588"/>
                    <a:pt x="206788" y="136874"/>
                    <a:pt x="207550" y="140398"/>
                  </a:cubicBezTo>
                  <a:cubicBezTo>
                    <a:pt x="218408" y="202597"/>
                    <a:pt x="229362" y="264700"/>
                    <a:pt x="239744" y="326993"/>
                  </a:cubicBezTo>
                  <a:cubicBezTo>
                    <a:pt x="243078" y="343090"/>
                    <a:pt x="243840" y="350330"/>
                    <a:pt x="237077" y="350520"/>
                  </a:cubicBezTo>
                  <a:close/>
                </a:path>
              </a:pathLst>
            </a:custGeom>
            <a:solidFill>
              <a:srgbClr val="28526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Graphic 2">
              <a:extLst>
                <a:ext uri="{FF2B5EF4-FFF2-40B4-BE49-F238E27FC236}">
                  <a16:creationId xmlns:a16="http://schemas.microsoft.com/office/drawing/2014/main" id="{A235272C-E586-2818-5262-FB0B5E1A2AC1}"/>
                </a:ext>
              </a:extLst>
            </p:cNvPr>
            <p:cNvSpPr/>
            <p:nvPr/>
          </p:nvSpPr>
          <p:spPr>
            <a:xfrm>
              <a:off x="3469385" y="5426487"/>
              <a:ext cx="5263133" cy="172783"/>
            </a:xfrm>
            <a:custGeom>
              <a:avLst/>
              <a:gdLst>
                <a:gd name="connsiteX0" fmla="*/ 323945 w 5263133"/>
                <a:gd name="connsiteY0" fmla="*/ 476 h 172783"/>
                <a:gd name="connsiteX1" fmla="*/ 0 w 5263133"/>
                <a:gd name="connsiteY1" fmla="*/ 167354 h 172783"/>
                <a:gd name="connsiteX2" fmla="*/ 5263134 w 5263133"/>
                <a:gd name="connsiteY2" fmla="*/ 172784 h 172783"/>
                <a:gd name="connsiteX3" fmla="*/ 4948047 w 5263133"/>
                <a:gd name="connsiteY3" fmla="*/ 0 h 17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3133" h="172783">
                  <a:moveTo>
                    <a:pt x="323945" y="476"/>
                  </a:moveTo>
                  <a:lnTo>
                    <a:pt x="0" y="167354"/>
                  </a:lnTo>
                  <a:lnTo>
                    <a:pt x="5263134" y="172784"/>
                  </a:lnTo>
                  <a:lnTo>
                    <a:pt x="4948047" y="0"/>
                  </a:lnTo>
                  <a:close/>
                </a:path>
              </a:pathLst>
            </a:custGeom>
            <a:solidFill>
              <a:srgbClr val="1829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Graphic 2">
              <a:extLst>
                <a:ext uri="{FF2B5EF4-FFF2-40B4-BE49-F238E27FC236}">
                  <a16:creationId xmlns:a16="http://schemas.microsoft.com/office/drawing/2014/main" id="{ABDD7559-D956-9270-48C0-928DC0022981}"/>
                </a:ext>
              </a:extLst>
            </p:cNvPr>
            <p:cNvSpPr/>
            <p:nvPr/>
          </p:nvSpPr>
          <p:spPr>
            <a:xfrm>
              <a:off x="3892771" y="3273266"/>
              <a:ext cx="596360" cy="2198179"/>
            </a:xfrm>
            <a:custGeom>
              <a:avLst/>
              <a:gdLst>
                <a:gd name="connsiteX0" fmla="*/ 583883 w 596360"/>
                <a:gd name="connsiteY0" fmla="*/ 105156 h 2198179"/>
                <a:gd name="connsiteX1" fmla="*/ 596265 w 596360"/>
                <a:gd name="connsiteY1" fmla="*/ 92774 h 2198179"/>
                <a:gd name="connsiteX2" fmla="*/ 596265 w 596360"/>
                <a:gd name="connsiteY2" fmla="*/ 12383 h 2198179"/>
                <a:gd name="connsiteX3" fmla="*/ 583883 w 596360"/>
                <a:gd name="connsiteY3" fmla="*/ 0 h 2198179"/>
                <a:gd name="connsiteX4" fmla="*/ 12382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2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2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2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883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883" y="105156"/>
                  </a:moveTo>
                  <a:cubicBezTo>
                    <a:pt x="590741" y="105156"/>
                    <a:pt x="596265" y="99631"/>
                    <a:pt x="596265" y="92774"/>
                  </a:cubicBezTo>
                  <a:lnTo>
                    <a:pt x="596265" y="12383"/>
                  </a:lnTo>
                  <a:cubicBezTo>
                    <a:pt x="596265" y="5525"/>
                    <a:pt x="590741" y="0"/>
                    <a:pt x="583883" y="0"/>
                  </a:cubicBezTo>
                  <a:lnTo>
                    <a:pt x="12382" y="0"/>
                  </a:lnTo>
                  <a:cubicBezTo>
                    <a:pt x="5524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4" y="105156"/>
                    <a:pt x="12382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2" y="2093024"/>
                  </a:lnTo>
                  <a:cubicBezTo>
                    <a:pt x="5524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4" y="2198180"/>
                    <a:pt x="12382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883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Graphic 2">
              <a:extLst>
                <a:ext uri="{FF2B5EF4-FFF2-40B4-BE49-F238E27FC236}">
                  <a16:creationId xmlns:a16="http://schemas.microsoft.com/office/drawing/2014/main" id="{6B6DEF43-1790-DC42-EBB3-7675E2E839B2}"/>
                </a:ext>
              </a:extLst>
            </p:cNvPr>
            <p:cNvSpPr/>
            <p:nvPr/>
          </p:nvSpPr>
          <p:spPr>
            <a:xfrm>
              <a:off x="4565427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3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3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3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3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3" y="0"/>
                  </a:lnTo>
                  <a:cubicBezTo>
                    <a:pt x="5525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5" y="105156"/>
                    <a:pt x="12383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3" y="2093024"/>
                  </a:lnTo>
                  <a:cubicBezTo>
                    <a:pt x="5525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5" y="2198180"/>
                    <a:pt x="12383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Graphic 2">
              <a:extLst>
                <a:ext uri="{FF2B5EF4-FFF2-40B4-BE49-F238E27FC236}">
                  <a16:creationId xmlns:a16="http://schemas.microsoft.com/office/drawing/2014/main" id="{E1AC1175-D65E-4B6B-035A-17B437074CE6}"/>
                </a:ext>
              </a:extLst>
            </p:cNvPr>
            <p:cNvSpPr/>
            <p:nvPr/>
          </p:nvSpPr>
          <p:spPr>
            <a:xfrm>
              <a:off x="7044879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3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3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3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3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3" y="0"/>
                  </a:lnTo>
                  <a:cubicBezTo>
                    <a:pt x="5525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5" y="105156"/>
                    <a:pt x="12383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3" y="2093024"/>
                  </a:lnTo>
                  <a:cubicBezTo>
                    <a:pt x="5525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5" y="2198180"/>
                    <a:pt x="12383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Graphic 2">
              <a:extLst>
                <a:ext uri="{FF2B5EF4-FFF2-40B4-BE49-F238E27FC236}">
                  <a16:creationId xmlns:a16="http://schemas.microsoft.com/office/drawing/2014/main" id="{85376848-BCB2-E43C-52B4-5F538FA795F3}"/>
                </a:ext>
              </a:extLst>
            </p:cNvPr>
            <p:cNvSpPr/>
            <p:nvPr/>
          </p:nvSpPr>
          <p:spPr>
            <a:xfrm>
              <a:off x="7717630" y="3273266"/>
              <a:ext cx="596360" cy="2198179"/>
            </a:xfrm>
            <a:custGeom>
              <a:avLst/>
              <a:gdLst>
                <a:gd name="connsiteX0" fmla="*/ 583978 w 596360"/>
                <a:gd name="connsiteY0" fmla="*/ 105156 h 2198179"/>
                <a:gd name="connsiteX1" fmla="*/ 596360 w 596360"/>
                <a:gd name="connsiteY1" fmla="*/ 92774 h 2198179"/>
                <a:gd name="connsiteX2" fmla="*/ 596360 w 596360"/>
                <a:gd name="connsiteY2" fmla="*/ 12383 h 2198179"/>
                <a:gd name="connsiteX3" fmla="*/ 583978 w 596360"/>
                <a:gd name="connsiteY3" fmla="*/ 0 h 2198179"/>
                <a:gd name="connsiteX4" fmla="*/ 12382 w 596360"/>
                <a:gd name="connsiteY4" fmla="*/ 0 h 2198179"/>
                <a:gd name="connsiteX5" fmla="*/ 0 w 596360"/>
                <a:gd name="connsiteY5" fmla="*/ 12383 h 2198179"/>
                <a:gd name="connsiteX6" fmla="*/ 0 w 596360"/>
                <a:gd name="connsiteY6" fmla="*/ 92774 h 2198179"/>
                <a:gd name="connsiteX7" fmla="*/ 12382 w 596360"/>
                <a:gd name="connsiteY7" fmla="*/ 105156 h 2198179"/>
                <a:gd name="connsiteX8" fmla="*/ 81534 w 596360"/>
                <a:gd name="connsiteY8" fmla="*/ 105156 h 2198179"/>
                <a:gd name="connsiteX9" fmla="*/ 81534 w 596360"/>
                <a:gd name="connsiteY9" fmla="*/ 2093024 h 2198179"/>
                <a:gd name="connsiteX10" fmla="*/ 12382 w 596360"/>
                <a:gd name="connsiteY10" fmla="*/ 2093024 h 2198179"/>
                <a:gd name="connsiteX11" fmla="*/ 0 w 596360"/>
                <a:gd name="connsiteY11" fmla="*/ 2105406 h 2198179"/>
                <a:gd name="connsiteX12" fmla="*/ 0 w 596360"/>
                <a:gd name="connsiteY12" fmla="*/ 2185797 h 2198179"/>
                <a:gd name="connsiteX13" fmla="*/ 12382 w 596360"/>
                <a:gd name="connsiteY13" fmla="*/ 2198180 h 2198179"/>
                <a:gd name="connsiteX14" fmla="*/ 583978 w 596360"/>
                <a:gd name="connsiteY14" fmla="*/ 2198180 h 2198179"/>
                <a:gd name="connsiteX15" fmla="*/ 596360 w 596360"/>
                <a:gd name="connsiteY15" fmla="*/ 2185797 h 2198179"/>
                <a:gd name="connsiteX16" fmla="*/ 596360 w 596360"/>
                <a:gd name="connsiteY16" fmla="*/ 2105406 h 2198179"/>
                <a:gd name="connsiteX17" fmla="*/ 583978 w 596360"/>
                <a:gd name="connsiteY17" fmla="*/ 2093024 h 2198179"/>
                <a:gd name="connsiteX18" fmla="*/ 514826 w 596360"/>
                <a:gd name="connsiteY18" fmla="*/ 2093024 h 2198179"/>
                <a:gd name="connsiteX19" fmla="*/ 514826 w 596360"/>
                <a:gd name="connsiteY19" fmla="*/ 105156 h 2198179"/>
                <a:gd name="connsiteX20" fmla="*/ 583978 w 596360"/>
                <a:gd name="connsiteY20" fmla="*/ 105156 h 219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96360" h="2198179">
                  <a:moveTo>
                    <a:pt x="583978" y="105156"/>
                  </a:moveTo>
                  <a:cubicBezTo>
                    <a:pt x="590836" y="105156"/>
                    <a:pt x="596360" y="99631"/>
                    <a:pt x="596360" y="92774"/>
                  </a:cubicBezTo>
                  <a:lnTo>
                    <a:pt x="596360" y="12383"/>
                  </a:lnTo>
                  <a:cubicBezTo>
                    <a:pt x="596360" y="5525"/>
                    <a:pt x="590836" y="0"/>
                    <a:pt x="583978" y="0"/>
                  </a:cubicBezTo>
                  <a:lnTo>
                    <a:pt x="12382" y="0"/>
                  </a:lnTo>
                  <a:cubicBezTo>
                    <a:pt x="5524" y="0"/>
                    <a:pt x="0" y="5525"/>
                    <a:pt x="0" y="12383"/>
                  </a:cubicBezTo>
                  <a:lnTo>
                    <a:pt x="0" y="92774"/>
                  </a:lnTo>
                  <a:cubicBezTo>
                    <a:pt x="0" y="99631"/>
                    <a:pt x="5524" y="105156"/>
                    <a:pt x="12382" y="105156"/>
                  </a:cubicBezTo>
                  <a:lnTo>
                    <a:pt x="81534" y="105156"/>
                  </a:lnTo>
                  <a:lnTo>
                    <a:pt x="81534" y="2093024"/>
                  </a:lnTo>
                  <a:lnTo>
                    <a:pt x="12382" y="2093024"/>
                  </a:lnTo>
                  <a:cubicBezTo>
                    <a:pt x="5524" y="2093024"/>
                    <a:pt x="0" y="2098548"/>
                    <a:pt x="0" y="2105406"/>
                  </a:cubicBezTo>
                  <a:lnTo>
                    <a:pt x="0" y="2185797"/>
                  </a:lnTo>
                  <a:cubicBezTo>
                    <a:pt x="0" y="2192655"/>
                    <a:pt x="5524" y="2198180"/>
                    <a:pt x="12382" y="2198180"/>
                  </a:cubicBezTo>
                  <a:lnTo>
                    <a:pt x="583978" y="2198180"/>
                  </a:lnTo>
                  <a:cubicBezTo>
                    <a:pt x="590836" y="2198180"/>
                    <a:pt x="596360" y="2192655"/>
                    <a:pt x="596360" y="2185797"/>
                  </a:cubicBezTo>
                  <a:lnTo>
                    <a:pt x="596360" y="2105406"/>
                  </a:lnTo>
                  <a:cubicBezTo>
                    <a:pt x="596360" y="2098548"/>
                    <a:pt x="590836" y="2093024"/>
                    <a:pt x="583978" y="2093024"/>
                  </a:cubicBezTo>
                  <a:lnTo>
                    <a:pt x="514826" y="2093024"/>
                  </a:lnTo>
                  <a:lnTo>
                    <a:pt x="514826" y="105156"/>
                  </a:lnTo>
                  <a:lnTo>
                    <a:pt x="583978" y="105156"/>
                  </a:lnTo>
                  <a:close/>
                </a:path>
              </a:pathLst>
            </a:custGeom>
            <a:solidFill>
              <a:srgbClr val="EAEA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Graphic 2">
              <a:extLst>
                <a:ext uri="{FF2B5EF4-FFF2-40B4-BE49-F238E27FC236}">
                  <a16:creationId xmlns:a16="http://schemas.microsoft.com/office/drawing/2014/main" id="{A563D304-8EC6-A362-E4C3-9FEE5B7C9549}"/>
                </a:ext>
              </a:extLst>
            </p:cNvPr>
            <p:cNvSpPr/>
            <p:nvPr/>
          </p:nvSpPr>
          <p:spPr>
            <a:xfrm>
              <a:off x="5119115" y="1901761"/>
              <a:ext cx="2001107" cy="818197"/>
            </a:xfrm>
            <a:custGeom>
              <a:avLst/>
              <a:gdLst>
                <a:gd name="connsiteX0" fmla="*/ 1965293 w 2001107"/>
                <a:gd name="connsiteY0" fmla="*/ 0 h 818197"/>
                <a:gd name="connsiteX1" fmla="*/ 35814 w 2001107"/>
                <a:gd name="connsiteY1" fmla="*/ 0 h 818197"/>
                <a:gd name="connsiteX2" fmla="*/ 0 w 2001107"/>
                <a:gd name="connsiteY2" fmla="*/ 35814 h 818197"/>
                <a:gd name="connsiteX3" fmla="*/ 0 w 2001107"/>
                <a:gd name="connsiteY3" fmla="*/ 782384 h 818197"/>
                <a:gd name="connsiteX4" fmla="*/ 35814 w 2001107"/>
                <a:gd name="connsiteY4" fmla="*/ 818197 h 818197"/>
                <a:gd name="connsiteX5" fmla="*/ 1965293 w 2001107"/>
                <a:gd name="connsiteY5" fmla="*/ 818197 h 818197"/>
                <a:gd name="connsiteX6" fmla="*/ 2001107 w 2001107"/>
                <a:gd name="connsiteY6" fmla="*/ 782384 h 818197"/>
                <a:gd name="connsiteX7" fmla="*/ 2001107 w 2001107"/>
                <a:gd name="connsiteY7" fmla="*/ 35814 h 818197"/>
                <a:gd name="connsiteX8" fmla="*/ 1965293 w 2001107"/>
                <a:gd name="connsiteY8" fmla="*/ 0 h 818197"/>
                <a:gd name="connsiteX9" fmla="*/ 1953673 w 2001107"/>
                <a:gd name="connsiteY9" fmla="*/ 739140 h 818197"/>
                <a:gd name="connsiteX10" fmla="*/ 1920335 w 2001107"/>
                <a:gd name="connsiteY10" fmla="*/ 772477 h 818197"/>
                <a:gd name="connsiteX11" fmla="*/ 79153 w 2001107"/>
                <a:gd name="connsiteY11" fmla="*/ 772477 h 818197"/>
                <a:gd name="connsiteX12" fmla="*/ 45815 w 2001107"/>
                <a:gd name="connsiteY12" fmla="*/ 739140 h 818197"/>
                <a:gd name="connsiteX13" fmla="*/ 45815 w 2001107"/>
                <a:gd name="connsiteY13" fmla="*/ 82105 h 818197"/>
                <a:gd name="connsiteX14" fmla="*/ 79153 w 2001107"/>
                <a:gd name="connsiteY14" fmla="*/ 48768 h 818197"/>
                <a:gd name="connsiteX15" fmla="*/ 1920335 w 2001107"/>
                <a:gd name="connsiteY15" fmla="*/ 48768 h 818197"/>
                <a:gd name="connsiteX16" fmla="*/ 1953673 w 2001107"/>
                <a:gd name="connsiteY16" fmla="*/ 82105 h 818197"/>
                <a:gd name="connsiteX17" fmla="*/ 1953673 w 2001107"/>
                <a:gd name="connsiteY17" fmla="*/ 739140 h 81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01107" h="818197">
                  <a:moveTo>
                    <a:pt x="1965293" y="0"/>
                  </a:moveTo>
                  <a:lnTo>
                    <a:pt x="35814" y="0"/>
                  </a:lnTo>
                  <a:cubicBezTo>
                    <a:pt x="16002" y="0"/>
                    <a:pt x="0" y="16002"/>
                    <a:pt x="0" y="35814"/>
                  </a:cubicBezTo>
                  <a:lnTo>
                    <a:pt x="0" y="782384"/>
                  </a:lnTo>
                  <a:cubicBezTo>
                    <a:pt x="0" y="802196"/>
                    <a:pt x="16002" y="818197"/>
                    <a:pt x="35814" y="818197"/>
                  </a:cubicBezTo>
                  <a:lnTo>
                    <a:pt x="1965293" y="818197"/>
                  </a:lnTo>
                  <a:cubicBezTo>
                    <a:pt x="1985105" y="818197"/>
                    <a:pt x="2001107" y="802196"/>
                    <a:pt x="2001107" y="782384"/>
                  </a:cubicBezTo>
                  <a:lnTo>
                    <a:pt x="2001107" y="35814"/>
                  </a:lnTo>
                  <a:cubicBezTo>
                    <a:pt x="2001107" y="16002"/>
                    <a:pt x="1985105" y="0"/>
                    <a:pt x="1965293" y="0"/>
                  </a:cubicBezTo>
                  <a:close/>
                  <a:moveTo>
                    <a:pt x="1953673" y="739140"/>
                  </a:moveTo>
                  <a:cubicBezTo>
                    <a:pt x="1953673" y="757523"/>
                    <a:pt x="1938719" y="772477"/>
                    <a:pt x="1920335" y="772477"/>
                  </a:cubicBezTo>
                  <a:lnTo>
                    <a:pt x="79153" y="772477"/>
                  </a:lnTo>
                  <a:cubicBezTo>
                    <a:pt x="60770" y="772477"/>
                    <a:pt x="45815" y="757523"/>
                    <a:pt x="45815" y="739140"/>
                  </a:cubicBezTo>
                  <a:lnTo>
                    <a:pt x="45815" y="82105"/>
                  </a:lnTo>
                  <a:cubicBezTo>
                    <a:pt x="45815" y="63722"/>
                    <a:pt x="60770" y="48768"/>
                    <a:pt x="79153" y="48768"/>
                  </a:cubicBezTo>
                  <a:lnTo>
                    <a:pt x="1920335" y="48768"/>
                  </a:lnTo>
                  <a:cubicBezTo>
                    <a:pt x="1938719" y="48768"/>
                    <a:pt x="1953673" y="63722"/>
                    <a:pt x="1953673" y="82105"/>
                  </a:cubicBezTo>
                  <a:lnTo>
                    <a:pt x="1953673" y="739140"/>
                  </a:lnTo>
                  <a:close/>
                </a:path>
              </a:pathLst>
            </a:custGeom>
            <a:solidFill>
              <a:srgbClr val="203F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Graphic 2">
              <a:extLst>
                <a:ext uri="{FF2B5EF4-FFF2-40B4-BE49-F238E27FC236}">
                  <a16:creationId xmlns:a16="http://schemas.microsoft.com/office/drawing/2014/main" id="{37685A17-5A8D-2E81-F194-6D2D8B00E871}"/>
                </a:ext>
              </a:extLst>
            </p:cNvPr>
            <p:cNvSpPr/>
            <p:nvPr/>
          </p:nvSpPr>
          <p:spPr>
            <a:xfrm>
              <a:off x="5281017" y="2016768"/>
              <a:ext cx="358698" cy="599537"/>
            </a:xfrm>
            <a:custGeom>
              <a:avLst/>
              <a:gdLst>
                <a:gd name="connsiteX0" fmla="*/ 355115 w 358698"/>
                <a:gd name="connsiteY0" fmla="*/ 370672 h 599537"/>
                <a:gd name="connsiteX1" fmla="*/ 296726 w 358698"/>
                <a:gd name="connsiteY1" fmla="*/ 295711 h 599537"/>
                <a:gd name="connsiteX2" fmla="*/ 346161 w 358698"/>
                <a:gd name="connsiteY2" fmla="*/ 203699 h 599537"/>
                <a:gd name="connsiteX3" fmla="*/ 345494 w 358698"/>
                <a:gd name="connsiteY3" fmla="*/ 118260 h 599537"/>
                <a:gd name="connsiteX4" fmla="*/ 244339 w 358698"/>
                <a:gd name="connsiteY4" fmla="*/ 6436 h 599537"/>
                <a:gd name="connsiteX5" fmla="*/ 35837 w 358698"/>
                <a:gd name="connsiteY5" fmla="*/ 245 h 599537"/>
                <a:gd name="connsiteX6" fmla="*/ 23 w 358698"/>
                <a:gd name="connsiteY6" fmla="*/ 38345 h 599537"/>
                <a:gd name="connsiteX7" fmla="*/ 1737 w 358698"/>
                <a:gd name="connsiteY7" fmla="*/ 598796 h 599537"/>
                <a:gd name="connsiteX8" fmla="*/ 224051 w 358698"/>
                <a:gd name="connsiteY8" fmla="*/ 598796 h 599537"/>
                <a:gd name="connsiteX9" fmla="*/ 355210 w 358698"/>
                <a:gd name="connsiteY9" fmla="*/ 494211 h 599537"/>
                <a:gd name="connsiteX10" fmla="*/ 355115 w 358698"/>
                <a:gd name="connsiteY10" fmla="*/ 370672 h 599537"/>
                <a:gd name="connsiteX11" fmla="*/ 167186 w 358698"/>
                <a:gd name="connsiteY11" fmla="*/ 492973 h 599537"/>
                <a:gd name="connsiteX12" fmla="*/ 126419 w 358698"/>
                <a:gd name="connsiteY12" fmla="*/ 427822 h 599537"/>
                <a:gd name="connsiteX13" fmla="*/ 171282 w 358698"/>
                <a:gd name="connsiteY13" fmla="*/ 358194 h 599537"/>
                <a:gd name="connsiteX14" fmla="*/ 229480 w 358698"/>
                <a:gd name="connsiteY14" fmla="*/ 428870 h 599537"/>
                <a:gd name="connsiteX15" fmla="*/ 167186 w 358698"/>
                <a:gd name="connsiteY15" fmla="*/ 492973 h 599537"/>
                <a:gd name="connsiteX16" fmla="*/ 167186 w 358698"/>
                <a:gd name="connsiteY16" fmla="*/ 242752 h 599537"/>
                <a:gd name="connsiteX17" fmla="*/ 126419 w 358698"/>
                <a:gd name="connsiteY17" fmla="*/ 177601 h 599537"/>
                <a:gd name="connsiteX18" fmla="*/ 171282 w 358698"/>
                <a:gd name="connsiteY18" fmla="*/ 107973 h 599537"/>
                <a:gd name="connsiteX19" fmla="*/ 229480 w 358698"/>
                <a:gd name="connsiteY19" fmla="*/ 178648 h 599537"/>
                <a:gd name="connsiteX20" fmla="*/ 167186 w 358698"/>
                <a:gd name="connsiteY20" fmla="*/ 242752 h 599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8698" h="599537">
                  <a:moveTo>
                    <a:pt x="355115" y="370672"/>
                  </a:moveTo>
                  <a:cubicBezTo>
                    <a:pt x="352924" y="343526"/>
                    <a:pt x="337493" y="320952"/>
                    <a:pt x="296726" y="295711"/>
                  </a:cubicBezTo>
                  <a:cubicBezTo>
                    <a:pt x="335589" y="275898"/>
                    <a:pt x="345971" y="242275"/>
                    <a:pt x="346161" y="203699"/>
                  </a:cubicBezTo>
                  <a:cubicBezTo>
                    <a:pt x="346256" y="175219"/>
                    <a:pt x="347209" y="146644"/>
                    <a:pt x="345494" y="118260"/>
                  </a:cubicBezTo>
                  <a:cubicBezTo>
                    <a:pt x="341399" y="52728"/>
                    <a:pt x="307775" y="11389"/>
                    <a:pt x="244339" y="6436"/>
                  </a:cubicBezTo>
                  <a:cubicBezTo>
                    <a:pt x="173473" y="-136"/>
                    <a:pt x="108893" y="-422"/>
                    <a:pt x="35837" y="245"/>
                  </a:cubicBezTo>
                  <a:cubicBezTo>
                    <a:pt x="23" y="4150"/>
                    <a:pt x="-168" y="10818"/>
                    <a:pt x="23" y="38345"/>
                  </a:cubicBezTo>
                  <a:cubicBezTo>
                    <a:pt x="1451" y="225130"/>
                    <a:pt x="1356" y="412011"/>
                    <a:pt x="1737" y="598796"/>
                  </a:cubicBezTo>
                  <a:cubicBezTo>
                    <a:pt x="75842" y="598891"/>
                    <a:pt x="150041" y="600415"/>
                    <a:pt x="224051" y="598796"/>
                  </a:cubicBezTo>
                  <a:cubicBezTo>
                    <a:pt x="299108" y="597177"/>
                    <a:pt x="333969" y="567840"/>
                    <a:pt x="355210" y="494211"/>
                  </a:cubicBezTo>
                  <a:cubicBezTo>
                    <a:pt x="359782" y="453064"/>
                    <a:pt x="359973" y="411820"/>
                    <a:pt x="355115" y="370672"/>
                  </a:cubicBezTo>
                  <a:close/>
                  <a:moveTo>
                    <a:pt x="167186" y="492973"/>
                  </a:moveTo>
                  <a:cubicBezTo>
                    <a:pt x="122228" y="494307"/>
                    <a:pt x="126038" y="493449"/>
                    <a:pt x="126419" y="427822"/>
                  </a:cubicBezTo>
                  <a:cubicBezTo>
                    <a:pt x="126038" y="357623"/>
                    <a:pt x="123467" y="356385"/>
                    <a:pt x="171282" y="358194"/>
                  </a:cubicBezTo>
                  <a:cubicBezTo>
                    <a:pt x="227099" y="363243"/>
                    <a:pt x="229480" y="357814"/>
                    <a:pt x="229480" y="428870"/>
                  </a:cubicBezTo>
                  <a:cubicBezTo>
                    <a:pt x="229575" y="493259"/>
                    <a:pt x="229575" y="485163"/>
                    <a:pt x="167186" y="492973"/>
                  </a:cubicBezTo>
                  <a:close/>
                  <a:moveTo>
                    <a:pt x="167186" y="242752"/>
                  </a:moveTo>
                  <a:cubicBezTo>
                    <a:pt x="122228" y="244085"/>
                    <a:pt x="126038" y="243228"/>
                    <a:pt x="126419" y="177601"/>
                  </a:cubicBezTo>
                  <a:cubicBezTo>
                    <a:pt x="126038" y="107401"/>
                    <a:pt x="123467" y="106163"/>
                    <a:pt x="171282" y="107973"/>
                  </a:cubicBezTo>
                  <a:cubicBezTo>
                    <a:pt x="227099" y="113021"/>
                    <a:pt x="229480" y="107592"/>
                    <a:pt x="229480" y="178648"/>
                  </a:cubicBezTo>
                  <a:cubicBezTo>
                    <a:pt x="229575" y="243037"/>
                    <a:pt x="229575" y="235036"/>
                    <a:pt x="167186" y="242752"/>
                  </a:cubicBezTo>
                  <a:close/>
                </a:path>
              </a:pathLst>
            </a:custGeom>
            <a:solidFill>
              <a:srgbClr val="254A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Graphic 22">
              <a:extLst>
                <a:ext uri="{FF2B5EF4-FFF2-40B4-BE49-F238E27FC236}">
                  <a16:creationId xmlns:a16="http://schemas.microsoft.com/office/drawing/2014/main" id="{C1D34A6A-9806-BE9E-8408-A6A6156D71C4}"/>
                </a:ext>
              </a:extLst>
            </p:cNvPr>
            <p:cNvSpPr/>
            <p:nvPr/>
          </p:nvSpPr>
          <p:spPr>
            <a:xfrm>
              <a:off x="5636168" y="3695503"/>
              <a:ext cx="875310" cy="1468186"/>
            </a:xfrm>
            <a:custGeom>
              <a:avLst/>
              <a:gdLst>
                <a:gd name="connsiteX0" fmla="*/ 867886 w 875310"/>
                <a:gd name="connsiteY0" fmla="*/ 829459 h 1468186"/>
                <a:gd name="connsiteX1" fmla="*/ 820737 w 875310"/>
                <a:gd name="connsiteY1" fmla="*/ 703062 h 1468186"/>
                <a:gd name="connsiteX2" fmla="*/ 820737 w 875310"/>
                <a:gd name="connsiteY2" fmla="*/ 703062 h 1468186"/>
                <a:gd name="connsiteX3" fmla="*/ 820737 w 875310"/>
                <a:gd name="connsiteY3" fmla="*/ 703062 h 1468186"/>
                <a:gd name="connsiteX4" fmla="*/ 608235 w 875310"/>
                <a:gd name="connsiteY4" fmla="*/ 573712 h 1468186"/>
                <a:gd name="connsiteX5" fmla="*/ 416496 w 875310"/>
                <a:gd name="connsiteY5" fmla="*/ 548090 h 1468186"/>
                <a:gd name="connsiteX6" fmla="*/ 397446 w 875310"/>
                <a:gd name="connsiteY6" fmla="*/ 516562 h 1468186"/>
                <a:gd name="connsiteX7" fmla="*/ 395637 w 875310"/>
                <a:gd name="connsiteY7" fmla="*/ 362924 h 1468186"/>
                <a:gd name="connsiteX8" fmla="*/ 415258 w 875310"/>
                <a:gd name="connsiteY8" fmla="*/ 340826 h 1468186"/>
                <a:gd name="connsiteX9" fmla="*/ 454406 w 875310"/>
                <a:gd name="connsiteY9" fmla="*/ 340731 h 1468186"/>
                <a:gd name="connsiteX10" fmla="*/ 475932 w 875310"/>
                <a:gd name="connsiteY10" fmla="*/ 393976 h 1468186"/>
                <a:gd name="connsiteX11" fmla="*/ 590423 w 875310"/>
                <a:gd name="connsiteY11" fmla="*/ 502370 h 1468186"/>
                <a:gd name="connsiteX12" fmla="*/ 813975 w 875310"/>
                <a:gd name="connsiteY12" fmla="*/ 504180 h 1468186"/>
                <a:gd name="connsiteX13" fmla="*/ 845788 w 875310"/>
                <a:gd name="connsiteY13" fmla="*/ 471795 h 1468186"/>
                <a:gd name="connsiteX14" fmla="*/ 843693 w 875310"/>
                <a:gd name="connsiteY14" fmla="*/ 362638 h 1468186"/>
                <a:gd name="connsiteX15" fmla="*/ 705294 w 875310"/>
                <a:gd name="connsiteY15" fmla="*/ 191950 h 1468186"/>
                <a:gd name="connsiteX16" fmla="*/ 647478 w 875310"/>
                <a:gd name="connsiteY16" fmla="*/ 173281 h 1468186"/>
                <a:gd name="connsiteX17" fmla="*/ 619093 w 875310"/>
                <a:gd name="connsiteY17" fmla="*/ 46885 h 1468186"/>
                <a:gd name="connsiteX18" fmla="*/ 571087 w 875310"/>
                <a:gd name="connsiteY18" fmla="*/ 403 h 1468186"/>
                <a:gd name="connsiteX19" fmla="*/ 320103 w 875310"/>
                <a:gd name="connsiteY19" fmla="*/ 307 h 1468186"/>
                <a:gd name="connsiteX20" fmla="*/ 271526 w 875310"/>
                <a:gd name="connsiteY20" fmla="*/ 82699 h 1468186"/>
                <a:gd name="connsiteX21" fmla="*/ 199612 w 875310"/>
                <a:gd name="connsiteY21" fmla="*/ 180997 h 1468186"/>
                <a:gd name="connsiteX22" fmla="*/ 70834 w 875310"/>
                <a:gd name="connsiteY22" fmla="*/ 254720 h 1468186"/>
                <a:gd name="connsiteX23" fmla="*/ 730 w 875310"/>
                <a:gd name="connsiteY23" fmla="*/ 440267 h 1468186"/>
                <a:gd name="connsiteX24" fmla="*/ 63 w 875310"/>
                <a:gd name="connsiteY24" fmla="*/ 529421 h 1468186"/>
                <a:gd name="connsiteX25" fmla="*/ 65310 w 875310"/>
                <a:gd name="connsiteY25" fmla="*/ 723445 h 1468186"/>
                <a:gd name="connsiteX26" fmla="*/ 65310 w 875310"/>
                <a:gd name="connsiteY26" fmla="*/ 723445 h 1468186"/>
                <a:gd name="connsiteX27" fmla="*/ 65310 w 875310"/>
                <a:gd name="connsiteY27" fmla="*/ 723445 h 1468186"/>
                <a:gd name="connsiteX28" fmla="*/ 302768 w 875310"/>
                <a:gd name="connsiteY28" fmla="*/ 846318 h 1468186"/>
                <a:gd name="connsiteX29" fmla="*/ 302768 w 875310"/>
                <a:gd name="connsiteY29" fmla="*/ 846318 h 1468186"/>
                <a:gd name="connsiteX30" fmla="*/ 302768 w 875310"/>
                <a:gd name="connsiteY30" fmla="*/ 846318 h 1468186"/>
                <a:gd name="connsiteX31" fmla="*/ 438404 w 875310"/>
                <a:gd name="connsiteY31" fmla="*/ 882703 h 1468186"/>
                <a:gd name="connsiteX32" fmla="*/ 475742 w 875310"/>
                <a:gd name="connsiteY32" fmla="*/ 932329 h 1468186"/>
                <a:gd name="connsiteX33" fmla="*/ 474218 w 875310"/>
                <a:gd name="connsiteY33" fmla="*/ 1108922 h 1468186"/>
                <a:gd name="connsiteX34" fmla="*/ 418116 w 875310"/>
                <a:gd name="connsiteY34" fmla="*/ 1133116 h 1468186"/>
                <a:gd name="connsiteX35" fmla="*/ 398304 w 875310"/>
                <a:gd name="connsiteY35" fmla="*/ 1103588 h 1468186"/>
                <a:gd name="connsiteX36" fmla="*/ 398304 w 875310"/>
                <a:gd name="connsiteY36" fmla="*/ 1000528 h 1468186"/>
                <a:gd name="connsiteX37" fmla="*/ 311817 w 875310"/>
                <a:gd name="connsiteY37" fmla="*/ 923089 h 1468186"/>
                <a:gd name="connsiteX38" fmla="*/ 126270 w 875310"/>
                <a:gd name="connsiteY38" fmla="*/ 921946 h 1468186"/>
                <a:gd name="connsiteX39" fmla="*/ 921 w 875310"/>
                <a:gd name="connsiteY39" fmla="*/ 1045581 h 1468186"/>
                <a:gd name="connsiteX40" fmla="*/ 195802 w 875310"/>
                <a:gd name="connsiteY40" fmla="*/ 1285325 h 1468186"/>
                <a:gd name="connsiteX41" fmla="*/ 269526 w 875310"/>
                <a:gd name="connsiteY41" fmla="*/ 1367907 h 1468186"/>
                <a:gd name="connsiteX42" fmla="*/ 272859 w 875310"/>
                <a:gd name="connsiteY42" fmla="*/ 1441726 h 1468186"/>
                <a:gd name="connsiteX43" fmla="*/ 311626 w 875310"/>
                <a:gd name="connsiteY43" fmla="*/ 1466586 h 1468186"/>
                <a:gd name="connsiteX44" fmla="*/ 554133 w 875310"/>
                <a:gd name="connsiteY44" fmla="*/ 1468110 h 1468186"/>
                <a:gd name="connsiteX45" fmla="*/ 617474 w 875310"/>
                <a:gd name="connsiteY45" fmla="*/ 1427438 h 1468186"/>
                <a:gd name="connsiteX46" fmla="*/ 615855 w 875310"/>
                <a:gd name="connsiteY46" fmla="*/ 1344190 h 1468186"/>
                <a:gd name="connsiteX47" fmla="*/ 662908 w 875310"/>
                <a:gd name="connsiteY47" fmla="*/ 1292469 h 1468186"/>
                <a:gd name="connsiteX48" fmla="*/ 805021 w 875310"/>
                <a:gd name="connsiteY48" fmla="*/ 1198076 h 1468186"/>
                <a:gd name="connsiteX49" fmla="*/ 867886 w 875310"/>
                <a:gd name="connsiteY49" fmla="*/ 829459 h 1468186"/>
                <a:gd name="connsiteX50" fmla="*/ 474027 w 875310"/>
                <a:gd name="connsiteY50" fmla="*/ 1130449 h 1468186"/>
                <a:gd name="connsiteX51" fmla="*/ 474027 w 875310"/>
                <a:gd name="connsiteY51" fmla="*/ 1130449 h 1468186"/>
                <a:gd name="connsiteX52" fmla="*/ 474027 w 875310"/>
                <a:gd name="connsiteY52" fmla="*/ 1130449 h 1468186"/>
                <a:gd name="connsiteX53" fmla="*/ 474027 w 875310"/>
                <a:gd name="connsiteY53" fmla="*/ 1130449 h 146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75310" h="1468186">
                  <a:moveTo>
                    <a:pt x="867886" y="829459"/>
                  </a:moveTo>
                  <a:cubicBezTo>
                    <a:pt x="865124" y="804979"/>
                    <a:pt x="849884" y="745734"/>
                    <a:pt x="820737" y="703062"/>
                  </a:cubicBezTo>
                  <a:cubicBezTo>
                    <a:pt x="820737" y="703062"/>
                    <a:pt x="820737" y="703062"/>
                    <a:pt x="820737" y="703062"/>
                  </a:cubicBezTo>
                  <a:cubicBezTo>
                    <a:pt x="820737" y="703062"/>
                    <a:pt x="820737" y="703062"/>
                    <a:pt x="820737" y="703062"/>
                  </a:cubicBezTo>
                  <a:cubicBezTo>
                    <a:pt x="773112" y="621433"/>
                    <a:pt x="696341" y="590857"/>
                    <a:pt x="608235" y="573712"/>
                  </a:cubicBezTo>
                  <a:cubicBezTo>
                    <a:pt x="538416" y="559996"/>
                    <a:pt x="477647" y="561235"/>
                    <a:pt x="416496" y="548090"/>
                  </a:cubicBezTo>
                  <a:cubicBezTo>
                    <a:pt x="399828" y="544471"/>
                    <a:pt x="397351" y="529612"/>
                    <a:pt x="397446" y="516562"/>
                  </a:cubicBezTo>
                  <a:cubicBezTo>
                    <a:pt x="397637" y="477224"/>
                    <a:pt x="395637" y="411692"/>
                    <a:pt x="395637" y="362924"/>
                  </a:cubicBezTo>
                  <a:cubicBezTo>
                    <a:pt x="395637" y="337397"/>
                    <a:pt x="393827" y="340921"/>
                    <a:pt x="415258" y="340826"/>
                  </a:cubicBezTo>
                  <a:cubicBezTo>
                    <a:pt x="427164" y="341207"/>
                    <a:pt x="449358" y="341588"/>
                    <a:pt x="454406" y="340731"/>
                  </a:cubicBezTo>
                  <a:cubicBezTo>
                    <a:pt x="482790" y="342255"/>
                    <a:pt x="475647" y="334349"/>
                    <a:pt x="475932" y="393976"/>
                  </a:cubicBezTo>
                  <a:cubicBezTo>
                    <a:pt x="476599" y="520087"/>
                    <a:pt x="467646" y="499798"/>
                    <a:pt x="590423" y="502370"/>
                  </a:cubicBezTo>
                  <a:cubicBezTo>
                    <a:pt x="664908" y="502846"/>
                    <a:pt x="739489" y="503418"/>
                    <a:pt x="813975" y="504180"/>
                  </a:cubicBezTo>
                  <a:cubicBezTo>
                    <a:pt x="846931" y="504561"/>
                    <a:pt x="846931" y="504561"/>
                    <a:pt x="845788" y="471795"/>
                  </a:cubicBezTo>
                  <a:cubicBezTo>
                    <a:pt x="844359" y="430742"/>
                    <a:pt x="844264" y="399024"/>
                    <a:pt x="843693" y="362638"/>
                  </a:cubicBezTo>
                  <a:cubicBezTo>
                    <a:pt x="837978" y="272341"/>
                    <a:pt x="803497" y="224716"/>
                    <a:pt x="705294" y="191950"/>
                  </a:cubicBezTo>
                  <a:cubicBezTo>
                    <a:pt x="683958" y="184045"/>
                    <a:pt x="673576" y="181473"/>
                    <a:pt x="647478" y="173281"/>
                  </a:cubicBezTo>
                  <a:cubicBezTo>
                    <a:pt x="613664" y="159851"/>
                    <a:pt x="622522" y="177758"/>
                    <a:pt x="619093" y="46885"/>
                  </a:cubicBezTo>
                  <a:cubicBezTo>
                    <a:pt x="618998" y="-455"/>
                    <a:pt x="619569" y="117"/>
                    <a:pt x="571087" y="403"/>
                  </a:cubicBezTo>
                  <a:cubicBezTo>
                    <a:pt x="517080" y="974"/>
                    <a:pt x="371824" y="-645"/>
                    <a:pt x="320103" y="307"/>
                  </a:cubicBezTo>
                  <a:cubicBezTo>
                    <a:pt x="270383" y="1260"/>
                    <a:pt x="271240" y="-2550"/>
                    <a:pt x="271526" y="82699"/>
                  </a:cubicBezTo>
                  <a:cubicBezTo>
                    <a:pt x="270097" y="170710"/>
                    <a:pt x="283146" y="160042"/>
                    <a:pt x="199612" y="180997"/>
                  </a:cubicBezTo>
                  <a:cubicBezTo>
                    <a:pt x="148463" y="191188"/>
                    <a:pt x="106743" y="217477"/>
                    <a:pt x="70834" y="254720"/>
                  </a:cubicBezTo>
                  <a:cubicBezTo>
                    <a:pt x="20733" y="306727"/>
                    <a:pt x="-32" y="375497"/>
                    <a:pt x="730" y="440267"/>
                  </a:cubicBezTo>
                  <a:cubicBezTo>
                    <a:pt x="540" y="469985"/>
                    <a:pt x="-222" y="501132"/>
                    <a:pt x="63" y="529421"/>
                  </a:cubicBezTo>
                  <a:cubicBezTo>
                    <a:pt x="730" y="602383"/>
                    <a:pt x="11208" y="669629"/>
                    <a:pt x="65310" y="723445"/>
                  </a:cubicBezTo>
                  <a:cubicBezTo>
                    <a:pt x="65310" y="723445"/>
                    <a:pt x="65310" y="723445"/>
                    <a:pt x="65310" y="723445"/>
                  </a:cubicBezTo>
                  <a:cubicBezTo>
                    <a:pt x="65310" y="723445"/>
                    <a:pt x="65310" y="723445"/>
                    <a:pt x="65310" y="723445"/>
                  </a:cubicBezTo>
                  <a:cubicBezTo>
                    <a:pt x="129222" y="793835"/>
                    <a:pt x="212757" y="826315"/>
                    <a:pt x="302768" y="846318"/>
                  </a:cubicBezTo>
                  <a:cubicBezTo>
                    <a:pt x="302768" y="846318"/>
                    <a:pt x="302768" y="846318"/>
                    <a:pt x="302768" y="846318"/>
                  </a:cubicBezTo>
                  <a:lnTo>
                    <a:pt x="302768" y="846318"/>
                  </a:lnTo>
                  <a:cubicBezTo>
                    <a:pt x="364109" y="863177"/>
                    <a:pt x="397542" y="873369"/>
                    <a:pt x="438404" y="882703"/>
                  </a:cubicBezTo>
                  <a:cubicBezTo>
                    <a:pt x="474218" y="890800"/>
                    <a:pt x="475361" y="889180"/>
                    <a:pt x="475742" y="932329"/>
                  </a:cubicBezTo>
                  <a:cubicBezTo>
                    <a:pt x="476409" y="1002337"/>
                    <a:pt x="474599" y="1042819"/>
                    <a:pt x="474218" y="1108922"/>
                  </a:cubicBezTo>
                  <a:cubicBezTo>
                    <a:pt x="474123" y="1136926"/>
                    <a:pt x="468979" y="1133306"/>
                    <a:pt x="418116" y="1133116"/>
                  </a:cubicBezTo>
                  <a:cubicBezTo>
                    <a:pt x="398208" y="1132163"/>
                    <a:pt x="398208" y="1132163"/>
                    <a:pt x="398304" y="1103588"/>
                  </a:cubicBezTo>
                  <a:cubicBezTo>
                    <a:pt x="398589" y="1069203"/>
                    <a:pt x="398304" y="1034913"/>
                    <a:pt x="398304" y="1000528"/>
                  </a:cubicBezTo>
                  <a:cubicBezTo>
                    <a:pt x="396970" y="922518"/>
                    <a:pt x="408305" y="924328"/>
                    <a:pt x="311817" y="923089"/>
                  </a:cubicBezTo>
                  <a:cubicBezTo>
                    <a:pt x="249999" y="922518"/>
                    <a:pt x="188087" y="920803"/>
                    <a:pt x="126270" y="921946"/>
                  </a:cubicBezTo>
                  <a:cubicBezTo>
                    <a:pt x="-10795" y="922613"/>
                    <a:pt x="-127" y="913088"/>
                    <a:pt x="921" y="1045581"/>
                  </a:cubicBezTo>
                  <a:cubicBezTo>
                    <a:pt x="63" y="1165691"/>
                    <a:pt x="75882" y="1257988"/>
                    <a:pt x="195802" y="1285325"/>
                  </a:cubicBezTo>
                  <a:cubicBezTo>
                    <a:pt x="270764" y="1304851"/>
                    <a:pt x="267144" y="1285801"/>
                    <a:pt x="269526" y="1367907"/>
                  </a:cubicBezTo>
                  <a:cubicBezTo>
                    <a:pt x="270478" y="1399816"/>
                    <a:pt x="271431" y="1420390"/>
                    <a:pt x="272859" y="1441726"/>
                  </a:cubicBezTo>
                  <a:cubicBezTo>
                    <a:pt x="273717" y="1468205"/>
                    <a:pt x="279622" y="1466014"/>
                    <a:pt x="311626" y="1466586"/>
                  </a:cubicBezTo>
                  <a:cubicBezTo>
                    <a:pt x="374872" y="1467634"/>
                    <a:pt x="494125" y="1467634"/>
                    <a:pt x="554133" y="1468110"/>
                  </a:cubicBezTo>
                  <a:cubicBezTo>
                    <a:pt x="611283" y="1468586"/>
                    <a:pt x="617855" y="1468110"/>
                    <a:pt x="617474" y="1427438"/>
                  </a:cubicBezTo>
                  <a:cubicBezTo>
                    <a:pt x="617283" y="1398958"/>
                    <a:pt x="616807" y="1383242"/>
                    <a:pt x="615855" y="1344190"/>
                  </a:cubicBezTo>
                  <a:cubicBezTo>
                    <a:pt x="614807" y="1299422"/>
                    <a:pt x="618998" y="1301803"/>
                    <a:pt x="662908" y="1292469"/>
                  </a:cubicBezTo>
                  <a:cubicBezTo>
                    <a:pt x="720915" y="1276943"/>
                    <a:pt x="771112" y="1247320"/>
                    <a:pt x="805021" y="1198076"/>
                  </a:cubicBezTo>
                  <a:cubicBezTo>
                    <a:pt x="882364" y="1085681"/>
                    <a:pt x="882364" y="956236"/>
                    <a:pt x="867886" y="829459"/>
                  </a:cubicBezTo>
                  <a:close/>
                  <a:moveTo>
                    <a:pt x="474027" y="1130449"/>
                  </a:moveTo>
                  <a:cubicBezTo>
                    <a:pt x="474027" y="1130449"/>
                    <a:pt x="474027" y="1130449"/>
                    <a:pt x="474027" y="1130449"/>
                  </a:cubicBezTo>
                  <a:cubicBezTo>
                    <a:pt x="474027" y="1130449"/>
                    <a:pt x="474027" y="1130449"/>
                    <a:pt x="474027" y="1130449"/>
                  </a:cubicBezTo>
                  <a:cubicBezTo>
                    <a:pt x="474027" y="1130449"/>
                    <a:pt x="474027" y="1130449"/>
                    <a:pt x="474027" y="1130449"/>
                  </a:cubicBezTo>
                  <a:close/>
                </a:path>
              </a:pathLst>
            </a:custGeom>
            <a:solidFill>
              <a:srgbClr val="EBE2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81AF2E-54A4-CF3C-62C4-3C80AB589F45}"/>
              </a:ext>
            </a:extLst>
          </p:cNvPr>
          <p:cNvGrpSpPr/>
          <p:nvPr/>
        </p:nvGrpSpPr>
        <p:grpSpPr>
          <a:xfrm>
            <a:off x="5962477" y="3112596"/>
            <a:ext cx="467114" cy="467114"/>
            <a:chOff x="5413837" y="1599490"/>
            <a:chExt cx="467114" cy="467114"/>
          </a:xfrm>
        </p:grpSpPr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1C237B13-C229-0AB4-DCB2-C599DAC01CF1}"/>
                </a:ext>
              </a:extLst>
            </p:cNvPr>
            <p:cNvSpPr/>
            <p:nvPr/>
          </p:nvSpPr>
          <p:spPr>
            <a:xfrm>
              <a:off x="5413837" y="1599490"/>
              <a:ext cx="467114" cy="4671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65DE7ADD-19CE-11FB-77D9-B8141AD2D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30153" y="1615806"/>
              <a:ext cx="434483" cy="4344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6205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88C7-FB41-5767-F843-0570AA59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3D2A4E-BE03-3504-156A-6CF83241E3DE}"/>
              </a:ext>
            </a:extLst>
          </p:cNvPr>
          <p:cNvSpPr txBox="1"/>
          <p:nvPr/>
        </p:nvSpPr>
        <p:spPr>
          <a:xfrm>
            <a:off x="6871063" y="2888408"/>
            <a:ext cx="532093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Clean Data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81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A28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C6B10-CF89-3D8E-92DA-EDBBB287A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B106C6-9E02-F0A6-2D3F-D5F1FB34DDED}"/>
              </a:ext>
            </a:extLst>
          </p:cNvPr>
          <p:cNvSpPr txBox="1"/>
          <p:nvPr/>
        </p:nvSpPr>
        <p:spPr>
          <a:xfrm>
            <a:off x="622997" y="302468"/>
            <a:ext cx="3868615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Process Data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FF5852-92F8-7957-DB8B-A37CE0357F3C}"/>
              </a:ext>
            </a:extLst>
          </p:cNvPr>
          <p:cNvGrpSpPr/>
          <p:nvPr/>
        </p:nvGrpSpPr>
        <p:grpSpPr>
          <a:xfrm>
            <a:off x="8129999" y="3584611"/>
            <a:ext cx="2056220" cy="1131977"/>
            <a:chOff x="7903857" y="3289971"/>
            <a:chExt cx="2056220" cy="1131977"/>
          </a:xfrm>
        </p:grpSpPr>
        <p:sp>
          <p:nvSpPr>
            <p:cNvPr id="16" name="Right Triangle 4">
              <a:extLst>
                <a:ext uri="{FF2B5EF4-FFF2-40B4-BE49-F238E27FC236}">
                  <a16:creationId xmlns:a16="http://schemas.microsoft.com/office/drawing/2014/main" id="{891EEF25-85FC-1F73-F0D0-9DB17CD044D3}"/>
                </a:ext>
              </a:extLst>
            </p:cNvPr>
            <p:cNvSpPr/>
            <p:nvPr/>
          </p:nvSpPr>
          <p:spPr>
            <a:xfrm rot="10800000" flipV="1">
              <a:off x="7903857" y="3289971"/>
              <a:ext cx="2056220" cy="1131977"/>
            </a:xfrm>
            <a:custGeom>
              <a:avLst/>
              <a:gdLst/>
              <a:ahLst/>
              <a:cxnLst/>
              <a:rect l="l" t="t" r="r" b="b"/>
              <a:pathLst>
                <a:path w="2684095" h="2088232">
                  <a:moveTo>
                    <a:pt x="2201306" y="2088232"/>
                  </a:moveTo>
                  <a:lnTo>
                    <a:pt x="102950" y="2088232"/>
                  </a:lnTo>
                  <a:cubicBezTo>
                    <a:pt x="46092" y="2088232"/>
                    <a:pt x="0" y="2042140"/>
                    <a:pt x="0" y="1985282"/>
                  </a:cubicBezTo>
                  <a:lnTo>
                    <a:pt x="0" y="102950"/>
                  </a:lnTo>
                  <a:cubicBezTo>
                    <a:pt x="0" y="46092"/>
                    <a:pt x="46092" y="0"/>
                    <a:pt x="102950" y="0"/>
                  </a:cubicBezTo>
                  <a:lnTo>
                    <a:pt x="2201306" y="0"/>
                  </a:lnTo>
                  <a:cubicBezTo>
                    <a:pt x="2258164" y="0"/>
                    <a:pt x="2304256" y="46092"/>
                    <a:pt x="2304256" y="102950"/>
                  </a:cubicBezTo>
                  <a:lnTo>
                    <a:pt x="2304256" y="1587815"/>
                  </a:lnTo>
                  <a:lnTo>
                    <a:pt x="2684095" y="1967654"/>
                  </a:lnTo>
                  <a:lnTo>
                    <a:pt x="2304256" y="1967654"/>
                  </a:lnTo>
                  <a:lnTo>
                    <a:pt x="2304256" y="1985282"/>
                  </a:lnTo>
                  <a:cubicBezTo>
                    <a:pt x="2304256" y="2042140"/>
                    <a:pt x="2258164" y="2088232"/>
                    <a:pt x="2201306" y="2088232"/>
                  </a:cubicBezTo>
                  <a:close/>
                </a:path>
              </a:pathLst>
            </a:custGeom>
            <a:noFill/>
            <a:ln w="50800">
              <a:solidFill>
                <a:srgbClr val="FFFFF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11C8F8-696D-22AB-EE4D-29D4A911EBC5}"/>
                </a:ext>
              </a:extLst>
            </p:cNvPr>
            <p:cNvSpPr txBox="1"/>
            <p:nvPr/>
          </p:nvSpPr>
          <p:spPr>
            <a:xfrm>
              <a:off x="8427101" y="3532793"/>
              <a:ext cx="1395324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Snapshot of raw data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E643C92-DAB1-B869-E97C-F4A6EDE57132}"/>
              </a:ext>
            </a:extLst>
          </p:cNvPr>
          <p:cNvSpPr txBox="1"/>
          <p:nvPr/>
        </p:nvSpPr>
        <p:spPr>
          <a:xfrm>
            <a:off x="5841155" y="1370290"/>
            <a:ext cx="5624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CE1A9"/>
                </a:solidFill>
                <a:cs typeface="Arial" pitchFamily="34" charset="0"/>
              </a:rPr>
              <a:t>Use column REF_AREA_LABEL</a:t>
            </a:r>
            <a:endParaRPr lang="ko-KR" altLang="en-US" sz="1200" dirty="0">
              <a:solidFill>
                <a:srgbClr val="FCE1A9"/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E9870D-F91F-4827-F15E-7BB9FCE84133}"/>
              </a:ext>
            </a:extLst>
          </p:cNvPr>
          <p:cNvSpPr txBox="1"/>
          <p:nvPr/>
        </p:nvSpPr>
        <p:spPr>
          <a:xfrm>
            <a:off x="5841155" y="1120224"/>
            <a:ext cx="5624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Filter Indonesia country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C8EB4B-3F6A-7B80-136F-A096CBA61E7A}"/>
              </a:ext>
            </a:extLst>
          </p:cNvPr>
          <p:cNvSpPr txBox="1"/>
          <p:nvPr/>
        </p:nvSpPr>
        <p:spPr>
          <a:xfrm>
            <a:off x="5841155" y="2056812"/>
            <a:ext cx="56241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CE1A9"/>
                </a:solidFill>
                <a:cs typeface="Arial" pitchFamily="34" charset="0"/>
              </a:rPr>
              <a:t>Delete columns such 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CE1A9"/>
                </a:solidFill>
                <a:cs typeface="Arial" pitchFamily="34" charset="0"/>
              </a:rPr>
              <a:t>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CE1A9"/>
                </a:solidFill>
                <a:cs typeface="Arial" pitchFamily="34" charset="0"/>
              </a:rPr>
              <a:t>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FCE1A9"/>
                </a:solidFill>
                <a:cs typeface="Arial" pitchFamily="34" charset="0"/>
              </a:rPr>
              <a:t>FREQ</a:t>
            </a:r>
          </a:p>
          <a:p>
            <a:r>
              <a:rPr lang="en-US" altLang="ko-KR" sz="1200" dirty="0">
                <a:solidFill>
                  <a:srgbClr val="FCE1A9"/>
                </a:solidFill>
                <a:cs typeface="Arial" pitchFamily="34" charset="0"/>
              </a:rPr>
              <a:t>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368AB-7B12-CFE2-F7D4-49F22636EA0B}"/>
              </a:ext>
            </a:extLst>
          </p:cNvPr>
          <p:cNvSpPr txBox="1"/>
          <p:nvPr/>
        </p:nvSpPr>
        <p:spPr>
          <a:xfrm>
            <a:off x="5841155" y="1826410"/>
            <a:ext cx="5624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Delete unnecessary columns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9FFA4D-76FF-A46B-6087-0C5E4993AB1D}"/>
              </a:ext>
            </a:extLst>
          </p:cNvPr>
          <p:cNvSpPr/>
          <p:nvPr/>
        </p:nvSpPr>
        <p:spPr>
          <a:xfrm>
            <a:off x="-924560" y="1371600"/>
            <a:ext cx="589280" cy="589280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56FEEE-A21D-3572-68F8-F9D376D81FB3}"/>
              </a:ext>
            </a:extLst>
          </p:cNvPr>
          <p:cNvSpPr/>
          <p:nvPr/>
        </p:nvSpPr>
        <p:spPr>
          <a:xfrm>
            <a:off x="-924560" y="2134187"/>
            <a:ext cx="589280" cy="589280"/>
          </a:xfrm>
          <a:prstGeom prst="roundRect">
            <a:avLst/>
          </a:prstGeom>
          <a:solidFill>
            <a:srgbClr val="2BA28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80B576-859B-4658-8826-53F3269A7C48}"/>
              </a:ext>
            </a:extLst>
          </p:cNvPr>
          <p:cNvSpPr/>
          <p:nvPr/>
        </p:nvSpPr>
        <p:spPr>
          <a:xfrm>
            <a:off x="-924560" y="2896774"/>
            <a:ext cx="589280" cy="589280"/>
          </a:xfrm>
          <a:prstGeom prst="roundRect">
            <a:avLst/>
          </a:prstGeom>
          <a:solidFill>
            <a:srgbClr val="23AFE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F15F30-4736-36A1-DE17-F7D5A0DCF242}"/>
              </a:ext>
            </a:extLst>
          </p:cNvPr>
          <p:cNvSpPr/>
          <p:nvPr/>
        </p:nvSpPr>
        <p:spPr>
          <a:xfrm>
            <a:off x="-924560" y="3659361"/>
            <a:ext cx="589280" cy="589280"/>
          </a:xfrm>
          <a:prstGeom prst="roundRect">
            <a:avLst/>
          </a:prstGeom>
          <a:solidFill>
            <a:srgbClr val="FCE1A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F39652-CC70-AE33-3EDE-31F26FA123AD}"/>
              </a:ext>
            </a:extLst>
          </p:cNvPr>
          <p:cNvSpPr/>
          <p:nvPr/>
        </p:nvSpPr>
        <p:spPr>
          <a:xfrm>
            <a:off x="-924560" y="4421948"/>
            <a:ext cx="589280" cy="589280"/>
          </a:xfrm>
          <a:prstGeom prst="round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6606DC-C659-D04E-24D8-509567758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3191414"/>
            <a:ext cx="7000570" cy="36297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08196C-7BE5-7688-F621-284D89DC80B0}"/>
              </a:ext>
            </a:extLst>
          </p:cNvPr>
          <p:cNvSpPr txBox="1"/>
          <p:nvPr/>
        </p:nvSpPr>
        <p:spPr>
          <a:xfrm>
            <a:off x="5841155" y="589274"/>
            <a:ext cx="5624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CE1A9"/>
                </a:solidFill>
                <a:cs typeface="Arial" pitchFamily="34" charset="0"/>
              </a:rPr>
              <a:t>Use excel file named IMF_FAS showing records over years</a:t>
            </a:r>
            <a:endParaRPr lang="ko-KR" altLang="en-US" sz="1200" dirty="0">
              <a:solidFill>
                <a:srgbClr val="FCE1A9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508AD7-1707-AB79-9C00-DF44E7C9368A}"/>
              </a:ext>
            </a:extLst>
          </p:cNvPr>
          <p:cNvSpPr txBox="1"/>
          <p:nvPr/>
        </p:nvSpPr>
        <p:spPr>
          <a:xfrm>
            <a:off x="5841155" y="349040"/>
            <a:ext cx="5624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Choose the right data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91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1A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17635-ABCC-D94D-C9F0-A09C7D3F5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812F48-A721-B201-8331-83ECDDD4601A}"/>
              </a:ext>
            </a:extLst>
          </p:cNvPr>
          <p:cNvSpPr txBox="1"/>
          <p:nvPr/>
        </p:nvSpPr>
        <p:spPr>
          <a:xfrm>
            <a:off x="622997" y="302468"/>
            <a:ext cx="3868615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rgbClr val="2BA286"/>
                </a:solidFill>
                <a:latin typeface="+mj-lt"/>
                <a:cs typeface="Arial" pitchFamily="34" charset="0"/>
              </a:rPr>
              <a:t>Process Data (cont.)</a:t>
            </a:r>
            <a:endParaRPr lang="ko-KR" altLang="en-US" sz="5400" dirty="0">
              <a:solidFill>
                <a:srgbClr val="2BA286"/>
              </a:solidFill>
              <a:latin typeface="+mj-lt"/>
              <a:cs typeface="Arial" pitchFamily="34" charset="0"/>
            </a:endParaRPr>
          </a:p>
        </p:txBody>
      </p:sp>
      <p:sp>
        <p:nvSpPr>
          <p:cNvPr id="16" name="Right Triangle 4">
            <a:extLst>
              <a:ext uri="{FF2B5EF4-FFF2-40B4-BE49-F238E27FC236}">
                <a16:creationId xmlns:a16="http://schemas.microsoft.com/office/drawing/2014/main" id="{5AD4C348-8686-9F4E-3CC3-6152BC680F2E}"/>
              </a:ext>
            </a:extLst>
          </p:cNvPr>
          <p:cNvSpPr/>
          <p:nvPr/>
        </p:nvSpPr>
        <p:spPr>
          <a:xfrm rot="10800000" flipV="1">
            <a:off x="8129999" y="3584611"/>
            <a:ext cx="2056220" cy="1131977"/>
          </a:xfrm>
          <a:custGeom>
            <a:avLst/>
            <a:gdLst/>
            <a:ahLst/>
            <a:cxnLst/>
            <a:rect l="l" t="t" r="r" b="b"/>
            <a:pathLst>
              <a:path w="2684095" h="2088232">
                <a:moveTo>
                  <a:pt x="2201306" y="2088232"/>
                </a:moveTo>
                <a:lnTo>
                  <a:pt x="102950" y="2088232"/>
                </a:lnTo>
                <a:cubicBezTo>
                  <a:pt x="46092" y="2088232"/>
                  <a:pt x="0" y="2042140"/>
                  <a:pt x="0" y="1985282"/>
                </a:cubicBezTo>
                <a:lnTo>
                  <a:pt x="0" y="102950"/>
                </a:lnTo>
                <a:cubicBezTo>
                  <a:pt x="0" y="46092"/>
                  <a:pt x="46092" y="0"/>
                  <a:pt x="102950" y="0"/>
                </a:cubicBezTo>
                <a:lnTo>
                  <a:pt x="2201306" y="0"/>
                </a:lnTo>
                <a:cubicBezTo>
                  <a:pt x="2258164" y="0"/>
                  <a:pt x="2304256" y="46092"/>
                  <a:pt x="2304256" y="102950"/>
                </a:cubicBezTo>
                <a:lnTo>
                  <a:pt x="2304256" y="1587815"/>
                </a:lnTo>
                <a:lnTo>
                  <a:pt x="2684095" y="1967654"/>
                </a:lnTo>
                <a:lnTo>
                  <a:pt x="2304256" y="1967654"/>
                </a:lnTo>
                <a:lnTo>
                  <a:pt x="2304256" y="1985282"/>
                </a:lnTo>
                <a:cubicBezTo>
                  <a:pt x="2304256" y="2042140"/>
                  <a:pt x="2258164" y="2088232"/>
                  <a:pt x="2201306" y="2088232"/>
                </a:cubicBezTo>
                <a:close/>
              </a:path>
            </a:pathLst>
          </a:custGeom>
          <a:noFill/>
          <a:ln w="50800">
            <a:solidFill>
              <a:srgbClr val="2BA2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5C8156-A826-C688-217C-89A600ECD471}"/>
              </a:ext>
            </a:extLst>
          </p:cNvPr>
          <p:cNvSpPr txBox="1"/>
          <p:nvPr/>
        </p:nvSpPr>
        <p:spPr>
          <a:xfrm>
            <a:off x="8653243" y="3827433"/>
            <a:ext cx="153297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2BA286"/>
                </a:solidFill>
                <a:cs typeface="Arial" pitchFamily="34" charset="0"/>
              </a:rPr>
              <a:t>Snapshot of final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2A06B-4F46-8247-A586-59161A0B3ECB}"/>
              </a:ext>
            </a:extLst>
          </p:cNvPr>
          <p:cNvSpPr txBox="1"/>
          <p:nvPr/>
        </p:nvSpPr>
        <p:spPr>
          <a:xfrm>
            <a:off x="5841155" y="1370290"/>
            <a:ext cx="5624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3AFEA"/>
                </a:solidFill>
                <a:cs typeface="Arial" pitchFamily="34" charset="0"/>
              </a:rPr>
              <a:t>Add ‘Type of Services’ and ‘Real Value’ to make the plot easier</a:t>
            </a:r>
            <a:endParaRPr lang="ko-KR" altLang="en-US" sz="1200" dirty="0">
              <a:solidFill>
                <a:srgbClr val="23AFEA"/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B26171-CC1D-C192-53A1-F33F6BE17E38}"/>
              </a:ext>
            </a:extLst>
          </p:cNvPr>
          <p:cNvSpPr txBox="1"/>
          <p:nvPr/>
        </p:nvSpPr>
        <p:spPr>
          <a:xfrm>
            <a:off x="5841155" y="1120224"/>
            <a:ext cx="5624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995FB2"/>
                </a:solidFill>
                <a:cs typeface="Arial" pitchFamily="34" charset="0"/>
              </a:rPr>
              <a:t>Adding new columns</a:t>
            </a:r>
            <a:endParaRPr lang="ko-KR" altLang="en-US" sz="1400" dirty="0">
              <a:solidFill>
                <a:srgbClr val="995FB2"/>
              </a:solidFill>
              <a:cs typeface="Arial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7BEA35-F0C6-1DED-AA48-430EA92CC9F0}"/>
              </a:ext>
            </a:extLst>
          </p:cNvPr>
          <p:cNvSpPr/>
          <p:nvPr/>
        </p:nvSpPr>
        <p:spPr>
          <a:xfrm>
            <a:off x="-924560" y="1371600"/>
            <a:ext cx="589280" cy="589280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B33F8C-4A3E-A95F-DC2D-BBEFC7317CB9}"/>
              </a:ext>
            </a:extLst>
          </p:cNvPr>
          <p:cNvSpPr/>
          <p:nvPr/>
        </p:nvSpPr>
        <p:spPr>
          <a:xfrm>
            <a:off x="-924560" y="2134187"/>
            <a:ext cx="589280" cy="589280"/>
          </a:xfrm>
          <a:prstGeom prst="roundRect">
            <a:avLst/>
          </a:prstGeom>
          <a:solidFill>
            <a:srgbClr val="2BA28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2A8191-B30E-4223-2A3A-1CDB4718AFA3}"/>
              </a:ext>
            </a:extLst>
          </p:cNvPr>
          <p:cNvSpPr/>
          <p:nvPr/>
        </p:nvSpPr>
        <p:spPr>
          <a:xfrm>
            <a:off x="-924560" y="2896774"/>
            <a:ext cx="589280" cy="589280"/>
          </a:xfrm>
          <a:prstGeom prst="roundRect">
            <a:avLst/>
          </a:prstGeom>
          <a:solidFill>
            <a:srgbClr val="23AFE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F5F30A-3D11-5717-7590-AFCE12B405F0}"/>
              </a:ext>
            </a:extLst>
          </p:cNvPr>
          <p:cNvSpPr/>
          <p:nvPr/>
        </p:nvSpPr>
        <p:spPr>
          <a:xfrm>
            <a:off x="-924560" y="3659361"/>
            <a:ext cx="589280" cy="589280"/>
          </a:xfrm>
          <a:prstGeom prst="roundRect">
            <a:avLst/>
          </a:prstGeom>
          <a:solidFill>
            <a:srgbClr val="FCE1A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445E58-93DD-F481-A672-A88002D51F98}"/>
              </a:ext>
            </a:extLst>
          </p:cNvPr>
          <p:cNvSpPr/>
          <p:nvPr/>
        </p:nvSpPr>
        <p:spPr>
          <a:xfrm>
            <a:off x="-924560" y="4421948"/>
            <a:ext cx="589280" cy="589280"/>
          </a:xfrm>
          <a:prstGeom prst="round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D9739F-ADAB-DFEF-D9B2-D6A96C96D7DB}"/>
              </a:ext>
            </a:extLst>
          </p:cNvPr>
          <p:cNvSpPr txBox="1"/>
          <p:nvPr/>
        </p:nvSpPr>
        <p:spPr>
          <a:xfrm>
            <a:off x="5841155" y="589274"/>
            <a:ext cx="5624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3AFEA"/>
                </a:solidFill>
                <a:cs typeface="Arial" pitchFamily="34" charset="0"/>
              </a:rPr>
              <a:t>Understanding what the indicators are based on dictionary file.</a:t>
            </a:r>
            <a:endParaRPr lang="ko-KR" altLang="en-US" sz="1200" dirty="0">
              <a:solidFill>
                <a:srgbClr val="23AFEA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321A73-C332-D95E-BD44-74C7B6CC6BF6}"/>
              </a:ext>
            </a:extLst>
          </p:cNvPr>
          <p:cNvSpPr txBox="1"/>
          <p:nvPr/>
        </p:nvSpPr>
        <p:spPr>
          <a:xfrm>
            <a:off x="5841155" y="349040"/>
            <a:ext cx="5624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995FB2"/>
                </a:solidFill>
                <a:cs typeface="Arial" pitchFamily="34" charset="0"/>
              </a:rPr>
              <a:t>Filter focused indicators</a:t>
            </a:r>
            <a:endParaRPr lang="ko-KR" altLang="en-US" sz="1400" dirty="0">
              <a:solidFill>
                <a:srgbClr val="995FB2"/>
              </a:solidFill>
              <a:cs typeface="Arial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69E943-3854-CD09-E067-E233A33A7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01" y="3178873"/>
            <a:ext cx="7283145" cy="361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15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1741-6E7F-C07C-DCD1-C9B63C261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A3AA9A5-1012-D757-068E-D3FBBD17F218}"/>
              </a:ext>
            </a:extLst>
          </p:cNvPr>
          <p:cNvSpPr txBox="1"/>
          <p:nvPr/>
        </p:nvSpPr>
        <p:spPr>
          <a:xfrm>
            <a:off x="6871063" y="2888408"/>
            <a:ext cx="532093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Analyze Data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617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65623-E15E-8A1E-3D0D-7C955E59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11264A-E46C-6460-89CB-CF828AAF65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/>
              <a:t>Comparison Transactions per 1000 Adults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A0CDF3-C9BF-AB15-81F7-FA60083CA988}"/>
              </a:ext>
            </a:extLst>
          </p:cNvPr>
          <p:cNvSpPr/>
          <p:nvPr/>
        </p:nvSpPr>
        <p:spPr>
          <a:xfrm>
            <a:off x="-924560" y="1371600"/>
            <a:ext cx="589280" cy="589280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7074D85-82FC-8F31-BC31-A09D6DFD4576}"/>
              </a:ext>
            </a:extLst>
          </p:cNvPr>
          <p:cNvSpPr/>
          <p:nvPr/>
        </p:nvSpPr>
        <p:spPr>
          <a:xfrm>
            <a:off x="-924560" y="2134187"/>
            <a:ext cx="589280" cy="589280"/>
          </a:xfrm>
          <a:prstGeom prst="roundRect">
            <a:avLst/>
          </a:prstGeom>
          <a:solidFill>
            <a:srgbClr val="2BA28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ED051D8-34B8-C62D-53EA-BE346761076A}"/>
              </a:ext>
            </a:extLst>
          </p:cNvPr>
          <p:cNvSpPr/>
          <p:nvPr/>
        </p:nvSpPr>
        <p:spPr>
          <a:xfrm>
            <a:off x="-924560" y="2896774"/>
            <a:ext cx="589280" cy="589280"/>
          </a:xfrm>
          <a:prstGeom prst="roundRect">
            <a:avLst/>
          </a:prstGeom>
          <a:solidFill>
            <a:srgbClr val="23AFE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5755164-70D1-3DF2-020E-9C600F599B31}"/>
              </a:ext>
            </a:extLst>
          </p:cNvPr>
          <p:cNvSpPr/>
          <p:nvPr/>
        </p:nvSpPr>
        <p:spPr>
          <a:xfrm>
            <a:off x="-924560" y="3659361"/>
            <a:ext cx="589280" cy="589280"/>
          </a:xfrm>
          <a:prstGeom prst="roundRect">
            <a:avLst/>
          </a:prstGeom>
          <a:solidFill>
            <a:srgbClr val="FCE1A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57220C-3834-AFEE-07DF-95324EBF4A70}"/>
              </a:ext>
            </a:extLst>
          </p:cNvPr>
          <p:cNvSpPr/>
          <p:nvPr/>
        </p:nvSpPr>
        <p:spPr>
          <a:xfrm>
            <a:off x="-924560" y="4421948"/>
            <a:ext cx="589280" cy="589280"/>
          </a:xfrm>
          <a:prstGeom prst="round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7" name="그룹 102">
            <a:extLst>
              <a:ext uri="{FF2B5EF4-FFF2-40B4-BE49-F238E27FC236}">
                <a16:creationId xmlns:a16="http://schemas.microsoft.com/office/drawing/2014/main" id="{8B901BDF-F4DE-E85E-E426-33AEA92BA857}"/>
              </a:ext>
            </a:extLst>
          </p:cNvPr>
          <p:cNvGrpSpPr/>
          <p:nvPr/>
        </p:nvGrpSpPr>
        <p:grpSpPr>
          <a:xfrm>
            <a:off x="3608370" y="5112723"/>
            <a:ext cx="5997854" cy="1600438"/>
            <a:chOff x="4831052" y="4254689"/>
            <a:chExt cx="3927296" cy="160043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57BE879-3894-B471-D4A4-0FCFB031D5BA}"/>
                </a:ext>
              </a:extLst>
            </p:cNvPr>
            <p:cNvSpPr txBox="1"/>
            <p:nvPr/>
          </p:nvSpPr>
          <p:spPr>
            <a:xfrm>
              <a:off x="4831052" y="4254689"/>
              <a:ext cx="877966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dirty="0">
                  <a:solidFill>
                    <a:schemeClr val="accent4">
                      <a:lumMod val="75000"/>
                    </a:schemeClr>
                  </a:solidFill>
                  <a:cs typeface="Arial" pitchFamily="34" charset="0"/>
                </a:rPr>
                <a:t>Key points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357681-CC09-0AA5-4C45-A22875F15A45}"/>
                </a:ext>
              </a:extLst>
            </p:cNvPr>
            <p:cNvSpPr txBox="1"/>
            <p:nvPr/>
          </p:nvSpPr>
          <p:spPr>
            <a:xfrm>
              <a:off x="5831907" y="4254689"/>
              <a:ext cx="2926441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From 2013 – 2022, the number transactions of mobile money is increased.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 decline in 2020 of mobile money transactions is not lower than banking transactions in 2019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357">
            <a:extLst>
              <a:ext uri="{FF2B5EF4-FFF2-40B4-BE49-F238E27FC236}">
                <a16:creationId xmlns:a16="http://schemas.microsoft.com/office/drawing/2014/main" id="{93E62054-1326-97C9-5992-2238C9D05D9F}"/>
              </a:ext>
            </a:extLst>
          </p:cNvPr>
          <p:cNvGrpSpPr/>
          <p:nvPr/>
        </p:nvGrpSpPr>
        <p:grpSpPr>
          <a:xfrm flipH="1">
            <a:off x="1092322" y="1567273"/>
            <a:ext cx="1234325" cy="5006359"/>
            <a:chOff x="371197" y="191082"/>
            <a:chExt cx="1644283" cy="6669130"/>
          </a:xfrm>
        </p:grpSpPr>
        <p:sp>
          <p:nvSpPr>
            <p:cNvPr id="38" name="Graphic 2">
              <a:extLst>
                <a:ext uri="{FF2B5EF4-FFF2-40B4-BE49-F238E27FC236}">
                  <a16:creationId xmlns:a16="http://schemas.microsoft.com/office/drawing/2014/main" id="{432859DD-DF80-4CC3-E6C1-2A988D176B0B}"/>
                </a:ext>
              </a:extLst>
            </p:cNvPr>
            <p:cNvSpPr/>
            <p:nvPr/>
          </p:nvSpPr>
          <p:spPr>
            <a:xfrm>
              <a:off x="721337" y="6411669"/>
              <a:ext cx="1015424" cy="448543"/>
            </a:xfrm>
            <a:custGeom>
              <a:avLst/>
              <a:gdLst>
                <a:gd name="connsiteX0" fmla="*/ 1013999 w 1015424"/>
                <a:gd name="connsiteY0" fmla="*/ 287514 h 448543"/>
                <a:gd name="connsiteX1" fmla="*/ 952890 w 1015424"/>
                <a:gd name="connsiteY1" fmla="*/ 235386 h 448543"/>
                <a:gd name="connsiteX2" fmla="*/ 775186 w 1015424"/>
                <a:gd name="connsiteY2" fmla="*/ 176543 h 448543"/>
                <a:gd name="connsiteX3" fmla="*/ 759489 w 1015424"/>
                <a:gd name="connsiteY3" fmla="*/ 214736 h 448543"/>
                <a:gd name="connsiteX4" fmla="*/ 742449 w 1015424"/>
                <a:gd name="connsiteY4" fmla="*/ 226824 h 448543"/>
                <a:gd name="connsiteX5" fmla="*/ 742701 w 1015424"/>
                <a:gd name="connsiteY5" fmla="*/ 207517 h 448543"/>
                <a:gd name="connsiteX6" fmla="*/ 718022 w 1015424"/>
                <a:gd name="connsiteY6" fmla="*/ 146828 h 448543"/>
                <a:gd name="connsiteX7" fmla="*/ 701906 w 1015424"/>
                <a:gd name="connsiteY7" fmla="*/ 181747 h 448543"/>
                <a:gd name="connsiteX8" fmla="*/ 680920 w 1015424"/>
                <a:gd name="connsiteY8" fmla="*/ 190394 h 448543"/>
                <a:gd name="connsiteX9" fmla="*/ 688979 w 1015424"/>
                <a:gd name="connsiteY9" fmla="*/ 169156 h 448543"/>
                <a:gd name="connsiteX10" fmla="*/ 699052 w 1015424"/>
                <a:gd name="connsiteY10" fmla="*/ 133565 h 448543"/>
                <a:gd name="connsiteX11" fmla="*/ 649274 w 1015424"/>
                <a:gd name="connsiteY11" fmla="*/ 107040 h 448543"/>
                <a:gd name="connsiteX12" fmla="*/ 626526 w 1015424"/>
                <a:gd name="connsiteY12" fmla="*/ 148843 h 448543"/>
                <a:gd name="connsiteX13" fmla="*/ 610913 w 1015424"/>
                <a:gd name="connsiteY13" fmla="*/ 154047 h 448543"/>
                <a:gd name="connsiteX14" fmla="*/ 612424 w 1015424"/>
                <a:gd name="connsiteY14" fmla="*/ 139693 h 448543"/>
                <a:gd name="connsiteX15" fmla="*/ 591859 w 1015424"/>
                <a:gd name="connsiteY15" fmla="*/ 73044 h 448543"/>
                <a:gd name="connsiteX16" fmla="*/ 565501 w 1015424"/>
                <a:gd name="connsiteY16" fmla="*/ 110146 h 448543"/>
                <a:gd name="connsiteX17" fmla="*/ 542669 w 1015424"/>
                <a:gd name="connsiteY17" fmla="*/ 118372 h 448543"/>
                <a:gd name="connsiteX18" fmla="*/ 552826 w 1015424"/>
                <a:gd name="connsiteY18" fmla="*/ 97218 h 448543"/>
                <a:gd name="connsiteX19" fmla="*/ 557946 w 1015424"/>
                <a:gd name="connsiteY19" fmla="*/ 46350 h 448543"/>
                <a:gd name="connsiteX20" fmla="*/ 530665 w 1015424"/>
                <a:gd name="connsiteY20" fmla="*/ 32920 h 448543"/>
                <a:gd name="connsiteX21" fmla="*/ 506155 w 1015424"/>
                <a:gd name="connsiteY21" fmla="*/ 69434 h 448543"/>
                <a:gd name="connsiteX22" fmla="*/ 477447 w 1015424"/>
                <a:gd name="connsiteY22" fmla="*/ 81521 h 448543"/>
                <a:gd name="connsiteX23" fmla="*/ 495578 w 1015424"/>
                <a:gd name="connsiteY23" fmla="*/ 50212 h 448543"/>
                <a:gd name="connsiteX24" fmla="*/ 497760 w 1015424"/>
                <a:gd name="connsiteY24" fmla="*/ 7066 h 448543"/>
                <a:gd name="connsiteX25" fmla="*/ 457804 w 1015424"/>
                <a:gd name="connsiteY25" fmla="*/ 14117 h 448543"/>
                <a:gd name="connsiteX26" fmla="*/ 431783 w 1015424"/>
                <a:gd name="connsiteY26" fmla="*/ 47945 h 448543"/>
                <a:gd name="connsiteX27" fmla="*/ 322155 w 1015424"/>
                <a:gd name="connsiteY27" fmla="*/ 111321 h 448543"/>
                <a:gd name="connsiteX28" fmla="*/ 140339 w 1015424"/>
                <a:gd name="connsiteY28" fmla="*/ 97974 h 448543"/>
                <a:gd name="connsiteX29" fmla="*/ 99879 w 1015424"/>
                <a:gd name="connsiteY29" fmla="*/ 53821 h 448543"/>
                <a:gd name="connsiteX30" fmla="*/ 99879 w 1015424"/>
                <a:gd name="connsiteY30" fmla="*/ 53821 h 448543"/>
                <a:gd name="connsiteX31" fmla="*/ 56313 w 1015424"/>
                <a:gd name="connsiteY31" fmla="*/ 76905 h 448543"/>
                <a:gd name="connsiteX32" fmla="*/ 828 w 1015424"/>
                <a:gd name="connsiteY32" fmla="*/ 367509 h 448543"/>
                <a:gd name="connsiteX33" fmla="*/ 95346 w 1015424"/>
                <a:gd name="connsiteY33" fmla="*/ 431725 h 448543"/>
                <a:gd name="connsiteX34" fmla="*/ 183401 w 1015424"/>
                <a:gd name="connsiteY34" fmla="*/ 415860 h 448543"/>
                <a:gd name="connsiteX35" fmla="*/ 382845 w 1015424"/>
                <a:gd name="connsiteY35" fmla="*/ 431557 h 448543"/>
                <a:gd name="connsiteX36" fmla="*/ 785847 w 1015424"/>
                <a:gd name="connsiteY36" fmla="*/ 434914 h 448543"/>
                <a:gd name="connsiteX37" fmla="*/ 974127 w 1015424"/>
                <a:gd name="connsiteY37" fmla="*/ 371622 h 448543"/>
                <a:gd name="connsiteX38" fmla="*/ 1013999 w 1015424"/>
                <a:gd name="connsiteY38" fmla="*/ 287514 h 448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015424" h="448543">
                  <a:moveTo>
                    <a:pt x="1013999" y="287514"/>
                  </a:moveTo>
                  <a:cubicBezTo>
                    <a:pt x="1007955" y="254357"/>
                    <a:pt x="981346" y="242437"/>
                    <a:pt x="952890" y="235386"/>
                  </a:cubicBezTo>
                  <a:cubicBezTo>
                    <a:pt x="891277" y="220109"/>
                    <a:pt x="837135" y="200130"/>
                    <a:pt x="775186" y="176543"/>
                  </a:cubicBezTo>
                  <a:cubicBezTo>
                    <a:pt x="772668" y="193835"/>
                    <a:pt x="767967" y="202985"/>
                    <a:pt x="759489" y="214736"/>
                  </a:cubicBezTo>
                  <a:cubicBezTo>
                    <a:pt x="755208" y="220696"/>
                    <a:pt x="751095" y="233707"/>
                    <a:pt x="742449" y="226824"/>
                  </a:cubicBezTo>
                  <a:cubicBezTo>
                    <a:pt x="733887" y="219941"/>
                    <a:pt x="739931" y="214233"/>
                    <a:pt x="742701" y="207517"/>
                  </a:cubicBezTo>
                  <a:cubicBezTo>
                    <a:pt x="761000" y="163952"/>
                    <a:pt x="764610" y="165043"/>
                    <a:pt x="718022" y="146828"/>
                  </a:cubicBezTo>
                  <a:cubicBezTo>
                    <a:pt x="712902" y="158579"/>
                    <a:pt x="711307" y="166638"/>
                    <a:pt x="701906" y="181747"/>
                  </a:cubicBezTo>
                  <a:cubicBezTo>
                    <a:pt x="697709" y="188463"/>
                    <a:pt x="690657" y="198956"/>
                    <a:pt x="680920" y="190394"/>
                  </a:cubicBezTo>
                  <a:cubicBezTo>
                    <a:pt x="672358" y="182923"/>
                    <a:pt x="685369" y="174948"/>
                    <a:pt x="688979" y="169156"/>
                  </a:cubicBezTo>
                  <a:cubicBezTo>
                    <a:pt x="698548" y="153711"/>
                    <a:pt x="700563" y="145569"/>
                    <a:pt x="699052" y="133565"/>
                  </a:cubicBezTo>
                  <a:cubicBezTo>
                    <a:pt x="683271" y="124080"/>
                    <a:pt x="671687" y="118120"/>
                    <a:pt x="649274" y="107040"/>
                  </a:cubicBezTo>
                  <a:cubicBezTo>
                    <a:pt x="642391" y="122904"/>
                    <a:pt x="638278" y="138098"/>
                    <a:pt x="626526" y="148843"/>
                  </a:cubicBezTo>
                  <a:cubicBezTo>
                    <a:pt x="622581" y="152452"/>
                    <a:pt x="617377" y="157656"/>
                    <a:pt x="610913" y="154047"/>
                  </a:cubicBezTo>
                  <a:cubicBezTo>
                    <a:pt x="604114" y="150269"/>
                    <a:pt x="610410" y="142967"/>
                    <a:pt x="612424" y="139693"/>
                  </a:cubicBezTo>
                  <a:cubicBezTo>
                    <a:pt x="639705" y="96295"/>
                    <a:pt x="642391" y="98981"/>
                    <a:pt x="591859" y="73044"/>
                  </a:cubicBezTo>
                  <a:cubicBezTo>
                    <a:pt x="583632" y="87397"/>
                    <a:pt x="577505" y="99737"/>
                    <a:pt x="565501" y="110146"/>
                  </a:cubicBezTo>
                  <a:cubicBezTo>
                    <a:pt x="560632" y="114427"/>
                    <a:pt x="548713" y="123241"/>
                    <a:pt x="542669" y="118372"/>
                  </a:cubicBezTo>
                  <a:cubicBezTo>
                    <a:pt x="533771" y="111237"/>
                    <a:pt x="548293" y="103094"/>
                    <a:pt x="552826" y="97218"/>
                  </a:cubicBezTo>
                  <a:cubicBezTo>
                    <a:pt x="579939" y="61208"/>
                    <a:pt x="582541" y="61711"/>
                    <a:pt x="557946" y="46350"/>
                  </a:cubicBezTo>
                  <a:cubicBezTo>
                    <a:pt x="552742" y="43160"/>
                    <a:pt x="538220" y="31325"/>
                    <a:pt x="530665" y="32920"/>
                  </a:cubicBezTo>
                  <a:cubicBezTo>
                    <a:pt x="522859" y="48533"/>
                    <a:pt x="518158" y="55584"/>
                    <a:pt x="506155" y="69434"/>
                  </a:cubicBezTo>
                  <a:cubicBezTo>
                    <a:pt x="499020" y="77660"/>
                    <a:pt x="487939" y="93189"/>
                    <a:pt x="477447" y="81521"/>
                  </a:cubicBezTo>
                  <a:cubicBezTo>
                    <a:pt x="467626" y="70525"/>
                    <a:pt x="490290" y="58606"/>
                    <a:pt x="495578" y="50212"/>
                  </a:cubicBezTo>
                  <a:cubicBezTo>
                    <a:pt x="512366" y="23938"/>
                    <a:pt x="520257" y="22427"/>
                    <a:pt x="497760" y="7066"/>
                  </a:cubicBezTo>
                  <a:cubicBezTo>
                    <a:pt x="482147" y="-3595"/>
                    <a:pt x="472326" y="-2923"/>
                    <a:pt x="457804" y="14117"/>
                  </a:cubicBezTo>
                  <a:cubicBezTo>
                    <a:pt x="448571" y="24945"/>
                    <a:pt x="443031" y="39215"/>
                    <a:pt x="431783" y="47945"/>
                  </a:cubicBezTo>
                  <a:cubicBezTo>
                    <a:pt x="397031" y="72372"/>
                    <a:pt x="365721" y="95624"/>
                    <a:pt x="322155" y="111321"/>
                  </a:cubicBezTo>
                  <a:cubicBezTo>
                    <a:pt x="257856" y="131551"/>
                    <a:pt x="213787" y="140952"/>
                    <a:pt x="140339" y="97974"/>
                  </a:cubicBezTo>
                  <a:cubicBezTo>
                    <a:pt x="122039" y="88992"/>
                    <a:pt x="114653" y="74471"/>
                    <a:pt x="99879" y="53821"/>
                  </a:cubicBezTo>
                  <a:cubicBezTo>
                    <a:pt x="99879" y="53821"/>
                    <a:pt x="99879" y="53821"/>
                    <a:pt x="99879" y="53821"/>
                  </a:cubicBezTo>
                  <a:cubicBezTo>
                    <a:pt x="72850" y="37788"/>
                    <a:pt x="64708" y="59613"/>
                    <a:pt x="56313" y="76905"/>
                  </a:cubicBezTo>
                  <a:cubicBezTo>
                    <a:pt x="11657" y="168737"/>
                    <a:pt x="-3956" y="266444"/>
                    <a:pt x="828" y="367509"/>
                  </a:cubicBezTo>
                  <a:cubicBezTo>
                    <a:pt x="3263" y="420225"/>
                    <a:pt x="44142" y="447925"/>
                    <a:pt x="95346" y="431725"/>
                  </a:cubicBezTo>
                  <a:cubicBezTo>
                    <a:pt x="121032" y="423582"/>
                    <a:pt x="157127" y="416783"/>
                    <a:pt x="183401" y="415860"/>
                  </a:cubicBezTo>
                  <a:cubicBezTo>
                    <a:pt x="253743" y="413510"/>
                    <a:pt x="313174" y="422491"/>
                    <a:pt x="382845" y="431557"/>
                  </a:cubicBezTo>
                  <a:cubicBezTo>
                    <a:pt x="517067" y="448932"/>
                    <a:pt x="651289" y="457495"/>
                    <a:pt x="785847" y="434914"/>
                  </a:cubicBezTo>
                  <a:cubicBezTo>
                    <a:pt x="851993" y="423750"/>
                    <a:pt x="917635" y="410739"/>
                    <a:pt x="974127" y="371622"/>
                  </a:cubicBezTo>
                  <a:cubicBezTo>
                    <a:pt x="1003087" y="351477"/>
                    <a:pt x="1020714" y="324280"/>
                    <a:pt x="1013999" y="287514"/>
                  </a:cubicBezTo>
                  <a:close/>
                </a:path>
              </a:pathLst>
            </a:custGeom>
            <a:solidFill>
              <a:schemeClr val="accent3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2">
              <a:extLst>
                <a:ext uri="{FF2B5EF4-FFF2-40B4-BE49-F238E27FC236}">
                  <a16:creationId xmlns:a16="http://schemas.microsoft.com/office/drawing/2014/main" id="{7F10EEE2-BCD7-77F3-9F5C-303449921039}"/>
                </a:ext>
              </a:extLst>
            </p:cNvPr>
            <p:cNvSpPr/>
            <p:nvPr/>
          </p:nvSpPr>
          <p:spPr>
            <a:xfrm>
              <a:off x="669366" y="191166"/>
              <a:ext cx="1010870" cy="1151138"/>
            </a:xfrm>
            <a:custGeom>
              <a:avLst/>
              <a:gdLst>
                <a:gd name="connsiteX0" fmla="*/ 980937 w 1010870"/>
                <a:gd name="connsiteY0" fmla="*/ 191858 h 1151138"/>
                <a:gd name="connsiteX1" fmla="*/ 905642 w 1010870"/>
                <a:gd name="connsiteY1" fmla="*/ 182792 h 1151138"/>
                <a:gd name="connsiteX2" fmla="*/ 831774 w 1010870"/>
                <a:gd name="connsiteY2" fmla="*/ 128566 h 1151138"/>
                <a:gd name="connsiteX3" fmla="*/ 400484 w 1010870"/>
                <a:gd name="connsiteY3" fmla="*/ 8446 h 1151138"/>
                <a:gd name="connsiteX4" fmla="*/ 140853 w 1010870"/>
                <a:gd name="connsiteY4" fmla="*/ 229044 h 1151138"/>
                <a:gd name="connsiteX5" fmla="*/ 133383 w 1010870"/>
                <a:gd name="connsiteY5" fmla="*/ 434700 h 1151138"/>
                <a:gd name="connsiteX6" fmla="*/ 121967 w 1010870"/>
                <a:gd name="connsiteY6" fmla="*/ 705914 h 1151138"/>
                <a:gd name="connsiteX7" fmla="*/ 0 w 1010870"/>
                <a:gd name="connsiteY7" fmla="*/ 886555 h 1151138"/>
                <a:gd name="connsiteX8" fmla="*/ 340969 w 1010870"/>
                <a:gd name="connsiteY8" fmla="*/ 1151138 h 1151138"/>
                <a:gd name="connsiteX9" fmla="*/ 403673 w 1010870"/>
                <a:gd name="connsiteY9" fmla="*/ 969909 h 1151138"/>
                <a:gd name="connsiteX10" fmla="*/ 511874 w 1010870"/>
                <a:gd name="connsiteY10" fmla="*/ 889158 h 1151138"/>
                <a:gd name="connsiteX11" fmla="*/ 511874 w 1010870"/>
                <a:gd name="connsiteY11" fmla="*/ 889158 h 1151138"/>
                <a:gd name="connsiteX12" fmla="*/ 511874 w 1010870"/>
                <a:gd name="connsiteY12" fmla="*/ 889158 h 1151138"/>
                <a:gd name="connsiteX13" fmla="*/ 593633 w 1010870"/>
                <a:gd name="connsiteY13" fmla="*/ 941873 h 1151138"/>
                <a:gd name="connsiteX14" fmla="*/ 676063 w 1010870"/>
                <a:gd name="connsiteY14" fmla="*/ 905442 h 1151138"/>
                <a:gd name="connsiteX15" fmla="*/ 715935 w 1010870"/>
                <a:gd name="connsiteY15" fmla="*/ 839548 h 1151138"/>
                <a:gd name="connsiteX16" fmla="*/ 754884 w 1010870"/>
                <a:gd name="connsiteY16" fmla="*/ 792457 h 1151138"/>
                <a:gd name="connsiteX17" fmla="*/ 792825 w 1010870"/>
                <a:gd name="connsiteY17" fmla="*/ 747465 h 1151138"/>
                <a:gd name="connsiteX18" fmla="*/ 828500 w 1010870"/>
                <a:gd name="connsiteY18" fmla="*/ 683418 h 1151138"/>
                <a:gd name="connsiteX19" fmla="*/ 844617 w 1010870"/>
                <a:gd name="connsiteY19" fmla="*/ 564053 h 1151138"/>
                <a:gd name="connsiteX20" fmla="*/ 862161 w 1010870"/>
                <a:gd name="connsiteY20" fmla="*/ 513101 h 1151138"/>
                <a:gd name="connsiteX21" fmla="*/ 867869 w 1010870"/>
                <a:gd name="connsiteY21" fmla="*/ 399864 h 1151138"/>
                <a:gd name="connsiteX22" fmla="*/ 867869 w 1010870"/>
                <a:gd name="connsiteY22" fmla="*/ 399864 h 1151138"/>
                <a:gd name="connsiteX23" fmla="*/ 973551 w 1010870"/>
                <a:gd name="connsiteY23" fmla="*/ 323310 h 1151138"/>
                <a:gd name="connsiteX24" fmla="*/ 909000 w 1010870"/>
                <a:gd name="connsiteY24" fmla="*/ 326416 h 1151138"/>
                <a:gd name="connsiteX25" fmla="*/ 1010149 w 1010870"/>
                <a:gd name="connsiteY25" fmla="*/ 219726 h 1151138"/>
                <a:gd name="connsiteX26" fmla="*/ 980937 w 1010870"/>
                <a:gd name="connsiteY26" fmla="*/ 191858 h 115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870" h="1151138">
                  <a:moveTo>
                    <a:pt x="980937" y="191858"/>
                  </a:moveTo>
                  <a:cubicBezTo>
                    <a:pt x="953405" y="201931"/>
                    <a:pt x="929314" y="195299"/>
                    <a:pt x="905642" y="182792"/>
                  </a:cubicBezTo>
                  <a:cubicBezTo>
                    <a:pt x="878445" y="168354"/>
                    <a:pt x="855865" y="147453"/>
                    <a:pt x="831774" y="128566"/>
                  </a:cubicBezTo>
                  <a:cubicBezTo>
                    <a:pt x="704771" y="28760"/>
                    <a:pt x="560895" y="-21101"/>
                    <a:pt x="400484" y="8446"/>
                  </a:cubicBezTo>
                  <a:cubicBezTo>
                    <a:pt x="275915" y="31362"/>
                    <a:pt x="177116" y="97088"/>
                    <a:pt x="140853" y="229044"/>
                  </a:cubicBezTo>
                  <a:cubicBezTo>
                    <a:pt x="122302" y="296700"/>
                    <a:pt x="128430" y="365868"/>
                    <a:pt x="133383" y="434700"/>
                  </a:cubicBezTo>
                  <a:cubicBezTo>
                    <a:pt x="139930" y="525608"/>
                    <a:pt x="141945" y="616181"/>
                    <a:pt x="121967" y="705914"/>
                  </a:cubicBezTo>
                  <a:cubicBezTo>
                    <a:pt x="82514" y="766939"/>
                    <a:pt x="49106" y="831994"/>
                    <a:pt x="0" y="886555"/>
                  </a:cubicBezTo>
                  <a:cubicBezTo>
                    <a:pt x="21909" y="904519"/>
                    <a:pt x="255014" y="1073325"/>
                    <a:pt x="340969" y="1151138"/>
                  </a:cubicBezTo>
                  <a:cubicBezTo>
                    <a:pt x="355323" y="1088518"/>
                    <a:pt x="376560" y="1027577"/>
                    <a:pt x="403673" y="969909"/>
                  </a:cubicBezTo>
                  <a:cubicBezTo>
                    <a:pt x="439013" y="894866"/>
                    <a:pt x="449002" y="876986"/>
                    <a:pt x="511874" y="889158"/>
                  </a:cubicBezTo>
                  <a:cubicBezTo>
                    <a:pt x="511874" y="889158"/>
                    <a:pt x="511874" y="889158"/>
                    <a:pt x="511874" y="889158"/>
                  </a:cubicBezTo>
                  <a:cubicBezTo>
                    <a:pt x="511874" y="889158"/>
                    <a:pt x="511874" y="889158"/>
                    <a:pt x="511874" y="889158"/>
                  </a:cubicBezTo>
                  <a:cubicBezTo>
                    <a:pt x="519512" y="890920"/>
                    <a:pt x="565176" y="926511"/>
                    <a:pt x="593633" y="941873"/>
                  </a:cubicBezTo>
                  <a:cubicBezTo>
                    <a:pt x="630902" y="962103"/>
                    <a:pt x="666326" y="946238"/>
                    <a:pt x="676063" y="905442"/>
                  </a:cubicBezTo>
                  <a:cubicBezTo>
                    <a:pt x="682526" y="878497"/>
                    <a:pt x="697888" y="859359"/>
                    <a:pt x="715935" y="839548"/>
                  </a:cubicBezTo>
                  <a:cubicBezTo>
                    <a:pt x="729533" y="824607"/>
                    <a:pt x="757066" y="817892"/>
                    <a:pt x="754884" y="792457"/>
                  </a:cubicBezTo>
                  <a:cubicBezTo>
                    <a:pt x="752365" y="762490"/>
                    <a:pt x="765628" y="752669"/>
                    <a:pt x="792825" y="747465"/>
                  </a:cubicBezTo>
                  <a:cubicBezTo>
                    <a:pt x="836894" y="738987"/>
                    <a:pt x="839916" y="726815"/>
                    <a:pt x="828500" y="683418"/>
                  </a:cubicBezTo>
                  <a:cubicBezTo>
                    <a:pt x="817840" y="642874"/>
                    <a:pt x="808018" y="600064"/>
                    <a:pt x="844617" y="564053"/>
                  </a:cubicBezTo>
                  <a:cubicBezTo>
                    <a:pt x="858215" y="550707"/>
                    <a:pt x="861237" y="532743"/>
                    <a:pt x="862161" y="513101"/>
                  </a:cubicBezTo>
                  <a:cubicBezTo>
                    <a:pt x="863923" y="475327"/>
                    <a:pt x="853515" y="436882"/>
                    <a:pt x="867869" y="399864"/>
                  </a:cubicBezTo>
                  <a:cubicBezTo>
                    <a:pt x="867869" y="399864"/>
                    <a:pt x="867869" y="399864"/>
                    <a:pt x="867869" y="399864"/>
                  </a:cubicBezTo>
                  <a:cubicBezTo>
                    <a:pt x="932923" y="396842"/>
                    <a:pt x="967423" y="371828"/>
                    <a:pt x="973551" y="323310"/>
                  </a:cubicBezTo>
                  <a:cubicBezTo>
                    <a:pt x="952985" y="321043"/>
                    <a:pt x="933259" y="342868"/>
                    <a:pt x="909000" y="326416"/>
                  </a:cubicBezTo>
                  <a:cubicBezTo>
                    <a:pt x="975649" y="301149"/>
                    <a:pt x="1003937" y="270679"/>
                    <a:pt x="1010149" y="219726"/>
                  </a:cubicBezTo>
                  <a:cubicBezTo>
                    <a:pt x="1013591" y="192613"/>
                    <a:pt x="1004861" y="183128"/>
                    <a:pt x="980937" y="191858"/>
                  </a:cubicBezTo>
                  <a:close/>
                </a:path>
              </a:pathLst>
            </a:custGeom>
            <a:solidFill>
              <a:srgbClr val="F9BDA8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Graphic 2">
              <a:extLst>
                <a:ext uri="{FF2B5EF4-FFF2-40B4-BE49-F238E27FC236}">
                  <a16:creationId xmlns:a16="http://schemas.microsoft.com/office/drawing/2014/main" id="{F2E451E7-878F-B162-6D8C-7423639D3A7A}"/>
                </a:ext>
              </a:extLst>
            </p:cNvPr>
            <p:cNvSpPr/>
            <p:nvPr/>
          </p:nvSpPr>
          <p:spPr>
            <a:xfrm>
              <a:off x="821216" y="6308016"/>
              <a:ext cx="331903" cy="231858"/>
            </a:xfrm>
            <a:custGeom>
              <a:avLst/>
              <a:gdLst>
                <a:gd name="connsiteX0" fmla="*/ 331904 w 331903"/>
                <a:gd name="connsiteY0" fmla="*/ 151430 h 231858"/>
                <a:gd name="connsiteX1" fmla="*/ 222276 w 331903"/>
                <a:gd name="connsiteY1" fmla="*/ 214806 h 231858"/>
                <a:gd name="connsiteX2" fmla="*/ 40460 w 331903"/>
                <a:gd name="connsiteY2" fmla="*/ 201459 h 231858"/>
                <a:gd name="connsiteX3" fmla="*/ 0 w 331903"/>
                <a:gd name="connsiteY3" fmla="*/ 157306 h 231858"/>
                <a:gd name="connsiteX4" fmla="*/ 17376 w 331903"/>
                <a:gd name="connsiteY4" fmla="*/ 103584 h 231858"/>
                <a:gd name="connsiteX5" fmla="*/ 15697 w 331903"/>
                <a:gd name="connsiteY5" fmla="*/ 0 h 231858"/>
                <a:gd name="connsiteX6" fmla="*/ 275411 w 331903"/>
                <a:gd name="connsiteY6" fmla="*/ 11752 h 231858"/>
                <a:gd name="connsiteX7" fmla="*/ 313269 w 331903"/>
                <a:gd name="connsiteY7" fmla="*/ 5288 h 231858"/>
                <a:gd name="connsiteX8" fmla="*/ 331904 w 331903"/>
                <a:gd name="connsiteY8" fmla="*/ 151430 h 231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903" h="231858">
                  <a:moveTo>
                    <a:pt x="331904" y="151430"/>
                  </a:moveTo>
                  <a:cubicBezTo>
                    <a:pt x="297152" y="175857"/>
                    <a:pt x="265842" y="199109"/>
                    <a:pt x="222276" y="214806"/>
                  </a:cubicBezTo>
                  <a:cubicBezTo>
                    <a:pt x="157977" y="235036"/>
                    <a:pt x="113908" y="244437"/>
                    <a:pt x="40460" y="201459"/>
                  </a:cubicBezTo>
                  <a:cubicBezTo>
                    <a:pt x="22160" y="192477"/>
                    <a:pt x="14774" y="177956"/>
                    <a:pt x="0" y="157306"/>
                  </a:cubicBezTo>
                  <a:cubicBezTo>
                    <a:pt x="16956" y="139091"/>
                    <a:pt x="15949" y="124653"/>
                    <a:pt x="17376" y="103584"/>
                  </a:cubicBezTo>
                  <a:cubicBezTo>
                    <a:pt x="19558" y="71938"/>
                    <a:pt x="14522" y="31646"/>
                    <a:pt x="15697" y="0"/>
                  </a:cubicBezTo>
                  <a:cubicBezTo>
                    <a:pt x="101905" y="11836"/>
                    <a:pt x="188532" y="13766"/>
                    <a:pt x="275411" y="11752"/>
                  </a:cubicBezTo>
                  <a:cubicBezTo>
                    <a:pt x="288422" y="11416"/>
                    <a:pt x="301601" y="12759"/>
                    <a:pt x="313269" y="5288"/>
                  </a:cubicBezTo>
                  <a:cubicBezTo>
                    <a:pt x="313269" y="54730"/>
                    <a:pt x="310667" y="104591"/>
                    <a:pt x="331904" y="151430"/>
                  </a:cubicBezTo>
                  <a:close/>
                </a:path>
              </a:pathLst>
            </a:custGeom>
            <a:solidFill>
              <a:srgbClr val="5B5B5B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2">
              <a:extLst>
                <a:ext uri="{FF2B5EF4-FFF2-40B4-BE49-F238E27FC236}">
                  <a16:creationId xmlns:a16="http://schemas.microsoft.com/office/drawing/2014/main" id="{51932227-E2EA-6662-7A00-EA8E18E1367E}"/>
                </a:ext>
              </a:extLst>
            </p:cNvPr>
            <p:cNvSpPr/>
            <p:nvPr/>
          </p:nvSpPr>
          <p:spPr>
            <a:xfrm>
              <a:off x="633536" y="2997309"/>
              <a:ext cx="744461" cy="3329395"/>
            </a:xfrm>
            <a:custGeom>
              <a:avLst/>
              <a:gdLst>
                <a:gd name="connsiteX0" fmla="*/ 700980 w 744461"/>
                <a:gd name="connsiteY0" fmla="*/ 1678219 h 3329395"/>
                <a:gd name="connsiteX1" fmla="*/ 727841 w 744461"/>
                <a:gd name="connsiteY1" fmla="*/ 1156860 h 3329395"/>
                <a:gd name="connsiteX2" fmla="*/ 744462 w 744461"/>
                <a:gd name="connsiteY2" fmla="*/ 701058 h 3329395"/>
                <a:gd name="connsiteX3" fmla="*/ 744462 w 744461"/>
                <a:gd name="connsiteY3" fmla="*/ 701058 h 3329395"/>
                <a:gd name="connsiteX4" fmla="*/ 710717 w 744461"/>
                <a:gd name="connsiteY4" fmla="*/ 1828 h 3329395"/>
                <a:gd name="connsiteX5" fmla="*/ 447142 w 744461"/>
                <a:gd name="connsiteY5" fmla="*/ 46317 h 3329395"/>
                <a:gd name="connsiteX6" fmla="*/ 229314 w 744461"/>
                <a:gd name="connsiteY6" fmla="*/ 102473 h 3329395"/>
                <a:gd name="connsiteX7" fmla="*/ 34822 w 744461"/>
                <a:gd name="connsiteY7" fmla="*/ 227546 h 3329395"/>
                <a:gd name="connsiteX8" fmla="*/ 27268 w 744461"/>
                <a:gd name="connsiteY8" fmla="*/ 697617 h 3329395"/>
                <a:gd name="connsiteX9" fmla="*/ 104997 w 744461"/>
                <a:gd name="connsiteY9" fmla="*/ 960773 h 3329395"/>
                <a:gd name="connsiteX10" fmla="*/ 184825 w 744461"/>
                <a:gd name="connsiteY10" fmla="*/ 1352694 h 3329395"/>
                <a:gd name="connsiteX11" fmla="*/ 212358 w 744461"/>
                <a:gd name="connsiteY11" fmla="*/ 1750660 h 3329395"/>
                <a:gd name="connsiteX12" fmla="*/ 185413 w 744461"/>
                <a:gd name="connsiteY12" fmla="*/ 2147786 h 3329395"/>
                <a:gd name="connsiteX13" fmla="*/ 135636 w 744461"/>
                <a:gd name="connsiteY13" fmla="*/ 3192099 h 3329395"/>
                <a:gd name="connsiteX14" fmla="*/ 203292 w 744461"/>
                <a:gd name="connsiteY14" fmla="*/ 3310624 h 3329395"/>
                <a:gd name="connsiteX15" fmla="*/ 519499 w 744461"/>
                <a:gd name="connsiteY15" fmla="*/ 3317003 h 3329395"/>
                <a:gd name="connsiteX16" fmla="*/ 588163 w 744461"/>
                <a:gd name="connsiteY16" fmla="*/ 3238854 h 3329395"/>
                <a:gd name="connsiteX17" fmla="*/ 659933 w 744461"/>
                <a:gd name="connsiteY17" fmla="*/ 2328931 h 3329395"/>
                <a:gd name="connsiteX18" fmla="*/ 700980 w 744461"/>
                <a:gd name="connsiteY18" fmla="*/ 1678219 h 332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44461" h="3329395">
                  <a:moveTo>
                    <a:pt x="700980" y="1678219"/>
                  </a:moveTo>
                  <a:cubicBezTo>
                    <a:pt x="710214" y="1504460"/>
                    <a:pt x="719028" y="1330702"/>
                    <a:pt x="727841" y="1156860"/>
                  </a:cubicBezTo>
                  <a:cubicBezTo>
                    <a:pt x="735144" y="1013656"/>
                    <a:pt x="743287" y="709704"/>
                    <a:pt x="744462" y="701058"/>
                  </a:cubicBezTo>
                  <a:cubicBezTo>
                    <a:pt x="744462" y="701058"/>
                    <a:pt x="744462" y="701058"/>
                    <a:pt x="744462" y="701058"/>
                  </a:cubicBezTo>
                  <a:cubicBezTo>
                    <a:pt x="743874" y="467450"/>
                    <a:pt x="738082" y="234177"/>
                    <a:pt x="710717" y="1828"/>
                  </a:cubicBezTo>
                  <a:cubicBezTo>
                    <a:pt x="699385" y="-9840"/>
                    <a:pt x="512112" y="37839"/>
                    <a:pt x="447142" y="46317"/>
                  </a:cubicBezTo>
                  <a:cubicBezTo>
                    <a:pt x="371846" y="56138"/>
                    <a:pt x="299237" y="71751"/>
                    <a:pt x="229314" y="102473"/>
                  </a:cubicBezTo>
                  <a:cubicBezTo>
                    <a:pt x="161490" y="132272"/>
                    <a:pt x="36669" y="223517"/>
                    <a:pt x="34822" y="227546"/>
                  </a:cubicBezTo>
                  <a:cubicBezTo>
                    <a:pt x="-2448" y="383677"/>
                    <a:pt x="-16802" y="539975"/>
                    <a:pt x="27268" y="697617"/>
                  </a:cubicBezTo>
                  <a:cubicBezTo>
                    <a:pt x="51107" y="782733"/>
                    <a:pt x="104410" y="957835"/>
                    <a:pt x="104997" y="960773"/>
                  </a:cubicBezTo>
                  <a:cubicBezTo>
                    <a:pt x="131858" y="1091385"/>
                    <a:pt x="159895" y="1221746"/>
                    <a:pt x="184825" y="1352694"/>
                  </a:cubicBezTo>
                  <a:cubicBezTo>
                    <a:pt x="209840" y="1484062"/>
                    <a:pt x="225453" y="1616186"/>
                    <a:pt x="212358" y="1750660"/>
                  </a:cubicBezTo>
                  <a:cubicBezTo>
                    <a:pt x="202621" y="1850802"/>
                    <a:pt x="186252" y="2131417"/>
                    <a:pt x="185413" y="2147786"/>
                  </a:cubicBezTo>
                  <a:cubicBezTo>
                    <a:pt x="177355" y="2296614"/>
                    <a:pt x="142603" y="2992738"/>
                    <a:pt x="135636" y="3192099"/>
                  </a:cubicBezTo>
                  <a:cubicBezTo>
                    <a:pt x="132446" y="3282252"/>
                    <a:pt x="115070" y="3277719"/>
                    <a:pt x="203292" y="3310624"/>
                  </a:cubicBezTo>
                  <a:cubicBezTo>
                    <a:pt x="215128" y="3319270"/>
                    <a:pt x="425569" y="3344284"/>
                    <a:pt x="519499" y="3317003"/>
                  </a:cubicBezTo>
                  <a:cubicBezTo>
                    <a:pt x="580105" y="3299376"/>
                    <a:pt x="583462" y="3301139"/>
                    <a:pt x="588163" y="3238854"/>
                  </a:cubicBezTo>
                  <a:cubicBezTo>
                    <a:pt x="594962" y="3149373"/>
                    <a:pt x="643061" y="2542729"/>
                    <a:pt x="659933" y="2328931"/>
                  </a:cubicBezTo>
                  <a:cubicBezTo>
                    <a:pt x="666061" y="2251705"/>
                    <a:pt x="694265" y="1804970"/>
                    <a:pt x="700980" y="1678219"/>
                  </a:cubicBezTo>
                  <a:close/>
                </a:path>
              </a:pathLst>
            </a:custGeom>
            <a:solidFill>
              <a:srgbClr val="203351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2">
              <a:extLst>
                <a:ext uri="{FF2B5EF4-FFF2-40B4-BE49-F238E27FC236}">
                  <a16:creationId xmlns:a16="http://schemas.microsoft.com/office/drawing/2014/main" id="{03ADEC25-5BF6-8C47-6DFE-393DE018F6D3}"/>
                </a:ext>
              </a:extLst>
            </p:cNvPr>
            <p:cNvSpPr/>
            <p:nvPr/>
          </p:nvSpPr>
          <p:spPr>
            <a:xfrm>
              <a:off x="791332" y="191082"/>
              <a:ext cx="888957" cy="716981"/>
            </a:xfrm>
            <a:custGeom>
              <a:avLst/>
              <a:gdLst>
                <a:gd name="connsiteX0" fmla="*/ 0 w 888957"/>
                <a:gd name="connsiteY0" fmla="*/ 705914 h 716981"/>
                <a:gd name="connsiteX1" fmla="*/ 11416 w 888957"/>
                <a:gd name="connsiteY1" fmla="*/ 434700 h 716981"/>
                <a:gd name="connsiteX2" fmla="*/ 18887 w 888957"/>
                <a:gd name="connsiteY2" fmla="*/ 229044 h 716981"/>
                <a:gd name="connsiteX3" fmla="*/ 278517 w 888957"/>
                <a:gd name="connsiteY3" fmla="*/ 8446 h 716981"/>
                <a:gd name="connsiteX4" fmla="*/ 709807 w 888957"/>
                <a:gd name="connsiteY4" fmla="*/ 128566 h 716981"/>
                <a:gd name="connsiteX5" fmla="*/ 783676 w 888957"/>
                <a:gd name="connsiteY5" fmla="*/ 182792 h 716981"/>
                <a:gd name="connsiteX6" fmla="*/ 858971 w 888957"/>
                <a:gd name="connsiteY6" fmla="*/ 191858 h 716981"/>
                <a:gd name="connsiteX7" fmla="*/ 888266 w 888957"/>
                <a:gd name="connsiteY7" fmla="*/ 219726 h 716981"/>
                <a:gd name="connsiteX8" fmla="*/ 787117 w 888957"/>
                <a:gd name="connsiteY8" fmla="*/ 326416 h 716981"/>
                <a:gd name="connsiteX9" fmla="*/ 851668 w 888957"/>
                <a:gd name="connsiteY9" fmla="*/ 323310 h 716981"/>
                <a:gd name="connsiteX10" fmla="*/ 745986 w 888957"/>
                <a:gd name="connsiteY10" fmla="*/ 399864 h 716981"/>
                <a:gd name="connsiteX11" fmla="*/ 688654 w 888957"/>
                <a:gd name="connsiteY11" fmla="*/ 352773 h 716981"/>
                <a:gd name="connsiteX12" fmla="*/ 619738 w 888957"/>
                <a:gd name="connsiteY12" fmla="*/ 292167 h 716981"/>
                <a:gd name="connsiteX13" fmla="*/ 579782 w 888957"/>
                <a:gd name="connsiteY13" fmla="*/ 307277 h 716981"/>
                <a:gd name="connsiteX14" fmla="*/ 505494 w 888957"/>
                <a:gd name="connsiteY14" fmla="*/ 393401 h 716981"/>
                <a:gd name="connsiteX15" fmla="*/ 382101 w 888957"/>
                <a:gd name="connsiteY15" fmla="*/ 489178 h 716981"/>
                <a:gd name="connsiteX16" fmla="*/ 352134 w 888957"/>
                <a:gd name="connsiteY16" fmla="*/ 507645 h 716981"/>
                <a:gd name="connsiteX17" fmla="*/ 320823 w 888957"/>
                <a:gd name="connsiteY17" fmla="*/ 476754 h 716981"/>
                <a:gd name="connsiteX18" fmla="*/ 330141 w 888957"/>
                <a:gd name="connsiteY18" fmla="*/ 431678 h 716981"/>
                <a:gd name="connsiteX19" fmla="*/ 267101 w 888957"/>
                <a:gd name="connsiteY19" fmla="*/ 341777 h 716981"/>
                <a:gd name="connsiteX20" fmla="*/ 181061 w 888957"/>
                <a:gd name="connsiteY20" fmla="*/ 399109 h 716981"/>
                <a:gd name="connsiteX21" fmla="*/ 175941 w 888957"/>
                <a:gd name="connsiteY21" fmla="*/ 464415 h 716981"/>
                <a:gd name="connsiteX22" fmla="*/ 66230 w 888957"/>
                <a:gd name="connsiteY22" fmla="*/ 692399 h 716981"/>
                <a:gd name="connsiteX23" fmla="*/ 29799 w 888957"/>
                <a:gd name="connsiteY23" fmla="*/ 713049 h 716981"/>
                <a:gd name="connsiteX24" fmla="*/ 0 w 888957"/>
                <a:gd name="connsiteY24" fmla="*/ 705914 h 71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88957" h="716981">
                  <a:moveTo>
                    <a:pt x="0" y="705914"/>
                  </a:moveTo>
                  <a:cubicBezTo>
                    <a:pt x="19978" y="616181"/>
                    <a:pt x="17963" y="525608"/>
                    <a:pt x="11416" y="434700"/>
                  </a:cubicBezTo>
                  <a:cubicBezTo>
                    <a:pt x="6463" y="365952"/>
                    <a:pt x="252" y="296700"/>
                    <a:pt x="18887" y="229044"/>
                  </a:cubicBezTo>
                  <a:cubicBezTo>
                    <a:pt x="55149" y="97172"/>
                    <a:pt x="153948" y="31446"/>
                    <a:pt x="278517" y="8446"/>
                  </a:cubicBezTo>
                  <a:cubicBezTo>
                    <a:pt x="438845" y="-21101"/>
                    <a:pt x="582720" y="28760"/>
                    <a:pt x="709807" y="128566"/>
                  </a:cubicBezTo>
                  <a:cubicBezTo>
                    <a:pt x="733898" y="147453"/>
                    <a:pt x="756479" y="168354"/>
                    <a:pt x="783676" y="182792"/>
                  </a:cubicBezTo>
                  <a:cubicBezTo>
                    <a:pt x="807431" y="195383"/>
                    <a:pt x="831522" y="202015"/>
                    <a:pt x="858971" y="191858"/>
                  </a:cubicBezTo>
                  <a:cubicBezTo>
                    <a:pt x="882894" y="183128"/>
                    <a:pt x="891624" y="192613"/>
                    <a:pt x="888266" y="219726"/>
                  </a:cubicBezTo>
                  <a:cubicBezTo>
                    <a:pt x="881971" y="270679"/>
                    <a:pt x="853766" y="301149"/>
                    <a:pt x="787117" y="326416"/>
                  </a:cubicBezTo>
                  <a:cubicBezTo>
                    <a:pt x="811376" y="342868"/>
                    <a:pt x="831102" y="321043"/>
                    <a:pt x="851668" y="323310"/>
                  </a:cubicBezTo>
                  <a:cubicBezTo>
                    <a:pt x="845540" y="371828"/>
                    <a:pt x="811040" y="396842"/>
                    <a:pt x="745986" y="399864"/>
                  </a:cubicBezTo>
                  <a:cubicBezTo>
                    <a:pt x="719125" y="393652"/>
                    <a:pt x="705610" y="370737"/>
                    <a:pt x="688654" y="352773"/>
                  </a:cubicBezTo>
                  <a:cubicBezTo>
                    <a:pt x="667501" y="330277"/>
                    <a:pt x="645508" y="308956"/>
                    <a:pt x="619738" y="292167"/>
                  </a:cubicBezTo>
                  <a:cubicBezTo>
                    <a:pt x="596654" y="277142"/>
                    <a:pt x="584987" y="280584"/>
                    <a:pt x="579782" y="307277"/>
                  </a:cubicBezTo>
                  <a:cubicBezTo>
                    <a:pt x="571304" y="351178"/>
                    <a:pt x="541925" y="375857"/>
                    <a:pt x="505494" y="393401"/>
                  </a:cubicBezTo>
                  <a:cubicBezTo>
                    <a:pt x="457228" y="416652"/>
                    <a:pt x="414670" y="446200"/>
                    <a:pt x="382101" y="489178"/>
                  </a:cubicBezTo>
                  <a:cubicBezTo>
                    <a:pt x="374630" y="498999"/>
                    <a:pt x="365061" y="506218"/>
                    <a:pt x="352134" y="507645"/>
                  </a:cubicBezTo>
                  <a:cubicBezTo>
                    <a:pt x="331148" y="509911"/>
                    <a:pt x="318221" y="497740"/>
                    <a:pt x="320823" y="476754"/>
                  </a:cubicBezTo>
                  <a:cubicBezTo>
                    <a:pt x="322754" y="461561"/>
                    <a:pt x="328294" y="446955"/>
                    <a:pt x="330141" y="431678"/>
                  </a:cubicBezTo>
                  <a:cubicBezTo>
                    <a:pt x="335681" y="386853"/>
                    <a:pt x="310667" y="351178"/>
                    <a:pt x="267101" y="341777"/>
                  </a:cubicBezTo>
                  <a:cubicBezTo>
                    <a:pt x="226977" y="333047"/>
                    <a:pt x="194996" y="354452"/>
                    <a:pt x="181061" y="399109"/>
                  </a:cubicBezTo>
                  <a:cubicBezTo>
                    <a:pt x="174430" y="420514"/>
                    <a:pt x="175689" y="442506"/>
                    <a:pt x="175941" y="464415"/>
                  </a:cubicBezTo>
                  <a:cubicBezTo>
                    <a:pt x="176780" y="558429"/>
                    <a:pt x="140098" y="634312"/>
                    <a:pt x="66230" y="692399"/>
                  </a:cubicBezTo>
                  <a:cubicBezTo>
                    <a:pt x="54646" y="700290"/>
                    <a:pt x="43146" y="708684"/>
                    <a:pt x="29799" y="713049"/>
                  </a:cubicBezTo>
                  <a:cubicBezTo>
                    <a:pt x="18887" y="716574"/>
                    <a:pt x="6547" y="722366"/>
                    <a:pt x="0" y="705914"/>
                  </a:cubicBezTo>
                  <a:close/>
                </a:path>
              </a:pathLst>
            </a:custGeom>
            <a:solidFill>
              <a:srgbClr val="010201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2">
              <a:extLst>
                <a:ext uri="{FF2B5EF4-FFF2-40B4-BE49-F238E27FC236}">
                  <a16:creationId xmlns:a16="http://schemas.microsoft.com/office/drawing/2014/main" id="{8CA7D696-B69D-DCD0-9712-FA1D3FBC67F2}"/>
                </a:ext>
              </a:extLst>
            </p:cNvPr>
            <p:cNvSpPr/>
            <p:nvPr/>
          </p:nvSpPr>
          <p:spPr>
            <a:xfrm>
              <a:off x="1718635" y="1916424"/>
              <a:ext cx="296845" cy="283166"/>
            </a:xfrm>
            <a:custGeom>
              <a:avLst/>
              <a:gdLst>
                <a:gd name="connsiteX0" fmla="*/ 179799 w 296845"/>
                <a:gd name="connsiteY0" fmla="*/ 157428 h 283166"/>
                <a:gd name="connsiteX1" fmla="*/ 59259 w 296845"/>
                <a:gd name="connsiteY1" fmla="*/ 272344 h 283166"/>
                <a:gd name="connsiteX2" fmla="*/ 8055 w 296845"/>
                <a:gd name="connsiteY2" fmla="*/ 262187 h 283166"/>
                <a:gd name="connsiteX3" fmla="*/ 21569 w 296845"/>
                <a:gd name="connsiteY3" fmla="*/ 228527 h 283166"/>
                <a:gd name="connsiteX4" fmla="*/ 239901 w 296845"/>
                <a:gd name="connsiteY4" fmla="*/ 15316 h 283166"/>
                <a:gd name="connsiteX5" fmla="*/ 284893 w 296845"/>
                <a:gd name="connsiteY5" fmla="*/ 11623 h 283166"/>
                <a:gd name="connsiteX6" fmla="*/ 282207 w 296845"/>
                <a:gd name="connsiteY6" fmla="*/ 56195 h 283166"/>
                <a:gd name="connsiteX7" fmla="*/ 179799 w 296845"/>
                <a:gd name="connsiteY7" fmla="*/ 157428 h 28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6845" h="283166">
                  <a:moveTo>
                    <a:pt x="179799" y="157428"/>
                  </a:moveTo>
                  <a:cubicBezTo>
                    <a:pt x="139507" y="195622"/>
                    <a:pt x="98124" y="232808"/>
                    <a:pt x="59259" y="272344"/>
                  </a:cubicBezTo>
                  <a:cubicBezTo>
                    <a:pt x="34748" y="297275"/>
                    <a:pt x="21737" y="272764"/>
                    <a:pt x="8055" y="262187"/>
                  </a:cubicBezTo>
                  <a:cubicBezTo>
                    <a:pt x="-12091" y="246658"/>
                    <a:pt x="10573" y="238683"/>
                    <a:pt x="21569" y="228527"/>
                  </a:cubicBezTo>
                  <a:cubicBezTo>
                    <a:pt x="35420" y="215684"/>
                    <a:pt x="174007" y="80790"/>
                    <a:pt x="239901" y="15316"/>
                  </a:cubicBezTo>
                  <a:cubicBezTo>
                    <a:pt x="254842" y="458"/>
                    <a:pt x="265335" y="-8356"/>
                    <a:pt x="284893" y="11623"/>
                  </a:cubicBezTo>
                  <a:cubicBezTo>
                    <a:pt x="303360" y="30425"/>
                    <a:pt x="298827" y="40666"/>
                    <a:pt x="282207" y="56195"/>
                  </a:cubicBezTo>
                  <a:cubicBezTo>
                    <a:pt x="247120" y="89016"/>
                    <a:pt x="213795" y="123600"/>
                    <a:pt x="179799" y="157428"/>
                  </a:cubicBezTo>
                  <a:close/>
                </a:path>
              </a:pathLst>
            </a:custGeom>
            <a:solidFill>
              <a:srgbClr val="323232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Graphic 2">
              <a:extLst>
                <a:ext uri="{FF2B5EF4-FFF2-40B4-BE49-F238E27FC236}">
                  <a16:creationId xmlns:a16="http://schemas.microsoft.com/office/drawing/2014/main" id="{7CCA39D3-3BDD-51E3-4B78-AA3D8FBC468B}"/>
                </a:ext>
              </a:extLst>
            </p:cNvPr>
            <p:cNvSpPr/>
            <p:nvPr/>
          </p:nvSpPr>
          <p:spPr>
            <a:xfrm>
              <a:off x="1354326" y="658588"/>
              <a:ext cx="143444" cy="72543"/>
            </a:xfrm>
            <a:custGeom>
              <a:avLst/>
              <a:gdLst>
                <a:gd name="connsiteX0" fmla="*/ 0 w 143444"/>
                <a:gd name="connsiteY0" fmla="*/ 12774 h 72543"/>
                <a:gd name="connsiteX1" fmla="*/ 140686 w 143444"/>
                <a:gd name="connsiteY1" fmla="*/ 52226 h 72543"/>
                <a:gd name="connsiteX2" fmla="*/ 139259 w 143444"/>
                <a:gd name="connsiteY2" fmla="*/ 69854 h 72543"/>
                <a:gd name="connsiteX3" fmla="*/ 119532 w 143444"/>
                <a:gd name="connsiteY3" fmla="*/ 64985 h 72543"/>
                <a:gd name="connsiteX4" fmla="*/ 0 w 143444"/>
                <a:gd name="connsiteY4" fmla="*/ 12774 h 72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444" h="72543">
                  <a:moveTo>
                    <a:pt x="0" y="12774"/>
                  </a:moveTo>
                  <a:cubicBezTo>
                    <a:pt x="54058" y="-15934"/>
                    <a:pt x="121547" y="6562"/>
                    <a:pt x="140686" y="52226"/>
                  </a:cubicBezTo>
                  <a:cubicBezTo>
                    <a:pt x="143372" y="58605"/>
                    <a:pt x="145806" y="65405"/>
                    <a:pt x="139259" y="69854"/>
                  </a:cubicBezTo>
                  <a:cubicBezTo>
                    <a:pt x="131872" y="74890"/>
                    <a:pt x="123981" y="72624"/>
                    <a:pt x="119532" y="64985"/>
                  </a:cubicBezTo>
                  <a:cubicBezTo>
                    <a:pt x="94266" y="22091"/>
                    <a:pt x="53722" y="11346"/>
                    <a:pt x="0" y="12774"/>
                  </a:cubicBezTo>
                  <a:close/>
                </a:path>
              </a:pathLst>
            </a:custGeom>
            <a:solidFill>
              <a:srgbClr val="2A1A16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Graphic 2">
              <a:extLst>
                <a:ext uri="{FF2B5EF4-FFF2-40B4-BE49-F238E27FC236}">
                  <a16:creationId xmlns:a16="http://schemas.microsoft.com/office/drawing/2014/main" id="{C3F0A9EB-C461-5E2C-9EB7-504C704DF4C2}"/>
                </a:ext>
              </a:extLst>
            </p:cNvPr>
            <p:cNvSpPr/>
            <p:nvPr/>
          </p:nvSpPr>
          <p:spPr>
            <a:xfrm>
              <a:off x="1382615" y="718621"/>
              <a:ext cx="84109" cy="55834"/>
            </a:xfrm>
            <a:custGeom>
              <a:avLst/>
              <a:gdLst>
                <a:gd name="connsiteX0" fmla="*/ 0 w 84109"/>
                <a:gd name="connsiteY0" fmla="*/ 0 h 55834"/>
                <a:gd name="connsiteX1" fmla="*/ 84109 w 84109"/>
                <a:gd name="connsiteY1" fmla="*/ 47175 h 55834"/>
                <a:gd name="connsiteX2" fmla="*/ 0 w 84109"/>
                <a:gd name="connsiteY2" fmla="*/ 0 h 55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09" h="55834">
                  <a:moveTo>
                    <a:pt x="0" y="0"/>
                  </a:moveTo>
                  <a:cubicBezTo>
                    <a:pt x="29463" y="24175"/>
                    <a:pt x="49693" y="46839"/>
                    <a:pt x="84109" y="47175"/>
                  </a:cubicBezTo>
                  <a:cubicBezTo>
                    <a:pt x="54310" y="67741"/>
                    <a:pt x="23168" y="51540"/>
                    <a:pt x="0" y="0"/>
                  </a:cubicBezTo>
                  <a:close/>
                </a:path>
              </a:pathLst>
            </a:custGeom>
            <a:solidFill>
              <a:srgbClr val="3D261D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2">
              <a:extLst>
                <a:ext uri="{FF2B5EF4-FFF2-40B4-BE49-F238E27FC236}">
                  <a16:creationId xmlns:a16="http://schemas.microsoft.com/office/drawing/2014/main" id="{2F13F30F-8911-C9C8-BF77-AECFD52DBBB7}"/>
                </a:ext>
              </a:extLst>
            </p:cNvPr>
            <p:cNvSpPr/>
            <p:nvPr/>
          </p:nvSpPr>
          <p:spPr>
            <a:xfrm>
              <a:off x="1875036" y="1986392"/>
              <a:ext cx="74320" cy="69111"/>
            </a:xfrm>
            <a:custGeom>
              <a:avLst/>
              <a:gdLst>
                <a:gd name="connsiteX0" fmla="*/ 73846 w 74320"/>
                <a:gd name="connsiteY0" fmla="*/ 9647 h 69111"/>
                <a:gd name="connsiteX1" fmla="*/ 68474 w 74320"/>
                <a:gd name="connsiteY1" fmla="*/ 15439 h 69111"/>
                <a:gd name="connsiteX2" fmla="*/ 17185 w 74320"/>
                <a:gd name="connsiteY2" fmla="*/ 65048 h 69111"/>
                <a:gd name="connsiteX3" fmla="*/ 2664 w 74320"/>
                <a:gd name="connsiteY3" fmla="*/ 66727 h 69111"/>
                <a:gd name="connsiteX4" fmla="*/ 3167 w 74320"/>
                <a:gd name="connsiteY4" fmla="*/ 55647 h 69111"/>
                <a:gd name="connsiteX5" fmla="*/ 59240 w 74320"/>
                <a:gd name="connsiteY5" fmla="*/ 1672 h 69111"/>
                <a:gd name="connsiteX6" fmla="*/ 73846 w 74320"/>
                <a:gd name="connsiteY6" fmla="*/ 9647 h 69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20" h="69111">
                  <a:moveTo>
                    <a:pt x="73846" y="9647"/>
                  </a:moveTo>
                  <a:cubicBezTo>
                    <a:pt x="72335" y="12249"/>
                    <a:pt x="70656" y="13256"/>
                    <a:pt x="68474" y="15439"/>
                  </a:cubicBezTo>
                  <a:cubicBezTo>
                    <a:pt x="51517" y="32143"/>
                    <a:pt x="34477" y="48764"/>
                    <a:pt x="17185" y="65048"/>
                  </a:cubicBezTo>
                  <a:cubicBezTo>
                    <a:pt x="13240" y="68825"/>
                    <a:pt x="8036" y="71092"/>
                    <a:pt x="2664" y="66727"/>
                  </a:cubicBezTo>
                  <a:cubicBezTo>
                    <a:pt x="-2121" y="62866"/>
                    <a:pt x="481" y="58249"/>
                    <a:pt x="3167" y="55647"/>
                  </a:cubicBezTo>
                  <a:cubicBezTo>
                    <a:pt x="21550" y="37347"/>
                    <a:pt x="40101" y="19132"/>
                    <a:pt x="59240" y="1672"/>
                  </a:cubicBezTo>
                  <a:cubicBezTo>
                    <a:pt x="65368" y="-3952"/>
                    <a:pt x="76784" y="6121"/>
                    <a:pt x="73846" y="9647"/>
                  </a:cubicBezTo>
                  <a:close/>
                </a:path>
              </a:pathLst>
            </a:custGeom>
            <a:solidFill>
              <a:srgbClr val="E3E3DF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2">
              <a:extLst>
                <a:ext uri="{FF2B5EF4-FFF2-40B4-BE49-F238E27FC236}">
                  <a16:creationId xmlns:a16="http://schemas.microsoft.com/office/drawing/2014/main" id="{21169D24-A316-1D01-FB4E-DAD209D1EDB0}"/>
                </a:ext>
              </a:extLst>
            </p:cNvPr>
            <p:cNvSpPr/>
            <p:nvPr/>
          </p:nvSpPr>
          <p:spPr>
            <a:xfrm>
              <a:off x="1418206" y="2060564"/>
              <a:ext cx="519791" cy="354928"/>
            </a:xfrm>
            <a:custGeom>
              <a:avLst/>
              <a:gdLst>
                <a:gd name="connsiteX0" fmla="*/ 480228 w 519791"/>
                <a:gd name="connsiteY0" fmla="*/ 13288 h 354928"/>
                <a:gd name="connsiteX1" fmla="*/ 359688 w 519791"/>
                <a:gd name="connsiteY1" fmla="*/ 128203 h 354928"/>
                <a:gd name="connsiteX2" fmla="*/ 308484 w 519791"/>
                <a:gd name="connsiteY2" fmla="*/ 118046 h 354928"/>
                <a:gd name="connsiteX3" fmla="*/ 318641 w 519791"/>
                <a:gd name="connsiteY3" fmla="*/ 88331 h 354928"/>
                <a:gd name="connsiteX4" fmla="*/ 341557 w 519791"/>
                <a:gd name="connsiteY4" fmla="*/ 66422 h 354928"/>
                <a:gd name="connsiteX5" fmla="*/ 232517 w 519791"/>
                <a:gd name="connsiteY5" fmla="*/ 6488 h 354928"/>
                <a:gd name="connsiteX6" fmla="*/ 203725 w 519791"/>
                <a:gd name="connsiteY6" fmla="*/ 12616 h 354928"/>
                <a:gd name="connsiteX7" fmla="*/ 99638 w 519791"/>
                <a:gd name="connsiteY7" fmla="*/ 106378 h 354928"/>
                <a:gd name="connsiteX8" fmla="*/ 0 w 519791"/>
                <a:gd name="connsiteY8" fmla="*/ 192166 h 354928"/>
                <a:gd name="connsiteX9" fmla="*/ 78401 w 519791"/>
                <a:gd name="connsiteY9" fmla="*/ 354929 h 354928"/>
                <a:gd name="connsiteX10" fmla="*/ 115755 w 519791"/>
                <a:gd name="connsiteY10" fmla="*/ 343597 h 354928"/>
                <a:gd name="connsiteX11" fmla="*/ 314192 w 519791"/>
                <a:gd name="connsiteY11" fmla="*/ 280641 h 354928"/>
                <a:gd name="connsiteX12" fmla="*/ 387221 w 519791"/>
                <a:gd name="connsiteY12" fmla="*/ 246644 h 354928"/>
                <a:gd name="connsiteX13" fmla="*/ 503060 w 519791"/>
                <a:gd name="connsiteY13" fmla="*/ 102265 h 354928"/>
                <a:gd name="connsiteX14" fmla="*/ 480228 w 519791"/>
                <a:gd name="connsiteY14" fmla="*/ 13288 h 354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19791" h="354928">
                  <a:moveTo>
                    <a:pt x="480228" y="13288"/>
                  </a:moveTo>
                  <a:cubicBezTo>
                    <a:pt x="439936" y="51481"/>
                    <a:pt x="398553" y="88667"/>
                    <a:pt x="359688" y="128203"/>
                  </a:cubicBezTo>
                  <a:cubicBezTo>
                    <a:pt x="335177" y="153134"/>
                    <a:pt x="322166" y="128623"/>
                    <a:pt x="308484" y="118046"/>
                  </a:cubicBezTo>
                  <a:cubicBezTo>
                    <a:pt x="288338" y="102517"/>
                    <a:pt x="311170" y="96389"/>
                    <a:pt x="318641" y="88331"/>
                  </a:cubicBezTo>
                  <a:cubicBezTo>
                    <a:pt x="325776" y="80609"/>
                    <a:pt x="334170" y="74229"/>
                    <a:pt x="341557" y="66422"/>
                  </a:cubicBezTo>
                  <a:cubicBezTo>
                    <a:pt x="324601" y="4558"/>
                    <a:pt x="296984" y="-10468"/>
                    <a:pt x="232517" y="6488"/>
                  </a:cubicBezTo>
                  <a:cubicBezTo>
                    <a:pt x="223032" y="9007"/>
                    <a:pt x="213463" y="11525"/>
                    <a:pt x="203725" y="12616"/>
                  </a:cubicBezTo>
                  <a:cubicBezTo>
                    <a:pt x="147149" y="18828"/>
                    <a:pt x="111474" y="50474"/>
                    <a:pt x="99638" y="106378"/>
                  </a:cubicBezTo>
                  <a:cubicBezTo>
                    <a:pt x="90153" y="151371"/>
                    <a:pt x="63376" y="196532"/>
                    <a:pt x="0" y="192166"/>
                  </a:cubicBezTo>
                  <a:cubicBezTo>
                    <a:pt x="22328" y="248239"/>
                    <a:pt x="42474" y="305319"/>
                    <a:pt x="78401" y="354929"/>
                  </a:cubicBezTo>
                  <a:cubicBezTo>
                    <a:pt x="90824" y="351151"/>
                    <a:pt x="103416" y="347794"/>
                    <a:pt x="115755" y="343597"/>
                  </a:cubicBezTo>
                  <a:cubicBezTo>
                    <a:pt x="181397" y="321268"/>
                    <a:pt x="243094" y="288027"/>
                    <a:pt x="314192" y="280641"/>
                  </a:cubicBezTo>
                  <a:cubicBezTo>
                    <a:pt x="339710" y="277954"/>
                    <a:pt x="367831" y="263936"/>
                    <a:pt x="387221" y="246644"/>
                  </a:cubicBezTo>
                  <a:cubicBezTo>
                    <a:pt x="433473" y="205345"/>
                    <a:pt x="475527" y="159681"/>
                    <a:pt x="503060" y="102265"/>
                  </a:cubicBezTo>
                  <a:cubicBezTo>
                    <a:pt x="528410" y="49466"/>
                    <a:pt x="528074" y="43590"/>
                    <a:pt x="480228" y="13288"/>
                  </a:cubicBezTo>
                  <a:close/>
                </a:path>
              </a:pathLst>
            </a:custGeom>
            <a:solidFill>
              <a:srgbClr val="F7BDA7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2">
              <a:extLst>
                <a:ext uri="{FF2B5EF4-FFF2-40B4-BE49-F238E27FC236}">
                  <a16:creationId xmlns:a16="http://schemas.microsoft.com/office/drawing/2014/main" id="{28F24775-145A-E91C-E569-48A2C543CB12}"/>
                </a:ext>
              </a:extLst>
            </p:cNvPr>
            <p:cNvSpPr/>
            <p:nvPr/>
          </p:nvSpPr>
          <p:spPr>
            <a:xfrm>
              <a:off x="371197" y="1077721"/>
              <a:ext cx="1125493" cy="2147217"/>
            </a:xfrm>
            <a:custGeom>
              <a:avLst/>
              <a:gdLst>
                <a:gd name="connsiteX0" fmla="*/ 909764 w 1125493"/>
                <a:gd name="connsiteY0" fmla="*/ 1168966 h 2147217"/>
                <a:gd name="connsiteX1" fmla="*/ 876188 w 1125493"/>
                <a:gd name="connsiteY1" fmla="*/ 1148904 h 2147217"/>
                <a:gd name="connsiteX2" fmla="*/ 856294 w 1125493"/>
                <a:gd name="connsiteY2" fmla="*/ 1025846 h 2147217"/>
                <a:gd name="connsiteX3" fmla="*/ 789644 w 1125493"/>
                <a:gd name="connsiteY3" fmla="*/ 588512 h 2147217"/>
                <a:gd name="connsiteX4" fmla="*/ 639054 w 1125493"/>
                <a:gd name="connsiteY4" fmla="*/ 264583 h 2147217"/>
                <a:gd name="connsiteX5" fmla="*/ 400409 w 1125493"/>
                <a:gd name="connsiteY5" fmla="*/ 68496 h 2147217"/>
                <a:gd name="connsiteX6" fmla="*/ 298168 w 1125493"/>
                <a:gd name="connsiteY6" fmla="*/ 0 h 2147217"/>
                <a:gd name="connsiteX7" fmla="*/ 201804 w 1125493"/>
                <a:gd name="connsiteY7" fmla="*/ 111894 h 2147217"/>
                <a:gd name="connsiteX8" fmla="*/ 16713 w 1125493"/>
                <a:gd name="connsiteY8" fmla="*/ 942744 h 2147217"/>
                <a:gd name="connsiteX9" fmla="*/ 159246 w 1125493"/>
                <a:gd name="connsiteY9" fmla="*/ 1798525 h 2147217"/>
                <a:gd name="connsiteX10" fmla="*/ 225140 w 1125493"/>
                <a:gd name="connsiteY10" fmla="*/ 2072845 h 2147217"/>
                <a:gd name="connsiteX11" fmla="*/ 297245 w 1125493"/>
                <a:gd name="connsiteY11" fmla="*/ 2147217 h 2147217"/>
                <a:gd name="connsiteX12" fmla="*/ 449766 w 1125493"/>
                <a:gd name="connsiteY12" fmla="*/ 2055301 h 2147217"/>
                <a:gd name="connsiteX13" fmla="*/ 795520 w 1125493"/>
                <a:gd name="connsiteY13" fmla="*/ 1964813 h 2147217"/>
                <a:gd name="connsiteX14" fmla="*/ 957863 w 1125493"/>
                <a:gd name="connsiteY14" fmla="*/ 1923766 h 2147217"/>
                <a:gd name="connsiteX15" fmla="*/ 973224 w 1125493"/>
                <a:gd name="connsiteY15" fmla="*/ 1921499 h 2147217"/>
                <a:gd name="connsiteX16" fmla="*/ 1012592 w 1125493"/>
                <a:gd name="connsiteY16" fmla="*/ 1829080 h 2147217"/>
                <a:gd name="connsiteX17" fmla="*/ 981618 w 1125493"/>
                <a:gd name="connsiteY17" fmla="*/ 1555683 h 2147217"/>
                <a:gd name="connsiteX18" fmla="*/ 955177 w 1125493"/>
                <a:gd name="connsiteY18" fmla="*/ 1489118 h 2147217"/>
                <a:gd name="connsiteX19" fmla="*/ 1021742 w 1125493"/>
                <a:gd name="connsiteY19" fmla="*/ 1451093 h 2147217"/>
                <a:gd name="connsiteX20" fmla="*/ 1125493 w 1125493"/>
                <a:gd name="connsiteY20" fmla="*/ 1337856 h 2147217"/>
                <a:gd name="connsiteX21" fmla="*/ 1047092 w 1125493"/>
                <a:gd name="connsiteY21" fmla="*/ 1175094 h 2147217"/>
                <a:gd name="connsiteX22" fmla="*/ 909764 w 1125493"/>
                <a:gd name="connsiteY22" fmla="*/ 1168966 h 214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25493" h="2147217">
                  <a:moveTo>
                    <a:pt x="909764" y="1168966"/>
                  </a:moveTo>
                  <a:cubicBezTo>
                    <a:pt x="885673" y="1177612"/>
                    <a:pt x="879210" y="1172072"/>
                    <a:pt x="876188" y="1148904"/>
                  </a:cubicBezTo>
                  <a:cubicBezTo>
                    <a:pt x="870732" y="1107773"/>
                    <a:pt x="862338" y="1066977"/>
                    <a:pt x="856294" y="1025846"/>
                  </a:cubicBezTo>
                  <a:cubicBezTo>
                    <a:pt x="835057" y="879872"/>
                    <a:pt x="829013" y="731296"/>
                    <a:pt x="789644" y="588512"/>
                  </a:cubicBezTo>
                  <a:cubicBezTo>
                    <a:pt x="757663" y="472673"/>
                    <a:pt x="720645" y="357925"/>
                    <a:pt x="639054" y="264583"/>
                  </a:cubicBezTo>
                  <a:cubicBezTo>
                    <a:pt x="611101" y="226138"/>
                    <a:pt x="468317" y="113992"/>
                    <a:pt x="400409" y="68496"/>
                  </a:cubicBezTo>
                  <a:cubicBezTo>
                    <a:pt x="366329" y="45664"/>
                    <a:pt x="338628" y="13179"/>
                    <a:pt x="298168" y="0"/>
                  </a:cubicBezTo>
                  <a:cubicBezTo>
                    <a:pt x="261990" y="33744"/>
                    <a:pt x="230260" y="71518"/>
                    <a:pt x="201804" y="111894"/>
                  </a:cubicBezTo>
                  <a:cubicBezTo>
                    <a:pt x="24520" y="362962"/>
                    <a:pt x="-31973" y="641647"/>
                    <a:pt x="16713" y="942744"/>
                  </a:cubicBezTo>
                  <a:cubicBezTo>
                    <a:pt x="62797" y="1228228"/>
                    <a:pt x="110560" y="1513461"/>
                    <a:pt x="159246" y="1798525"/>
                  </a:cubicBezTo>
                  <a:cubicBezTo>
                    <a:pt x="175027" y="1891280"/>
                    <a:pt x="190808" y="1984371"/>
                    <a:pt x="225140" y="2072845"/>
                  </a:cubicBezTo>
                  <a:cubicBezTo>
                    <a:pt x="238822" y="2108101"/>
                    <a:pt x="259723" y="2135466"/>
                    <a:pt x="297245" y="2147217"/>
                  </a:cubicBezTo>
                  <a:cubicBezTo>
                    <a:pt x="379088" y="2130513"/>
                    <a:pt x="440449" y="2060926"/>
                    <a:pt x="449766" y="2055301"/>
                  </a:cubicBezTo>
                  <a:cubicBezTo>
                    <a:pt x="555952" y="1990667"/>
                    <a:pt x="676324" y="1979587"/>
                    <a:pt x="795520" y="1964813"/>
                  </a:cubicBezTo>
                  <a:cubicBezTo>
                    <a:pt x="851509" y="1957846"/>
                    <a:pt x="908757" y="1957174"/>
                    <a:pt x="957863" y="1923766"/>
                  </a:cubicBezTo>
                  <a:cubicBezTo>
                    <a:pt x="962731" y="1920408"/>
                    <a:pt x="967684" y="1919569"/>
                    <a:pt x="973224" y="1921499"/>
                  </a:cubicBezTo>
                  <a:cubicBezTo>
                    <a:pt x="986655" y="1890861"/>
                    <a:pt x="1007136" y="1863328"/>
                    <a:pt x="1012592" y="1829080"/>
                  </a:cubicBezTo>
                  <a:cubicBezTo>
                    <a:pt x="1027618" y="1734982"/>
                    <a:pt x="1019392" y="1643906"/>
                    <a:pt x="981618" y="1555683"/>
                  </a:cubicBezTo>
                  <a:cubicBezTo>
                    <a:pt x="971965" y="1533271"/>
                    <a:pt x="946531" y="1510523"/>
                    <a:pt x="955177" y="1489118"/>
                  </a:cubicBezTo>
                  <a:cubicBezTo>
                    <a:pt x="964578" y="1466118"/>
                    <a:pt x="998406" y="1462592"/>
                    <a:pt x="1021742" y="1451093"/>
                  </a:cubicBezTo>
                  <a:cubicBezTo>
                    <a:pt x="1071267" y="1426582"/>
                    <a:pt x="1114833" y="1397538"/>
                    <a:pt x="1125493" y="1337856"/>
                  </a:cubicBezTo>
                  <a:cubicBezTo>
                    <a:pt x="1089650" y="1288330"/>
                    <a:pt x="1069421" y="1231166"/>
                    <a:pt x="1047092" y="1175094"/>
                  </a:cubicBezTo>
                  <a:cubicBezTo>
                    <a:pt x="1002771" y="1140845"/>
                    <a:pt x="955428" y="1152597"/>
                    <a:pt x="909764" y="1168966"/>
                  </a:cubicBezTo>
                  <a:close/>
                </a:path>
              </a:pathLst>
            </a:custGeom>
            <a:solidFill>
              <a:schemeClr val="accent2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Graphic 2">
              <a:extLst>
                <a:ext uri="{FF2B5EF4-FFF2-40B4-BE49-F238E27FC236}">
                  <a16:creationId xmlns:a16="http://schemas.microsoft.com/office/drawing/2014/main" id="{E04B89F5-C42B-E37A-784E-625EC40B74D8}"/>
                </a:ext>
              </a:extLst>
            </p:cNvPr>
            <p:cNvSpPr/>
            <p:nvPr/>
          </p:nvSpPr>
          <p:spPr>
            <a:xfrm>
              <a:off x="1830380" y="2068107"/>
              <a:ext cx="37287" cy="34067"/>
            </a:xfrm>
            <a:custGeom>
              <a:avLst/>
              <a:gdLst>
                <a:gd name="connsiteX0" fmla="*/ 36996 w 37287"/>
                <a:gd name="connsiteY0" fmla="*/ 8683 h 34067"/>
                <a:gd name="connsiteX1" fmla="*/ 31791 w 37287"/>
                <a:gd name="connsiteY1" fmla="*/ 15650 h 34067"/>
                <a:gd name="connsiteX2" fmla="*/ 17185 w 37287"/>
                <a:gd name="connsiteY2" fmla="*/ 30004 h 34067"/>
                <a:gd name="connsiteX3" fmla="*/ 2664 w 37287"/>
                <a:gd name="connsiteY3" fmla="*/ 31683 h 34067"/>
                <a:gd name="connsiteX4" fmla="*/ 3167 w 37287"/>
                <a:gd name="connsiteY4" fmla="*/ 20603 h 34067"/>
                <a:gd name="connsiteX5" fmla="*/ 22558 w 37287"/>
                <a:gd name="connsiteY5" fmla="*/ 1884 h 34067"/>
                <a:gd name="connsiteX6" fmla="*/ 36996 w 37287"/>
                <a:gd name="connsiteY6" fmla="*/ 8683 h 34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87" h="34067">
                  <a:moveTo>
                    <a:pt x="36996" y="8683"/>
                  </a:moveTo>
                  <a:cubicBezTo>
                    <a:pt x="35485" y="11285"/>
                    <a:pt x="33974" y="13468"/>
                    <a:pt x="31791" y="15650"/>
                  </a:cubicBezTo>
                  <a:cubicBezTo>
                    <a:pt x="14835" y="32354"/>
                    <a:pt x="34477" y="13719"/>
                    <a:pt x="17185" y="30004"/>
                  </a:cubicBezTo>
                  <a:cubicBezTo>
                    <a:pt x="13240" y="33781"/>
                    <a:pt x="8036" y="36048"/>
                    <a:pt x="2664" y="31683"/>
                  </a:cubicBezTo>
                  <a:cubicBezTo>
                    <a:pt x="-2121" y="27822"/>
                    <a:pt x="481" y="23205"/>
                    <a:pt x="3167" y="20603"/>
                  </a:cubicBezTo>
                  <a:cubicBezTo>
                    <a:pt x="21550" y="2303"/>
                    <a:pt x="3419" y="19343"/>
                    <a:pt x="22558" y="1884"/>
                  </a:cubicBezTo>
                  <a:cubicBezTo>
                    <a:pt x="28602" y="-3824"/>
                    <a:pt x="39178" y="4906"/>
                    <a:pt x="36996" y="8683"/>
                  </a:cubicBezTo>
                  <a:close/>
                </a:path>
              </a:pathLst>
            </a:custGeom>
            <a:solidFill>
              <a:srgbClr val="E3E3DF"/>
            </a:solidFill>
            <a:ln w="83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182791F4-3850-0313-0B73-F23019B19F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5034263"/>
              </p:ext>
            </p:extLst>
          </p:nvPr>
        </p:nvGraphicFramePr>
        <p:xfrm>
          <a:off x="3624106" y="1407134"/>
          <a:ext cx="5504920" cy="33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DD374D-DDDB-3712-1D98-1211828622C7}"/>
              </a:ext>
            </a:extLst>
          </p:cNvPr>
          <p:cNvCxnSpPr/>
          <p:nvPr/>
        </p:nvCxnSpPr>
        <p:spPr>
          <a:xfrm flipV="1">
            <a:off x="4949219" y="2723467"/>
            <a:ext cx="3859115" cy="139712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78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AF0E0-2EB4-19CF-2911-6C2869DFC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9D5E6F-E2AC-B900-FEBB-41E138A39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/>
              <a:t>Growth Transactions per 1000 Adults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1EE59A-1C88-117B-2AB9-3C019CAD136D}"/>
              </a:ext>
            </a:extLst>
          </p:cNvPr>
          <p:cNvSpPr/>
          <p:nvPr/>
        </p:nvSpPr>
        <p:spPr>
          <a:xfrm>
            <a:off x="-924560" y="1371600"/>
            <a:ext cx="589280" cy="589280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DF7095-B1CF-2706-73A2-DB070A954C23}"/>
              </a:ext>
            </a:extLst>
          </p:cNvPr>
          <p:cNvSpPr/>
          <p:nvPr/>
        </p:nvSpPr>
        <p:spPr>
          <a:xfrm>
            <a:off x="-924560" y="2134187"/>
            <a:ext cx="589280" cy="589280"/>
          </a:xfrm>
          <a:prstGeom prst="roundRect">
            <a:avLst/>
          </a:prstGeom>
          <a:solidFill>
            <a:srgbClr val="2BA28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6937D2E-A066-F2DC-56B8-E2F7622D7AEE}"/>
              </a:ext>
            </a:extLst>
          </p:cNvPr>
          <p:cNvSpPr/>
          <p:nvPr/>
        </p:nvSpPr>
        <p:spPr>
          <a:xfrm>
            <a:off x="-924560" y="2896774"/>
            <a:ext cx="589280" cy="589280"/>
          </a:xfrm>
          <a:prstGeom prst="roundRect">
            <a:avLst/>
          </a:prstGeom>
          <a:solidFill>
            <a:srgbClr val="23AFE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B711552-C58F-17C9-0179-8B8E7AF576D1}"/>
              </a:ext>
            </a:extLst>
          </p:cNvPr>
          <p:cNvSpPr/>
          <p:nvPr/>
        </p:nvSpPr>
        <p:spPr>
          <a:xfrm>
            <a:off x="-924560" y="3659361"/>
            <a:ext cx="589280" cy="589280"/>
          </a:xfrm>
          <a:prstGeom prst="roundRect">
            <a:avLst/>
          </a:prstGeom>
          <a:solidFill>
            <a:srgbClr val="FCE1A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ADE024-D58D-C8C3-3136-FBA7DCFE6657}"/>
              </a:ext>
            </a:extLst>
          </p:cNvPr>
          <p:cNvSpPr/>
          <p:nvPr/>
        </p:nvSpPr>
        <p:spPr>
          <a:xfrm>
            <a:off x="-924560" y="4421948"/>
            <a:ext cx="589280" cy="589280"/>
          </a:xfrm>
          <a:prstGeom prst="round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7" name="그룹 102">
            <a:extLst>
              <a:ext uri="{FF2B5EF4-FFF2-40B4-BE49-F238E27FC236}">
                <a16:creationId xmlns:a16="http://schemas.microsoft.com/office/drawing/2014/main" id="{89305B39-B403-D5AA-7A33-296F382C5AAC}"/>
              </a:ext>
            </a:extLst>
          </p:cNvPr>
          <p:cNvGrpSpPr/>
          <p:nvPr/>
        </p:nvGrpSpPr>
        <p:grpSpPr>
          <a:xfrm>
            <a:off x="3608370" y="5112723"/>
            <a:ext cx="5997854" cy="1169551"/>
            <a:chOff x="4831052" y="4254689"/>
            <a:chExt cx="3927296" cy="116955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723A14-F3BC-CEF3-5ED7-245C4DB87DCF}"/>
                </a:ext>
              </a:extLst>
            </p:cNvPr>
            <p:cNvSpPr txBox="1"/>
            <p:nvPr/>
          </p:nvSpPr>
          <p:spPr>
            <a:xfrm>
              <a:off x="4831052" y="4254689"/>
              <a:ext cx="877966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dirty="0">
                  <a:solidFill>
                    <a:schemeClr val="accent4">
                      <a:lumMod val="75000"/>
                    </a:schemeClr>
                  </a:solidFill>
                  <a:cs typeface="Arial" pitchFamily="34" charset="0"/>
                </a:rPr>
                <a:t>Key points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5B38D0-D416-0828-20AA-AFBB59BA96BE}"/>
                </a:ext>
              </a:extLst>
            </p:cNvPr>
            <p:cNvSpPr txBox="1"/>
            <p:nvPr/>
          </p:nvSpPr>
          <p:spPr>
            <a:xfrm>
              <a:off x="5831907" y="4254689"/>
              <a:ext cx="292644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 growth of mobile money transactions since 2013 reached almost 45 times.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It shows high potential to be invested.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" name="Group 246">
            <a:extLst>
              <a:ext uri="{FF2B5EF4-FFF2-40B4-BE49-F238E27FC236}">
                <a16:creationId xmlns:a16="http://schemas.microsoft.com/office/drawing/2014/main" id="{4F35EB86-F084-76CF-586E-7C78DBCA4903}"/>
              </a:ext>
            </a:extLst>
          </p:cNvPr>
          <p:cNvGrpSpPr/>
          <p:nvPr/>
        </p:nvGrpSpPr>
        <p:grpSpPr>
          <a:xfrm>
            <a:off x="804071" y="2387003"/>
            <a:ext cx="1422874" cy="2819071"/>
            <a:chOff x="8649228" y="336362"/>
            <a:chExt cx="3202165" cy="6344296"/>
          </a:xfrm>
        </p:grpSpPr>
        <p:sp>
          <p:nvSpPr>
            <p:cNvPr id="4" name="Freeform: Shape 247">
              <a:extLst>
                <a:ext uri="{FF2B5EF4-FFF2-40B4-BE49-F238E27FC236}">
                  <a16:creationId xmlns:a16="http://schemas.microsoft.com/office/drawing/2014/main" id="{1832FD9C-4F9D-7074-DE5C-895C33E61565}"/>
                </a:ext>
              </a:extLst>
            </p:cNvPr>
            <p:cNvSpPr/>
            <p:nvPr/>
          </p:nvSpPr>
          <p:spPr>
            <a:xfrm>
              <a:off x="8688116" y="336362"/>
              <a:ext cx="3163277" cy="6344296"/>
            </a:xfrm>
            <a:custGeom>
              <a:avLst/>
              <a:gdLst>
                <a:gd name="connsiteX0" fmla="*/ 2735492 w 3163276"/>
                <a:gd name="connsiteY0" fmla="*/ 6344296 h 6344296"/>
                <a:gd name="connsiteX1" fmla="*/ 427705 w 3163276"/>
                <a:gd name="connsiteY1" fmla="*/ 6344296 h 6344296"/>
                <a:gd name="connsiteX2" fmla="*/ 0 w 3163276"/>
                <a:gd name="connsiteY2" fmla="*/ 5916591 h 6344296"/>
                <a:gd name="connsiteX3" fmla="*/ 0 w 3163276"/>
                <a:gd name="connsiteY3" fmla="*/ 427705 h 6344296"/>
                <a:gd name="connsiteX4" fmla="*/ 427705 w 3163276"/>
                <a:gd name="connsiteY4" fmla="*/ 0 h 6344296"/>
                <a:gd name="connsiteX5" fmla="*/ 2735571 w 3163276"/>
                <a:gd name="connsiteY5" fmla="*/ 0 h 6344296"/>
                <a:gd name="connsiteX6" fmla="*/ 3163277 w 3163276"/>
                <a:gd name="connsiteY6" fmla="*/ 427705 h 6344296"/>
                <a:gd name="connsiteX7" fmla="*/ 3163277 w 3163276"/>
                <a:gd name="connsiteY7" fmla="*/ 5916591 h 6344296"/>
                <a:gd name="connsiteX8" fmla="*/ 2735492 w 3163276"/>
                <a:gd name="connsiteY8" fmla="*/ 6344296 h 63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63276" h="6344296">
                  <a:moveTo>
                    <a:pt x="2735492" y="6344296"/>
                  </a:moveTo>
                  <a:lnTo>
                    <a:pt x="427705" y="6344296"/>
                  </a:lnTo>
                  <a:cubicBezTo>
                    <a:pt x="191517" y="6344296"/>
                    <a:pt x="0" y="6152779"/>
                    <a:pt x="0" y="5916591"/>
                  </a:cubicBezTo>
                  <a:lnTo>
                    <a:pt x="0" y="427705"/>
                  </a:lnTo>
                  <a:cubicBezTo>
                    <a:pt x="0" y="191517"/>
                    <a:pt x="191517" y="0"/>
                    <a:pt x="427705" y="0"/>
                  </a:cubicBezTo>
                  <a:lnTo>
                    <a:pt x="2735571" y="0"/>
                  </a:lnTo>
                  <a:cubicBezTo>
                    <a:pt x="2971760" y="0"/>
                    <a:pt x="3163277" y="191517"/>
                    <a:pt x="3163277" y="427705"/>
                  </a:cubicBezTo>
                  <a:lnTo>
                    <a:pt x="3163277" y="5916591"/>
                  </a:lnTo>
                  <a:cubicBezTo>
                    <a:pt x="3163197" y="6152779"/>
                    <a:pt x="2971680" y="6344296"/>
                    <a:pt x="2735492" y="6344296"/>
                  </a:cubicBezTo>
                  <a:close/>
                </a:path>
              </a:pathLst>
            </a:custGeom>
            <a:solidFill>
              <a:srgbClr val="537EC0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248">
              <a:extLst>
                <a:ext uri="{FF2B5EF4-FFF2-40B4-BE49-F238E27FC236}">
                  <a16:creationId xmlns:a16="http://schemas.microsoft.com/office/drawing/2014/main" id="{F011B2C7-3449-5C7D-018C-2F0B1A64974A}"/>
                </a:ext>
              </a:extLst>
            </p:cNvPr>
            <p:cNvSpPr/>
            <p:nvPr/>
          </p:nvSpPr>
          <p:spPr>
            <a:xfrm>
              <a:off x="8857417" y="502456"/>
              <a:ext cx="2824675" cy="6012111"/>
            </a:xfrm>
            <a:custGeom>
              <a:avLst/>
              <a:gdLst>
                <a:gd name="connsiteX0" fmla="*/ 2505165 w 2824676"/>
                <a:gd name="connsiteY0" fmla="*/ 6012112 h 6012111"/>
                <a:gd name="connsiteX1" fmla="*/ 319512 w 2824676"/>
                <a:gd name="connsiteY1" fmla="*/ 6012112 h 6012111"/>
                <a:gd name="connsiteX2" fmla="*/ 0 w 2824676"/>
                <a:gd name="connsiteY2" fmla="*/ 5692600 h 6012111"/>
                <a:gd name="connsiteX3" fmla="*/ 0 w 2824676"/>
                <a:gd name="connsiteY3" fmla="*/ 319512 h 6012111"/>
                <a:gd name="connsiteX4" fmla="*/ 319512 w 2824676"/>
                <a:gd name="connsiteY4" fmla="*/ 0 h 6012111"/>
                <a:gd name="connsiteX5" fmla="*/ 2505165 w 2824676"/>
                <a:gd name="connsiteY5" fmla="*/ 0 h 6012111"/>
                <a:gd name="connsiteX6" fmla="*/ 2824677 w 2824676"/>
                <a:gd name="connsiteY6" fmla="*/ 319512 h 6012111"/>
                <a:gd name="connsiteX7" fmla="*/ 2824677 w 2824676"/>
                <a:gd name="connsiteY7" fmla="*/ 5692600 h 6012111"/>
                <a:gd name="connsiteX8" fmla="*/ 2505165 w 2824676"/>
                <a:gd name="connsiteY8" fmla="*/ 6012112 h 601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4676" h="6012111">
                  <a:moveTo>
                    <a:pt x="2505165" y="6012112"/>
                  </a:moveTo>
                  <a:lnTo>
                    <a:pt x="319512" y="6012112"/>
                  </a:lnTo>
                  <a:cubicBezTo>
                    <a:pt x="143044" y="6012112"/>
                    <a:pt x="0" y="5869068"/>
                    <a:pt x="0" y="5692600"/>
                  </a:cubicBezTo>
                  <a:lnTo>
                    <a:pt x="0" y="319512"/>
                  </a:lnTo>
                  <a:cubicBezTo>
                    <a:pt x="0" y="143044"/>
                    <a:pt x="143044" y="0"/>
                    <a:pt x="319512" y="0"/>
                  </a:cubicBezTo>
                  <a:lnTo>
                    <a:pt x="2505165" y="0"/>
                  </a:lnTo>
                  <a:cubicBezTo>
                    <a:pt x="2681633" y="0"/>
                    <a:pt x="2824677" y="143044"/>
                    <a:pt x="2824677" y="319512"/>
                  </a:cubicBezTo>
                  <a:lnTo>
                    <a:pt x="2824677" y="5692600"/>
                  </a:lnTo>
                  <a:cubicBezTo>
                    <a:pt x="2824677" y="5869068"/>
                    <a:pt x="2681633" y="6012112"/>
                    <a:pt x="2505165" y="6012112"/>
                  </a:cubicBezTo>
                  <a:close/>
                </a:path>
              </a:pathLst>
            </a:custGeom>
            <a:solidFill>
              <a:srgbClr val="C7D2E7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249">
              <a:extLst>
                <a:ext uri="{FF2B5EF4-FFF2-40B4-BE49-F238E27FC236}">
                  <a16:creationId xmlns:a16="http://schemas.microsoft.com/office/drawing/2014/main" id="{BF186AC3-A718-731E-D59B-A5AD4C15B883}"/>
                </a:ext>
              </a:extLst>
            </p:cNvPr>
            <p:cNvSpPr/>
            <p:nvPr/>
          </p:nvSpPr>
          <p:spPr>
            <a:xfrm>
              <a:off x="9482659" y="443288"/>
              <a:ext cx="1574192" cy="285136"/>
            </a:xfrm>
            <a:custGeom>
              <a:avLst/>
              <a:gdLst>
                <a:gd name="connsiteX0" fmla="*/ 1462039 w 1574192"/>
                <a:gd name="connsiteY0" fmla="*/ 285137 h 285136"/>
                <a:gd name="connsiteX1" fmla="*/ 112154 w 1574192"/>
                <a:gd name="connsiteY1" fmla="*/ 285137 h 285136"/>
                <a:gd name="connsiteX2" fmla="*/ 0 w 1574192"/>
                <a:gd name="connsiteY2" fmla="*/ 172983 h 285136"/>
                <a:gd name="connsiteX3" fmla="*/ 0 w 1574192"/>
                <a:gd name="connsiteY3" fmla="*/ 4435 h 285136"/>
                <a:gd name="connsiteX4" fmla="*/ 4435 w 1574192"/>
                <a:gd name="connsiteY4" fmla="*/ 0 h 285136"/>
                <a:gd name="connsiteX5" fmla="*/ 1569758 w 1574192"/>
                <a:gd name="connsiteY5" fmla="*/ 0 h 285136"/>
                <a:gd name="connsiteX6" fmla="*/ 1574193 w 1574192"/>
                <a:gd name="connsiteY6" fmla="*/ 4435 h 285136"/>
                <a:gd name="connsiteX7" fmla="*/ 1574193 w 1574192"/>
                <a:gd name="connsiteY7" fmla="*/ 172983 h 285136"/>
                <a:gd name="connsiteX8" fmla="*/ 1462039 w 1574192"/>
                <a:gd name="connsiteY8" fmla="*/ 285137 h 28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4192" h="285136">
                  <a:moveTo>
                    <a:pt x="1462039" y="285137"/>
                  </a:moveTo>
                  <a:lnTo>
                    <a:pt x="112154" y="285137"/>
                  </a:lnTo>
                  <a:cubicBezTo>
                    <a:pt x="50216" y="285137"/>
                    <a:pt x="0" y="234921"/>
                    <a:pt x="0" y="172983"/>
                  </a:cubicBezTo>
                  <a:lnTo>
                    <a:pt x="0" y="4435"/>
                  </a:lnTo>
                  <a:cubicBezTo>
                    <a:pt x="0" y="1980"/>
                    <a:pt x="1980" y="0"/>
                    <a:pt x="4435" y="0"/>
                  </a:cubicBezTo>
                  <a:lnTo>
                    <a:pt x="1569758" y="0"/>
                  </a:lnTo>
                  <a:cubicBezTo>
                    <a:pt x="1572213" y="0"/>
                    <a:pt x="1574193" y="1980"/>
                    <a:pt x="1574193" y="4435"/>
                  </a:cubicBezTo>
                  <a:lnTo>
                    <a:pt x="1574193" y="172983"/>
                  </a:lnTo>
                  <a:cubicBezTo>
                    <a:pt x="1574193" y="234921"/>
                    <a:pt x="1523977" y="285137"/>
                    <a:pt x="1462039" y="285137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250">
              <a:extLst>
                <a:ext uri="{FF2B5EF4-FFF2-40B4-BE49-F238E27FC236}">
                  <a16:creationId xmlns:a16="http://schemas.microsoft.com/office/drawing/2014/main" id="{DA5878B0-D617-82F0-0613-105E9FAED29A}"/>
                </a:ext>
              </a:extLst>
            </p:cNvPr>
            <p:cNvSpPr/>
            <p:nvPr/>
          </p:nvSpPr>
          <p:spPr>
            <a:xfrm>
              <a:off x="8649228" y="1134306"/>
              <a:ext cx="38889" cy="235000"/>
            </a:xfrm>
            <a:custGeom>
              <a:avLst/>
              <a:gdLst>
                <a:gd name="connsiteX0" fmla="*/ 0 w 38889"/>
                <a:gd name="connsiteY0" fmla="*/ 211793 h 235000"/>
                <a:gd name="connsiteX1" fmla="*/ 0 w 38889"/>
                <a:gd name="connsiteY1" fmla="*/ 23207 h 235000"/>
                <a:gd name="connsiteX2" fmla="*/ 23207 w 38889"/>
                <a:gd name="connsiteY2" fmla="*/ 0 h 235000"/>
                <a:gd name="connsiteX3" fmla="*/ 31048 w 38889"/>
                <a:gd name="connsiteY3" fmla="*/ 0 h 235000"/>
                <a:gd name="connsiteX4" fmla="*/ 38889 w 38889"/>
                <a:gd name="connsiteY4" fmla="*/ 7841 h 235000"/>
                <a:gd name="connsiteX5" fmla="*/ 38889 w 38889"/>
                <a:gd name="connsiteY5" fmla="*/ 227159 h 235000"/>
                <a:gd name="connsiteX6" fmla="*/ 31048 w 38889"/>
                <a:gd name="connsiteY6" fmla="*/ 235000 h 235000"/>
                <a:gd name="connsiteX7" fmla="*/ 23207 w 38889"/>
                <a:gd name="connsiteY7" fmla="*/ 235000 h 235000"/>
                <a:gd name="connsiteX8" fmla="*/ 0 w 38889"/>
                <a:gd name="connsiteY8" fmla="*/ 211793 h 2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89" h="235000">
                  <a:moveTo>
                    <a:pt x="0" y="211793"/>
                  </a:moveTo>
                  <a:lnTo>
                    <a:pt x="0" y="23207"/>
                  </a:lnTo>
                  <a:cubicBezTo>
                    <a:pt x="0" y="10376"/>
                    <a:pt x="10376" y="0"/>
                    <a:pt x="23207" y="0"/>
                  </a:cubicBezTo>
                  <a:lnTo>
                    <a:pt x="31048" y="0"/>
                  </a:lnTo>
                  <a:cubicBezTo>
                    <a:pt x="35404" y="0"/>
                    <a:pt x="38889" y="3485"/>
                    <a:pt x="38889" y="7841"/>
                  </a:cubicBezTo>
                  <a:lnTo>
                    <a:pt x="38889" y="227159"/>
                  </a:lnTo>
                  <a:cubicBezTo>
                    <a:pt x="38889" y="231515"/>
                    <a:pt x="35404" y="235000"/>
                    <a:pt x="31048" y="235000"/>
                  </a:cubicBezTo>
                  <a:lnTo>
                    <a:pt x="23207" y="235000"/>
                  </a:lnTo>
                  <a:cubicBezTo>
                    <a:pt x="10376" y="235000"/>
                    <a:pt x="0" y="224545"/>
                    <a:pt x="0" y="211793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251">
              <a:extLst>
                <a:ext uri="{FF2B5EF4-FFF2-40B4-BE49-F238E27FC236}">
                  <a16:creationId xmlns:a16="http://schemas.microsoft.com/office/drawing/2014/main" id="{5895694C-23C6-79FD-0262-D0DF884734DE}"/>
                </a:ext>
              </a:extLst>
            </p:cNvPr>
            <p:cNvSpPr/>
            <p:nvPr/>
          </p:nvSpPr>
          <p:spPr>
            <a:xfrm>
              <a:off x="8649228" y="2184561"/>
              <a:ext cx="38810" cy="460416"/>
            </a:xfrm>
            <a:custGeom>
              <a:avLst/>
              <a:gdLst>
                <a:gd name="connsiteX0" fmla="*/ 0 w 38810"/>
                <a:gd name="connsiteY0" fmla="*/ 434755 h 460416"/>
                <a:gd name="connsiteX1" fmla="*/ 0 w 38810"/>
                <a:gd name="connsiteY1" fmla="*/ 25583 h 460416"/>
                <a:gd name="connsiteX2" fmla="*/ 25583 w 38810"/>
                <a:gd name="connsiteY2" fmla="*/ 0 h 460416"/>
                <a:gd name="connsiteX3" fmla="*/ 28514 w 38810"/>
                <a:gd name="connsiteY3" fmla="*/ 0 h 460416"/>
                <a:gd name="connsiteX4" fmla="*/ 38810 w 38810"/>
                <a:gd name="connsiteY4" fmla="*/ 10297 h 460416"/>
                <a:gd name="connsiteX5" fmla="*/ 38810 w 38810"/>
                <a:gd name="connsiteY5" fmla="*/ 450120 h 460416"/>
                <a:gd name="connsiteX6" fmla="*/ 28514 w 38810"/>
                <a:gd name="connsiteY6" fmla="*/ 460417 h 460416"/>
                <a:gd name="connsiteX7" fmla="*/ 25583 w 38810"/>
                <a:gd name="connsiteY7" fmla="*/ 460417 h 460416"/>
                <a:gd name="connsiteX8" fmla="*/ 0 w 38810"/>
                <a:gd name="connsiteY8" fmla="*/ 434755 h 4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810" h="460416">
                  <a:moveTo>
                    <a:pt x="0" y="434755"/>
                  </a:moveTo>
                  <a:lnTo>
                    <a:pt x="0" y="25583"/>
                  </a:lnTo>
                  <a:cubicBezTo>
                    <a:pt x="0" y="11405"/>
                    <a:pt x="11485" y="0"/>
                    <a:pt x="25583" y="0"/>
                  </a:cubicBezTo>
                  <a:lnTo>
                    <a:pt x="28514" y="0"/>
                  </a:lnTo>
                  <a:cubicBezTo>
                    <a:pt x="34216" y="0"/>
                    <a:pt x="38810" y="4594"/>
                    <a:pt x="38810" y="10297"/>
                  </a:cubicBezTo>
                  <a:lnTo>
                    <a:pt x="38810" y="450120"/>
                  </a:lnTo>
                  <a:cubicBezTo>
                    <a:pt x="38810" y="455823"/>
                    <a:pt x="34216" y="460417"/>
                    <a:pt x="28514" y="460417"/>
                  </a:cubicBezTo>
                  <a:lnTo>
                    <a:pt x="25583" y="460417"/>
                  </a:lnTo>
                  <a:cubicBezTo>
                    <a:pt x="11485" y="460417"/>
                    <a:pt x="0" y="448932"/>
                    <a:pt x="0" y="434755"/>
                  </a:cubicBezTo>
                  <a:close/>
                </a:path>
              </a:pathLst>
            </a:custGeom>
            <a:solidFill>
              <a:srgbClr val="4F76BA"/>
            </a:solidFill>
            <a:ln w="7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252">
              <a:extLst>
                <a:ext uri="{FF2B5EF4-FFF2-40B4-BE49-F238E27FC236}">
                  <a16:creationId xmlns:a16="http://schemas.microsoft.com/office/drawing/2014/main" id="{57334A10-7807-09AB-2F69-86A8FFDE23A6}"/>
                </a:ext>
              </a:extLst>
            </p:cNvPr>
            <p:cNvGrpSpPr/>
            <p:nvPr/>
          </p:nvGrpSpPr>
          <p:grpSpPr>
            <a:xfrm>
              <a:off x="9957333" y="558847"/>
              <a:ext cx="624845" cy="109460"/>
              <a:chOff x="9998875" y="558847"/>
              <a:chExt cx="624845" cy="109460"/>
            </a:xfrm>
          </p:grpSpPr>
          <p:sp>
            <p:nvSpPr>
              <p:cNvPr id="10" name="Freeform: Shape 253">
                <a:extLst>
                  <a:ext uri="{FF2B5EF4-FFF2-40B4-BE49-F238E27FC236}">
                    <a16:creationId xmlns:a16="http://schemas.microsoft.com/office/drawing/2014/main" id="{115CDEDB-3654-7561-CBF0-55C170F70F25}"/>
                  </a:ext>
                </a:extLst>
              </p:cNvPr>
              <p:cNvSpPr/>
              <p:nvPr/>
            </p:nvSpPr>
            <p:spPr>
              <a:xfrm>
                <a:off x="9998875" y="590054"/>
                <a:ext cx="442595" cy="47047"/>
              </a:xfrm>
              <a:custGeom>
                <a:avLst/>
                <a:gdLst>
                  <a:gd name="connsiteX0" fmla="*/ 419072 w 442595"/>
                  <a:gd name="connsiteY0" fmla="*/ 47048 h 47047"/>
                  <a:gd name="connsiteX1" fmla="*/ 23524 w 442595"/>
                  <a:gd name="connsiteY1" fmla="*/ 47048 h 47047"/>
                  <a:gd name="connsiteX2" fmla="*/ 0 w 442595"/>
                  <a:gd name="connsiteY2" fmla="*/ 23524 h 47047"/>
                  <a:gd name="connsiteX3" fmla="*/ 0 w 442595"/>
                  <a:gd name="connsiteY3" fmla="*/ 23524 h 47047"/>
                  <a:gd name="connsiteX4" fmla="*/ 23524 w 442595"/>
                  <a:gd name="connsiteY4" fmla="*/ 0 h 47047"/>
                  <a:gd name="connsiteX5" fmla="*/ 419072 w 442595"/>
                  <a:gd name="connsiteY5" fmla="*/ 0 h 47047"/>
                  <a:gd name="connsiteX6" fmla="*/ 442596 w 442595"/>
                  <a:gd name="connsiteY6" fmla="*/ 23524 h 47047"/>
                  <a:gd name="connsiteX7" fmla="*/ 442596 w 442595"/>
                  <a:gd name="connsiteY7" fmla="*/ 23524 h 47047"/>
                  <a:gd name="connsiteX8" fmla="*/ 419072 w 442595"/>
                  <a:gd name="connsiteY8" fmla="*/ 47048 h 47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2595" h="47047">
                    <a:moveTo>
                      <a:pt x="419072" y="47048"/>
                    </a:moveTo>
                    <a:lnTo>
                      <a:pt x="23524" y="47048"/>
                    </a:lnTo>
                    <a:cubicBezTo>
                      <a:pt x="10534" y="47048"/>
                      <a:pt x="0" y="36513"/>
                      <a:pt x="0" y="23524"/>
                    </a:cubicBezTo>
                    <a:lnTo>
                      <a:pt x="0" y="23524"/>
                    </a:lnTo>
                    <a:cubicBezTo>
                      <a:pt x="0" y="10534"/>
                      <a:pt x="10534" y="0"/>
                      <a:pt x="23524" y="0"/>
                    </a:cubicBezTo>
                    <a:lnTo>
                      <a:pt x="419072" y="0"/>
                    </a:lnTo>
                    <a:cubicBezTo>
                      <a:pt x="432062" y="0"/>
                      <a:pt x="442596" y="10534"/>
                      <a:pt x="442596" y="23524"/>
                    </a:cubicBezTo>
                    <a:lnTo>
                      <a:pt x="442596" y="23524"/>
                    </a:lnTo>
                    <a:cubicBezTo>
                      <a:pt x="442596" y="36513"/>
                      <a:pt x="432062" y="47048"/>
                      <a:pt x="419072" y="47048"/>
                    </a:cubicBezTo>
                    <a:close/>
                  </a:path>
                </a:pathLst>
              </a:custGeom>
              <a:solidFill>
                <a:srgbClr val="2E3192"/>
              </a:solidFill>
              <a:ln w="7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254">
                <a:extLst>
                  <a:ext uri="{FF2B5EF4-FFF2-40B4-BE49-F238E27FC236}">
                    <a16:creationId xmlns:a16="http://schemas.microsoft.com/office/drawing/2014/main" id="{C2894175-3329-9D27-9994-AB496EF431C9}"/>
                  </a:ext>
                </a:extLst>
              </p:cNvPr>
              <p:cNvSpPr/>
              <p:nvPr/>
            </p:nvSpPr>
            <p:spPr>
              <a:xfrm>
                <a:off x="10514260" y="558847"/>
                <a:ext cx="109460" cy="109460"/>
              </a:xfrm>
              <a:custGeom>
                <a:avLst/>
                <a:gdLst>
                  <a:gd name="connsiteX0" fmla="*/ 109461 w 109460"/>
                  <a:gd name="connsiteY0" fmla="*/ 54730 h 109460"/>
                  <a:gd name="connsiteX1" fmla="*/ 54730 w 109460"/>
                  <a:gd name="connsiteY1" fmla="*/ 109461 h 109460"/>
                  <a:gd name="connsiteX2" fmla="*/ 0 w 109460"/>
                  <a:gd name="connsiteY2" fmla="*/ 54730 h 109460"/>
                  <a:gd name="connsiteX3" fmla="*/ 54730 w 109460"/>
                  <a:gd name="connsiteY3" fmla="*/ 0 h 109460"/>
                  <a:gd name="connsiteX4" fmla="*/ 109461 w 109460"/>
                  <a:gd name="connsiteY4" fmla="*/ 54730 h 10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460" h="109460">
                    <a:moveTo>
                      <a:pt x="109461" y="54730"/>
                    </a:moveTo>
                    <a:cubicBezTo>
                      <a:pt x="109461" y="84957"/>
                      <a:pt x="84957" y="109461"/>
                      <a:pt x="54730" y="109461"/>
                    </a:cubicBezTo>
                    <a:cubicBezTo>
                      <a:pt x="24504" y="109461"/>
                      <a:pt x="0" y="84957"/>
                      <a:pt x="0" y="54730"/>
                    </a:cubicBezTo>
                    <a:cubicBezTo>
                      <a:pt x="0" y="24504"/>
                      <a:pt x="24504" y="0"/>
                      <a:pt x="54730" y="0"/>
                    </a:cubicBezTo>
                    <a:cubicBezTo>
                      <a:pt x="84957" y="0"/>
                      <a:pt x="109461" y="24504"/>
                      <a:pt x="109461" y="54730"/>
                    </a:cubicBezTo>
                    <a:close/>
                  </a:path>
                </a:pathLst>
              </a:custGeom>
              <a:solidFill>
                <a:srgbClr val="2E3192"/>
              </a:solidFill>
              <a:ln w="7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7" name="Freeform: Shape 99">
            <a:extLst>
              <a:ext uri="{FF2B5EF4-FFF2-40B4-BE49-F238E27FC236}">
                <a16:creationId xmlns:a16="http://schemas.microsoft.com/office/drawing/2014/main" id="{F3C6AFD2-C372-4036-4726-F05CAA43EA88}"/>
              </a:ext>
            </a:extLst>
          </p:cNvPr>
          <p:cNvSpPr/>
          <p:nvPr/>
        </p:nvSpPr>
        <p:spPr>
          <a:xfrm>
            <a:off x="1217754" y="3519214"/>
            <a:ext cx="605167" cy="606202"/>
          </a:xfrm>
          <a:custGeom>
            <a:avLst/>
            <a:gdLst>
              <a:gd name="connsiteX0" fmla="*/ 580214 w 711755"/>
              <a:gd name="connsiteY0" fmla="*/ 162617 h 712972"/>
              <a:gd name="connsiteX1" fmla="*/ 346185 w 711755"/>
              <a:gd name="connsiteY1" fmla="*/ 450653 h 712972"/>
              <a:gd name="connsiteX2" fmla="*/ 293893 w 711755"/>
              <a:gd name="connsiteY2" fmla="*/ 457987 h 712972"/>
              <a:gd name="connsiteX3" fmla="*/ 159400 w 711755"/>
              <a:gd name="connsiteY3" fmla="*/ 371786 h 712972"/>
              <a:gd name="connsiteX4" fmla="*/ 154828 w 711755"/>
              <a:gd name="connsiteY4" fmla="*/ 376739 h 712972"/>
              <a:gd name="connsiteX5" fmla="*/ 305704 w 711755"/>
              <a:gd name="connsiteY5" fmla="*/ 565715 h 712972"/>
              <a:gd name="connsiteX6" fmla="*/ 352091 w 711755"/>
              <a:gd name="connsiteY6" fmla="*/ 563715 h 712972"/>
              <a:gd name="connsiteX7" fmla="*/ 538305 w 711755"/>
              <a:gd name="connsiteY7" fmla="*/ 245008 h 712972"/>
              <a:gd name="connsiteX8" fmla="*/ 580214 w 711755"/>
              <a:gd name="connsiteY8" fmla="*/ 162617 h 712972"/>
              <a:gd name="connsiteX9" fmla="*/ 356949 w 711755"/>
              <a:gd name="connsiteY9" fmla="*/ 26 h 712972"/>
              <a:gd name="connsiteX10" fmla="*/ 711755 w 711755"/>
              <a:gd name="connsiteY10" fmla="*/ 356451 h 712972"/>
              <a:gd name="connsiteX11" fmla="*/ 357139 w 711755"/>
              <a:gd name="connsiteY11" fmla="*/ 712972 h 712972"/>
              <a:gd name="connsiteX12" fmla="*/ 47 w 711755"/>
              <a:gd name="connsiteY12" fmla="*/ 357309 h 712972"/>
              <a:gd name="connsiteX13" fmla="*/ 356949 w 711755"/>
              <a:gd name="connsiteY13" fmla="*/ 26 h 71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11755" h="712972">
                <a:moveTo>
                  <a:pt x="580214" y="162617"/>
                </a:moveTo>
                <a:cubicBezTo>
                  <a:pt x="497252" y="264154"/>
                  <a:pt x="420290" y="356260"/>
                  <a:pt x="346185" y="450653"/>
                </a:cubicBezTo>
                <a:cubicBezTo>
                  <a:pt x="327707" y="474084"/>
                  <a:pt x="316563" y="473894"/>
                  <a:pt x="293893" y="457987"/>
                </a:cubicBezTo>
                <a:cubicBezTo>
                  <a:pt x="250364" y="427317"/>
                  <a:pt x="204358" y="400266"/>
                  <a:pt x="159400" y="371786"/>
                </a:cubicBezTo>
                <a:cubicBezTo>
                  <a:pt x="157876" y="373310"/>
                  <a:pt x="156352" y="374929"/>
                  <a:pt x="154828" y="376739"/>
                </a:cubicBezTo>
                <a:cubicBezTo>
                  <a:pt x="205310" y="439604"/>
                  <a:pt x="256650" y="501802"/>
                  <a:pt x="305704" y="565715"/>
                </a:cubicBezTo>
                <a:cubicBezTo>
                  <a:pt x="324754" y="590575"/>
                  <a:pt x="333136" y="597528"/>
                  <a:pt x="352091" y="563715"/>
                </a:cubicBezTo>
                <a:cubicBezTo>
                  <a:pt x="412193" y="456368"/>
                  <a:pt x="476487" y="351403"/>
                  <a:pt x="538305" y="245008"/>
                </a:cubicBezTo>
                <a:cubicBezTo>
                  <a:pt x="551925" y="221672"/>
                  <a:pt x="570880" y="200622"/>
                  <a:pt x="580214" y="162617"/>
                </a:cubicBezTo>
                <a:close/>
                <a:moveTo>
                  <a:pt x="356949" y="26"/>
                </a:moveTo>
                <a:cubicBezTo>
                  <a:pt x="553068" y="-2355"/>
                  <a:pt x="711755" y="159284"/>
                  <a:pt x="711755" y="356451"/>
                </a:cubicBezTo>
                <a:cubicBezTo>
                  <a:pt x="711755" y="554381"/>
                  <a:pt x="554021" y="712877"/>
                  <a:pt x="357139" y="712972"/>
                </a:cubicBezTo>
                <a:cubicBezTo>
                  <a:pt x="161686" y="712972"/>
                  <a:pt x="-3192" y="552000"/>
                  <a:pt x="47" y="357309"/>
                </a:cubicBezTo>
                <a:cubicBezTo>
                  <a:pt x="3381" y="156903"/>
                  <a:pt x="148923" y="2502"/>
                  <a:pt x="356949" y="26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aphicFrame>
        <p:nvGraphicFramePr>
          <p:cNvPr id="68" name="Chart 67">
            <a:extLst>
              <a:ext uri="{FF2B5EF4-FFF2-40B4-BE49-F238E27FC236}">
                <a16:creationId xmlns:a16="http://schemas.microsoft.com/office/drawing/2014/main" id="{1FB1C754-EE7B-9972-F650-9F6CF13053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1027406"/>
              </p:ext>
            </p:extLst>
          </p:nvPr>
        </p:nvGraphicFramePr>
        <p:xfrm>
          <a:off x="3284878" y="1234834"/>
          <a:ext cx="5941213" cy="356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822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4582-0DD5-480C-C117-A1FE55E2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CD5B14-7489-6A66-0C32-48E72CCFE1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Registered Mobile Money Accounts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9C57B5-DD08-E567-A3BC-B3E2B0FCB3C4}"/>
              </a:ext>
            </a:extLst>
          </p:cNvPr>
          <p:cNvGrpSpPr/>
          <p:nvPr/>
        </p:nvGrpSpPr>
        <p:grpSpPr>
          <a:xfrm>
            <a:off x="114301" y="2276442"/>
            <a:ext cx="3405647" cy="4666812"/>
            <a:chOff x="114301" y="977332"/>
            <a:chExt cx="4353684" cy="5965922"/>
          </a:xfrm>
        </p:grpSpPr>
        <p:grpSp>
          <p:nvGrpSpPr>
            <p:cNvPr id="3" name="Group 82">
              <a:extLst>
                <a:ext uri="{FF2B5EF4-FFF2-40B4-BE49-F238E27FC236}">
                  <a16:creationId xmlns:a16="http://schemas.microsoft.com/office/drawing/2014/main" id="{88A8232E-63BB-5FDE-4C0C-3DF6A80746A7}"/>
                </a:ext>
              </a:extLst>
            </p:cNvPr>
            <p:cNvGrpSpPr/>
            <p:nvPr/>
          </p:nvGrpSpPr>
          <p:grpSpPr>
            <a:xfrm>
              <a:off x="114301" y="977332"/>
              <a:ext cx="4353684" cy="5965922"/>
              <a:chOff x="3261442" y="5094961"/>
              <a:chExt cx="1189015" cy="1629326"/>
            </a:xfrm>
          </p:grpSpPr>
          <p:sp>
            <p:nvSpPr>
              <p:cNvPr id="4" name="Rounded Rectangle 39">
                <a:extLst>
                  <a:ext uri="{FF2B5EF4-FFF2-40B4-BE49-F238E27FC236}">
                    <a16:creationId xmlns:a16="http://schemas.microsoft.com/office/drawing/2014/main" id="{944BE0F0-06AB-E47F-0E5A-92D33E12A379}"/>
                  </a:ext>
                </a:extLst>
              </p:cNvPr>
              <p:cNvSpPr/>
              <p:nvPr/>
            </p:nvSpPr>
            <p:spPr>
              <a:xfrm rot="2483232">
                <a:off x="3261442" y="5287651"/>
                <a:ext cx="1189015" cy="1436636"/>
              </a:xfrm>
              <a:custGeom>
                <a:avLst/>
                <a:gdLst>
                  <a:gd name="connsiteX0" fmla="*/ 670001 w 2194524"/>
                  <a:gd name="connsiteY0" fmla="*/ 41365 h 3010473"/>
                  <a:gd name="connsiteX1" fmla="*/ 769866 w 2194524"/>
                  <a:gd name="connsiteY1" fmla="*/ 0 h 3010473"/>
                  <a:gd name="connsiteX2" fmla="*/ 911097 w 2194524"/>
                  <a:gd name="connsiteY2" fmla="*/ 141231 h 3010473"/>
                  <a:gd name="connsiteX3" fmla="*/ 911097 w 2194524"/>
                  <a:gd name="connsiteY3" fmla="*/ 753742 h 3010473"/>
                  <a:gd name="connsiteX4" fmla="*/ 1594794 w 2194524"/>
                  <a:gd name="connsiteY4" fmla="*/ 789196 h 3010473"/>
                  <a:gd name="connsiteX5" fmla="*/ 1875818 w 2194524"/>
                  <a:gd name="connsiteY5" fmla="*/ 1808656 h 3010473"/>
                  <a:gd name="connsiteX6" fmla="*/ 2194524 w 2194524"/>
                  <a:gd name="connsiteY6" fmla="*/ 2178856 h 3010473"/>
                  <a:gd name="connsiteX7" fmla="*/ 1488044 w 2194524"/>
                  <a:gd name="connsiteY7" fmla="*/ 3010473 h 3010473"/>
                  <a:gd name="connsiteX8" fmla="*/ 1136947 w 2194524"/>
                  <a:gd name="connsiteY8" fmla="*/ 2468062 h 3010473"/>
                  <a:gd name="connsiteX9" fmla="*/ 519460 w 2194524"/>
                  <a:gd name="connsiteY9" fmla="*/ 2013663 h 3010473"/>
                  <a:gd name="connsiteX10" fmla="*/ 0 w 2194524"/>
                  <a:gd name="connsiteY10" fmla="*/ 1326467 h 3010473"/>
                  <a:gd name="connsiteX11" fmla="*/ 628635 w 2194524"/>
                  <a:gd name="connsiteY11" fmla="*/ 1589678 h 3010473"/>
                  <a:gd name="connsiteX12" fmla="*/ 628635 w 2194524"/>
                  <a:gd name="connsiteY12" fmla="*/ 141231 h 3010473"/>
                  <a:gd name="connsiteX13" fmla="*/ 670001 w 2194524"/>
                  <a:gd name="connsiteY13" fmla="*/ 41365 h 3010473"/>
                  <a:gd name="connsiteX0" fmla="*/ 670001 w 2194524"/>
                  <a:gd name="connsiteY0" fmla="*/ 41365 h 3010473"/>
                  <a:gd name="connsiteX1" fmla="*/ 769866 w 2194524"/>
                  <a:gd name="connsiteY1" fmla="*/ 0 h 3010473"/>
                  <a:gd name="connsiteX2" fmla="*/ 911097 w 2194524"/>
                  <a:gd name="connsiteY2" fmla="*/ 141231 h 3010473"/>
                  <a:gd name="connsiteX3" fmla="*/ 960469 w 2194524"/>
                  <a:gd name="connsiteY3" fmla="*/ 784060 h 3010473"/>
                  <a:gd name="connsiteX4" fmla="*/ 1594794 w 2194524"/>
                  <a:gd name="connsiteY4" fmla="*/ 789196 h 3010473"/>
                  <a:gd name="connsiteX5" fmla="*/ 1875818 w 2194524"/>
                  <a:gd name="connsiteY5" fmla="*/ 1808656 h 3010473"/>
                  <a:gd name="connsiteX6" fmla="*/ 2194524 w 2194524"/>
                  <a:gd name="connsiteY6" fmla="*/ 2178856 h 3010473"/>
                  <a:gd name="connsiteX7" fmla="*/ 1488044 w 2194524"/>
                  <a:gd name="connsiteY7" fmla="*/ 3010473 h 3010473"/>
                  <a:gd name="connsiteX8" fmla="*/ 1136947 w 2194524"/>
                  <a:gd name="connsiteY8" fmla="*/ 2468062 h 3010473"/>
                  <a:gd name="connsiteX9" fmla="*/ 519460 w 2194524"/>
                  <a:gd name="connsiteY9" fmla="*/ 2013663 h 3010473"/>
                  <a:gd name="connsiteX10" fmla="*/ 0 w 2194524"/>
                  <a:gd name="connsiteY10" fmla="*/ 1326467 h 3010473"/>
                  <a:gd name="connsiteX11" fmla="*/ 628635 w 2194524"/>
                  <a:gd name="connsiteY11" fmla="*/ 1589678 h 3010473"/>
                  <a:gd name="connsiteX12" fmla="*/ 628635 w 2194524"/>
                  <a:gd name="connsiteY12" fmla="*/ 141231 h 3010473"/>
                  <a:gd name="connsiteX13" fmla="*/ 670001 w 2194524"/>
                  <a:gd name="connsiteY13" fmla="*/ 41365 h 3010473"/>
                  <a:gd name="connsiteX0" fmla="*/ 670001 w 2194524"/>
                  <a:gd name="connsiteY0" fmla="*/ 41365 h 3010473"/>
                  <a:gd name="connsiteX1" fmla="*/ 769866 w 2194524"/>
                  <a:gd name="connsiteY1" fmla="*/ 0 h 3010473"/>
                  <a:gd name="connsiteX2" fmla="*/ 911097 w 2194524"/>
                  <a:gd name="connsiteY2" fmla="*/ 141231 h 3010473"/>
                  <a:gd name="connsiteX3" fmla="*/ 960469 w 2194524"/>
                  <a:gd name="connsiteY3" fmla="*/ 784060 h 3010473"/>
                  <a:gd name="connsiteX4" fmla="*/ 1594794 w 2194524"/>
                  <a:gd name="connsiteY4" fmla="*/ 789196 h 3010473"/>
                  <a:gd name="connsiteX5" fmla="*/ 1875818 w 2194524"/>
                  <a:gd name="connsiteY5" fmla="*/ 1808656 h 3010473"/>
                  <a:gd name="connsiteX6" fmla="*/ 2194524 w 2194524"/>
                  <a:gd name="connsiteY6" fmla="*/ 2178856 h 3010473"/>
                  <a:gd name="connsiteX7" fmla="*/ 1488044 w 2194524"/>
                  <a:gd name="connsiteY7" fmla="*/ 3010473 h 3010473"/>
                  <a:gd name="connsiteX8" fmla="*/ 1136947 w 2194524"/>
                  <a:gd name="connsiteY8" fmla="*/ 2468062 h 3010473"/>
                  <a:gd name="connsiteX9" fmla="*/ 519460 w 2194524"/>
                  <a:gd name="connsiteY9" fmla="*/ 2013663 h 3010473"/>
                  <a:gd name="connsiteX10" fmla="*/ 0 w 2194524"/>
                  <a:gd name="connsiteY10" fmla="*/ 1326467 h 3010473"/>
                  <a:gd name="connsiteX11" fmla="*/ 628635 w 2194524"/>
                  <a:gd name="connsiteY11" fmla="*/ 1589678 h 3010473"/>
                  <a:gd name="connsiteX12" fmla="*/ 628635 w 2194524"/>
                  <a:gd name="connsiteY12" fmla="*/ 141231 h 3010473"/>
                  <a:gd name="connsiteX13" fmla="*/ 670001 w 2194524"/>
                  <a:gd name="connsiteY13" fmla="*/ 41365 h 3010473"/>
                  <a:gd name="connsiteX0" fmla="*/ 670001 w 2194524"/>
                  <a:gd name="connsiteY0" fmla="*/ 41365 h 3010473"/>
                  <a:gd name="connsiteX1" fmla="*/ 769866 w 2194524"/>
                  <a:gd name="connsiteY1" fmla="*/ 0 h 3010473"/>
                  <a:gd name="connsiteX2" fmla="*/ 911097 w 2194524"/>
                  <a:gd name="connsiteY2" fmla="*/ 141231 h 3010473"/>
                  <a:gd name="connsiteX3" fmla="*/ 960469 w 2194524"/>
                  <a:gd name="connsiteY3" fmla="*/ 784060 h 3010473"/>
                  <a:gd name="connsiteX4" fmla="*/ 1594794 w 2194524"/>
                  <a:gd name="connsiteY4" fmla="*/ 789196 h 3010473"/>
                  <a:gd name="connsiteX5" fmla="*/ 1875818 w 2194524"/>
                  <a:gd name="connsiteY5" fmla="*/ 1808656 h 3010473"/>
                  <a:gd name="connsiteX6" fmla="*/ 2194524 w 2194524"/>
                  <a:gd name="connsiteY6" fmla="*/ 2178856 h 3010473"/>
                  <a:gd name="connsiteX7" fmla="*/ 1488044 w 2194524"/>
                  <a:gd name="connsiteY7" fmla="*/ 3010473 h 3010473"/>
                  <a:gd name="connsiteX8" fmla="*/ 1136947 w 2194524"/>
                  <a:gd name="connsiteY8" fmla="*/ 2468062 h 3010473"/>
                  <a:gd name="connsiteX9" fmla="*/ 519460 w 2194524"/>
                  <a:gd name="connsiteY9" fmla="*/ 2013663 h 3010473"/>
                  <a:gd name="connsiteX10" fmla="*/ 0 w 2194524"/>
                  <a:gd name="connsiteY10" fmla="*/ 1326467 h 3010473"/>
                  <a:gd name="connsiteX11" fmla="*/ 628635 w 2194524"/>
                  <a:gd name="connsiteY11" fmla="*/ 1589678 h 3010473"/>
                  <a:gd name="connsiteX12" fmla="*/ 628635 w 2194524"/>
                  <a:gd name="connsiteY12" fmla="*/ 141231 h 3010473"/>
                  <a:gd name="connsiteX13" fmla="*/ 670001 w 2194524"/>
                  <a:gd name="connsiteY13" fmla="*/ 41365 h 3010473"/>
                  <a:gd name="connsiteX0" fmla="*/ 670001 w 2194524"/>
                  <a:gd name="connsiteY0" fmla="*/ 41365 h 3010473"/>
                  <a:gd name="connsiteX1" fmla="*/ 769866 w 2194524"/>
                  <a:gd name="connsiteY1" fmla="*/ 0 h 3010473"/>
                  <a:gd name="connsiteX2" fmla="*/ 911097 w 2194524"/>
                  <a:gd name="connsiteY2" fmla="*/ 141231 h 3010473"/>
                  <a:gd name="connsiteX3" fmla="*/ 960469 w 2194524"/>
                  <a:gd name="connsiteY3" fmla="*/ 784060 h 3010473"/>
                  <a:gd name="connsiteX4" fmla="*/ 1594794 w 2194524"/>
                  <a:gd name="connsiteY4" fmla="*/ 789196 h 3010473"/>
                  <a:gd name="connsiteX5" fmla="*/ 1848308 w 2194524"/>
                  <a:gd name="connsiteY5" fmla="*/ 1898342 h 3010473"/>
                  <a:gd name="connsiteX6" fmla="*/ 2194524 w 2194524"/>
                  <a:gd name="connsiteY6" fmla="*/ 2178856 h 3010473"/>
                  <a:gd name="connsiteX7" fmla="*/ 1488044 w 2194524"/>
                  <a:gd name="connsiteY7" fmla="*/ 3010473 h 3010473"/>
                  <a:gd name="connsiteX8" fmla="*/ 1136947 w 2194524"/>
                  <a:gd name="connsiteY8" fmla="*/ 2468062 h 3010473"/>
                  <a:gd name="connsiteX9" fmla="*/ 519460 w 2194524"/>
                  <a:gd name="connsiteY9" fmla="*/ 2013663 h 3010473"/>
                  <a:gd name="connsiteX10" fmla="*/ 0 w 2194524"/>
                  <a:gd name="connsiteY10" fmla="*/ 1326467 h 3010473"/>
                  <a:gd name="connsiteX11" fmla="*/ 628635 w 2194524"/>
                  <a:gd name="connsiteY11" fmla="*/ 1589678 h 3010473"/>
                  <a:gd name="connsiteX12" fmla="*/ 628635 w 2194524"/>
                  <a:gd name="connsiteY12" fmla="*/ 141231 h 3010473"/>
                  <a:gd name="connsiteX13" fmla="*/ 670001 w 2194524"/>
                  <a:gd name="connsiteY13" fmla="*/ 41365 h 3010473"/>
                  <a:gd name="connsiteX0" fmla="*/ 670001 w 2145453"/>
                  <a:gd name="connsiteY0" fmla="*/ 41365 h 3010473"/>
                  <a:gd name="connsiteX1" fmla="*/ 769866 w 2145453"/>
                  <a:gd name="connsiteY1" fmla="*/ 0 h 3010473"/>
                  <a:gd name="connsiteX2" fmla="*/ 911097 w 2145453"/>
                  <a:gd name="connsiteY2" fmla="*/ 141231 h 3010473"/>
                  <a:gd name="connsiteX3" fmla="*/ 960469 w 2145453"/>
                  <a:gd name="connsiteY3" fmla="*/ 784060 h 3010473"/>
                  <a:gd name="connsiteX4" fmla="*/ 1594794 w 2145453"/>
                  <a:gd name="connsiteY4" fmla="*/ 789196 h 3010473"/>
                  <a:gd name="connsiteX5" fmla="*/ 1848308 w 2145453"/>
                  <a:gd name="connsiteY5" fmla="*/ 1898342 h 3010473"/>
                  <a:gd name="connsiteX6" fmla="*/ 2145453 w 2145453"/>
                  <a:gd name="connsiteY6" fmla="*/ 2249789 h 3010473"/>
                  <a:gd name="connsiteX7" fmla="*/ 1488044 w 2145453"/>
                  <a:gd name="connsiteY7" fmla="*/ 3010473 h 3010473"/>
                  <a:gd name="connsiteX8" fmla="*/ 1136947 w 2145453"/>
                  <a:gd name="connsiteY8" fmla="*/ 2468062 h 3010473"/>
                  <a:gd name="connsiteX9" fmla="*/ 519460 w 2145453"/>
                  <a:gd name="connsiteY9" fmla="*/ 2013663 h 3010473"/>
                  <a:gd name="connsiteX10" fmla="*/ 0 w 2145453"/>
                  <a:gd name="connsiteY10" fmla="*/ 1326467 h 3010473"/>
                  <a:gd name="connsiteX11" fmla="*/ 628635 w 2145453"/>
                  <a:gd name="connsiteY11" fmla="*/ 1589678 h 3010473"/>
                  <a:gd name="connsiteX12" fmla="*/ 628635 w 2145453"/>
                  <a:gd name="connsiteY12" fmla="*/ 141231 h 3010473"/>
                  <a:gd name="connsiteX13" fmla="*/ 670001 w 2145453"/>
                  <a:gd name="connsiteY13" fmla="*/ 41365 h 3010473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60469 w 2145453"/>
                  <a:gd name="connsiteY3" fmla="*/ 784060 h 2912664"/>
                  <a:gd name="connsiteX4" fmla="*/ 1594794 w 2145453"/>
                  <a:gd name="connsiteY4" fmla="*/ 789196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19460 w 2145453"/>
                  <a:gd name="connsiteY9" fmla="*/ 2013663 h 2912664"/>
                  <a:gd name="connsiteX10" fmla="*/ 0 w 2145453"/>
                  <a:gd name="connsiteY10" fmla="*/ 1326467 h 2912664"/>
                  <a:gd name="connsiteX11" fmla="*/ 628635 w 2145453"/>
                  <a:gd name="connsiteY11" fmla="*/ 1589678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60469 w 2145453"/>
                  <a:gd name="connsiteY3" fmla="*/ 784060 h 2912664"/>
                  <a:gd name="connsiteX4" fmla="*/ 1594794 w 2145453"/>
                  <a:gd name="connsiteY4" fmla="*/ 789196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628635 w 2145453"/>
                  <a:gd name="connsiteY11" fmla="*/ 1589678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60469 w 2145453"/>
                  <a:gd name="connsiteY3" fmla="*/ 784060 h 2912664"/>
                  <a:gd name="connsiteX4" fmla="*/ 1594794 w 2145453"/>
                  <a:gd name="connsiteY4" fmla="*/ 789196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628635 w 2145453"/>
                  <a:gd name="connsiteY11" fmla="*/ 1589678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60469 w 2145453"/>
                  <a:gd name="connsiteY3" fmla="*/ 784060 h 2912664"/>
                  <a:gd name="connsiteX4" fmla="*/ 1594794 w 2145453"/>
                  <a:gd name="connsiteY4" fmla="*/ 789196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679880 w 2145453"/>
                  <a:gd name="connsiteY11" fmla="*/ 1646872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60469 w 2145453"/>
                  <a:gd name="connsiteY3" fmla="*/ 784060 h 2912664"/>
                  <a:gd name="connsiteX4" fmla="*/ 1594794 w 2145453"/>
                  <a:gd name="connsiteY4" fmla="*/ 789196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679880 w 2145453"/>
                  <a:gd name="connsiteY11" fmla="*/ 1646872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79523 w 2145453"/>
                  <a:gd name="connsiteY3" fmla="*/ 863751 h 2912664"/>
                  <a:gd name="connsiteX4" fmla="*/ 1594794 w 2145453"/>
                  <a:gd name="connsiteY4" fmla="*/ 789196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679880 w 2145453"/>
                  <a:gd name="connsiteY11" fmla="*/ 1646872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79523 w 2145453"/>
                  <a:gd name="connsiteY3" fmla="*/ 863751 h 2912664"/>
                  <a:gd name="connsiteX4" fmla="*/ 1594794 w 2145453"/>
                  <a:gd name="connsiteY4" fmla="*/ 789196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679880 w 2145453"/>
                  <a:gd name="connsiteY11" fmla="*/ 1646872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79523 w 2145453"/>
                  <a:gd name="connsiteY3" fmla="*/ 863751 h 2912664"/>
                  <a:gd name="connsiteX4" fmla="*/ 1578849 w 2145453"/>
                  <a:gd name="connsiteY4" fmla="*/ 851069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679880 w 2145453"/>
                  <a:gd name="connsiteY11" fmla="*/ 1646872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79523 w 2145453"/>
                  <a:gd name="connsiteY3" fmla="*/ 863751 h 2912664"/>
                  <a:gd name="connsiteX4" fmla="*/ 1578849 w 2145453"/>
                  <a:gd name="connsiteY4" fmla="*/ 851069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679880 w 2145453"/>
                  <a:gd name="connsiteY11" fmla="*/ 1646872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670001 w 2145453"/>
                  <a:gd name="connsiteY0" fmla="*/ 41365 h 2912664"/>
                  <a:gd name="connsiteX1" fmla="*/ 769866 w 2145453"/>
                  <a:gd name="connsiteY1" fmla="*/ 0 h 2912664"/>
                  <a:gd name="connsiteX2" fmla="*/ 911097 w 2145453"/>
                  <a:gd name="connsiteY2" fmla="*/ 141231 h 2912664"/>
                  <a:gd name="connsiteX3" fmla="*/ 979523 w 2145453"/>
                  <a:gd name="connsiteY3" fmla="*/ 863751 h 2912664"/>
                  <a:gd name="connsiteX4" fmla="*/ 1578849 w 2145453"/>
                  <a:gd name="connsiteY4" fmla="*/ 851069 h 2912664"/>
                  <a:gd name="connsiteX5" fmla="*/ 1848308 w 2145453"/>
                  <a:gd name="connsiteY5" fmla="*/ 1898342 h 2912664"/>
                  <a:gd name="connsiteX6" fmla="*/ 2145453 w 2145453"/>
                  <a:gd name="connsiteY6" fmla="*/ 2249789 h 2912664"/>
                  <a:gd name="connsiteX7" fmla="*/ 1535243 w 2145453"/>
                  <a:gd name="connsiteY7" fmla="*/ 2912664 h 2912664"/>
                  <a:gd name="connsiteX8" fmla="*/ 1136947 w 2145453"/>
                  <a:gd name="connsiteY8" fmla="*/ 2468062 h 2912664"/>
                  <a:gd name="connsiteX9" fmla="*/ 530391 w 2145453"/>
                  <a:gd name="connsiteY9" fmla="*/ 2073665 h 2912664"/>
                  <a:gd name="connsiteX10" fmla="*/ 0 w 2145453"/>
                  <a:gd name="connsiteY10" fmla="*/ 1326467 h 2912664"/>
                  <a:gd name="connsiteX11" fmla="*/ 710556 w 2145453"/>
                  <a:gd name="connsiteY11" fmla="*/ 1634217 h 2912664"/>
                  <a:gd name="connsiteX12" fmla="*/ 628635 w 2145453"/>
                  <a:gd name="connsiteY12" fmla="*/ 141231 h 2912664"/>
                  <a:gd name="connsiteX13" fmla="*/ 670001 w 2145453"/>
                  <a:gd name="connsiteY13" fmla="*/ 41365 h 2912664"/>
                  <a:gd name="connsiteX0" fmla="*/ 733305 w 2208757"/>
                  <a:gd name="connsiteY0" fmla="*/ 41365 h 2912664"/>
                  <a:gd name="connsiteX1" fmla="*/ 833170 w 2208757"/>
                  <a:gd name="connsiteY1" fmla="*/ 0 h 2912664"/>
                  <a:gd name="connsiteX2" fmla="*/ 974401 w 2208757"/>
                  <a:gd name="connsiteY2" fmla="*/ 141231 h 2912664"/>
                  <a:gd name="connsiteX3" fmla="*/ 1042827 w 2208757"/>
                  <a:gd name="connsiteY3" fmla="*/ 863751 h 2912664"/>
                  <a:gd name="connsiteX4" fmla="*/ 1642153 w 2208757"/>
                  <a:gd name="connsiteY4" fmla="*/ 851069 h 2912664"/>
                  <a:gd name="connsiteX5" fmla="*/ 1911612 w 2208757"/>
                  <a:gd name="connsiteY5" fmla="*/ 1898342 h 2912664"/>
                  <a:gd name="connsiteX6" fmla="*/ 2208757 w 2208757"/>
                  <a:gd name="connsiteY6" fmla="*/ 2249789 h 2912664"/>
                  <a:gd name="connsiteX7" fmla="*/ 1598547 w 2208757"/>
                  <a:gd name="connsiteY7" fmla="*/ 2912664 h 2912664"/>
                  <a:gd name="connsiteX8" fmla="*/ 1200251 w 2208757"/>
                  <a:gd name="connsiteY8" fmla="*/ 2468062 h 2912664"/>
                  <a:gd name="connsiteX9" fmla="*/ 593695 w 2208757"/>
                  <a:gd name="connsiteY9" fmla="*/ 2073665 h 2912664"/>
                  <a:gd name="connsiteX10" fmla="*/ 0 w 2208757"/>
                  <a:gd name="connsiteY10" fmla="*/ 1399250 h 2912664"/>
                  <a:gd name="connsiteX11" fmla="*/ 773860 w 2208757"/>
                  <a:gd name="connsiteY11" fmla="*/ 1634217 h 2912664"/>
                  <a:gd name="connsiteX12" fmla="*/ 691939 w 2208757"/>
                  <a:gd name="connsiteY12" fmla="*/ 141231 h 2912664"/>
                  <a:gd name="connsiteX13" fmla="*/ 733305 w 2208757"/>
                  <a:gd name="connsiteY13" fmla="*/ 41365 h 2912664"/>
                  <a:gd name="connsiteX0" fmla="*/ 787104 w 2262556"/>
                  <a:gd name="connsiteY0" fmla="*/ 41365 h 2912664"/>
                  <a:gd name="connsiteX1" fmla="*/ 886969 w 2262556"/>
                  <a:gd name="connsiteY1" fmla="*/ 0 h 2912664"/>
                  <a:gd name="connsiteX2" fmla="*/ 1028200 w 2262556"/>
                  <a:gd name="connsiteY2" fmla="*/ 141231 h 2912664"/>
                  <a:gd name="connsiteX3" fmla="*/ 1096626 w 2262556"/>
                  <a:gd name="connsiteY3" fmla="*/ 863751 h 2912664"/>
                  <a:gd name="connsiteX4" fmla="*/ 1695952 w 2262556"/>
                  <a:gd name="connsiteY4" fmla="*/ 851069 h 2912664"/>
                  <a:gd name="connsiteX5" fmla="*/ 1965411 w 2262556"/>
                  <a:gd name="connsiteY5" fmla="*/ 1898342 h 2912664"/>
                  <a:gd name="connsiteX6" fmla="*/ 2262556 w 2262556"/>
                  <a:gd name="connsiteY6" fmla="*/ 2249789 h 2912664"/>
                  <a:gd name="connsiteX7" fmla="*/ 1652346 w 2262556"/>
                  <a:gd name="connsiteY7" fmla="*/ 2912664 h 2912664"/>
                  <a:gd name="connsiteX8" fmla="*/ 1254050 w 2262556"/>
                  <a:gd name="connsiteY8" fmla="*/ 2468062 h 2912664"/>
                  <a:gd name="connsiteX9" fmla="*/ 647494 w 2262556"/>
                  <a:gd name="connsiteY9" fmla="*/ 2073665 h 2912664"/>
                  <a:gd name="connsiteX10" fmla="*/ 0 w 2262556"/>
                  <a:gd name="connsiteY10" fmla="*/ 1381959 h 2912664"/>
                  <a:gd name="connsiteX11" fmla="*/ 827659 w 2262556"/>
                  <a:gd name="connsiteY11" fmla="*/ 1634217 h 2912664"/>
                  <a:gd name="connsiteX12" fmla="*/ 745738 w 2262556"/>
                  <a:gd name="connsiteY12" fmla="*/ 141231 h 2912664"/>
                  <a:gd name="connsiteX13" fmla="*/ 787104 w 2262556"/>
                  <a:gd name="connsiteY13" fmla="*/ 41365 h 2912664"/>
                  <a:gd name="connsiteX0" fmla="*/ 787104 w 2262556"/>
                  <a:gd name="connsiteY0" fmla="*/ 41365 h 2912664"/>
                  <a:gd name="connsiteX1" fmla="*/ 886969 w 2262556"/>
                  <a:gd name="connsiteY1" fmla="*/ 0 h 2912664"/>
                  <a:gd name="connsiteX2" fmla="*/ 1028200 w 2262556"/>
                  <a:gd name="connsiteY2" fmla="*/ 141231 h 2912664"/>
                  <a:gd name="connsiteX3" fmla="*/ 1096626 w 2262556"/>
                  <a:gd name="connsiteY3" fmla="*/ 863751 h 2912664"/>
                  <a:gd name="connsiteX4" fmla="*/ 1695952 w 2262556"/>
                  <a:gd name="connsiteY4" fmla="*/ 851069 h 2912664"/>
                  <a:gd name="connsiteX5" fmla="*/ 1965411 w 2262556"/>
                  <a:gd name="connsiteY5" fmla="*/ 1898342 h 2912664"/>
                  <a:gd name="connsiteX6" fmla="*/ 2262556 w 2262556"/>
                  <a:gd name="connsiteY6" fmla="*/ 2249789 h 2912664"/>
                  <a:gd name="connsiteX7" fmla="*/ 1652346 w 2262556"/>
                  <a:gd name="connsiteY7" fmla="*/ 2912664 h 2912664"/>
                  <a:gd name="connsiteX8" fmla="*/ 1254050 w 2262556"/>
                  <a:gd name="connsiteY8" fmla="*/ 2468062 h 2912664"/>
                  <a:gd name="connsiteX9" fmla="*/ 647494 w 2262556"/>
                  <a:gd name="connsiteY9" fmla="*/ 2073665 h 2912664"/>
                  <a:gd name="connsiteX10" fmla="*/ 0 w 2262556"/>
                  <a:gd name="connsiteY10" fmla="*/ 1381959 h 2912664"/>
                  <a:gd name="connsiteX11" fmla="*/ 827659 w 2262556"/>
                  <a:gd name="connsiteY11" fmla="*/ 1634217 h 2912664"/>
                  <a:gd name="connsiteX12" fmla="*/ 745738 w 2262556"/>
                  <a:gd name="connsiteY12" fmla="*/ 141231 h 2912664"/>
                  <a:gd name="connsiteX13" fmla="*/ 787104 w 2262556"/>
                  <a:gd name="connsiteY13" fmla="*/ 41365 h 2912664"/>
                  <a:gd name="connsiteX0" fmla="*/ 787104 w 2262556"/>
                  <a:gd name="connsiteY0" fmla="*/ 41365 h 2912664"/>
                  <a:gd name="connsiteX1" fmla="*/ 886969 w 2262556"/>
                  <a:gd name="connsiteY1" fmla="*/ 0 h 2912664"/>
                  <a:gd name="connsiteX2" fmla="*/ 1028200 w 2262556"/>
                  <a:gd name="connsiteY2" fmla="*/ 141231 h 2912664"/>
                  <a:gd name="connsiteX3" fmla="*/ 1096626 w 2262556"/>
                  <a:gd name="connsiteY3" fmla="*/ 863751 h 2912664"/>
                  <a:gd name="connsiteX4" fmla="*/ 1695952 w 2262556"/>
                  <a:gd name="connsiteY4" fmla="*/ 851069 h 2912664"/>
                  <a:gd name="connsiteX5" fmla="*/ 1965411 w 2262556"/>
                  <a:gd name="connsiteY5" fmla="*/ 1898342 h 2912664"/>
                  <a:gd name="connsiteX6" fmla="*/ 2262556 w 2262556"/>
                  <a:gd name="connsiteY6" fmla="*/ 2249789 h 2912664"/>
                  <a:gd name="connsiteX7" fmla="*/ 1652346 w 2262556"/>
                  <a:gd name="connsiteY7" fmla="*/ 2912664 h 2912664"/>
                  <a:gd name="connsiteX8" fmla="*/ 1254050 w 2262556"/>
                  <a:gd name="connsiteY8" fmla="*/ 2468062 h 2912664"/>
                  <a:gd name="connsiteX9" fmla="*/ 647494 w 2262556"/>
                  <a:gd name="connsiteY9" fmla="*/ 2073665 h 2912664"/>
                  <a:gd name="connsiteX10" fmla="*/ 0 w 2262556"/>
                  <a:gd name="connsiteY10" fmla="*/ 1381959 h 2912664"/>
                  <a:gd name="connsiteX11" fmla="*/ 827659 w 2262556"/>
                  <a:gd name="connsiteY11" fmla="*/ 1634217 h 2912664"/>
                  <a:gd name="connsiteX12" fmla="*/ 745738 w 2262556"/>
                  <a:gd name="connsiteY12" fmla="*/ 141231 h 2912664"/>
                  <a:gd name="connsiteX13" fmla="*/ 787104 w 2262556"/>
                  <a:gd name="connsiteY13" fmla="*/ 41365 h 2912664"/>
                  <a:gd name="connsiteX0" fmla="*/ 787104 w 2262556"/>
                  <a:gd name="connsiteY0" fmla="*/ 41365 h 3204020"/>
                  <a:gd name="connsiteX1" fmla="*/ 886969 w 2262556"/>
                  <a:gd name="connsiteY1" fmla="*/ 0 h 3204020"/>
                  <a:gd name="connsiteX2" fmla="*/ 1028200 w 2262556"/>
                  <a:gd name="connsiteY2" fmla="*/ 141231 h 3204020"/>
                  <a:gd name="connsiteX3" fmla="*/ 1096626 w 2262556"/>
                  <a:gd name="connsiteY3" fmla="*/ 863751 h 3204020"/>
                  <a:gd name="connsiteX4" fmla="*/ 1695952 w 2262556"/>
                  <a:gd name="connsiteY4" fmla="*/ 851069 h 3204020"/>
                  <a:gd name="connsiteX5" fmla="*/ 1965411 w 2262556"/>
                  <a:gd name="connsiteY5" fmla="*/ 1898342 h 3204020"/>
                  <a:gd name="connsiteX6" fmla="*/ 2262556 w 2262556"/>
                  <a:gd name="connsiteY6" fmla="*/ 2249789 h 3204020"/>
                  <a:gd name="connsiteX7" fmla="*/ 1875442 w 2262556"/>
                  <a:gd name="connsiteY7" fmla="*/ 3204020 h 3204020"/>
                  <a:gd name="connsiteX8" fmla="*/ 1254050 w 2262556"/>
                  <a:gd name="connsiteY8" fmla="*/ 2468062 h 3204020"/>
                  <a:gd name="connsiteX9" fmla="*/ 647494 w 2262556"/>
                  <a:gd name="connsiteY9" fmla="*/ 2073665 h 3204020"/>
                  <a:gd name="connsiteX10" fmla="*/ 0 w 2262556"/>
                  <a:gd name="connsiteY10" fmla="*/ 1381959 h 3204020"/>
                  <a:gd name="connsiteX11" fmla="*/ 827659 w 2262556"/>
                  <a:gd name="connsiteY11" fmla="*/ 1634217 h 3204020"/>
                  <a:gd name="connsiteX12" fmla="*/ 745738 w 2262556"/>
                  <a:gd name="connsiteY12" fmla="*/ 141231 h 3204020"/>
                  <a:gd name="connsiteX13" fmla="*/ 787104 w 2262556"/>
                  <a:gd name="connsiteY13" fmla="*/ 41365 h 3204020"/>
                  <a:gd name="connsiteX0" fmla="*/ 787104 w 2616797"/>
                  <a:gd name="connsiteY0" fmla="*/ 41365 h 3204020"/>
                  <a:gd name="connsiteX1" fmla="*/ 886969 w 2616797"/>
                  <a:gd name="connsiteY1" fmla="*/ 0 h 3204020"/>
                  <a:gd name="connsiteX2" fmla="*/ 1028200 w 2616797"/>
                  <a:gd name="connsiteY2" fmla="*/ 141231 h 3204020"/>
                  <a:gd name="connsiteX3" fmla="*/ 1096626 w 2616797"/>
                  <a:gd name="connsiteY3" fmla="*/ 863751 h 3204020"/>
                  <a:gd name="connsiteX4" fmla="*/ 1695952 w 2616797"/>
                  <a:gd name="connsiteY4" fmla="*/ 851069 h 3204020"/>
                  <a:gd name="connsiteX5" fmla="*/ 1965411 w 2616797"/>
                  <a:gd name="connsiteY5" fmla="*/ 1898342 h 3204020"/>
                  <a:gd name="connsiteX6" fmla="*/ 2616797 w 2616797"/>
                  <a:gd name="connsiteY6" fmla="*/ 2518120 h 3204020"/>
                  <a:gd name="connsiteX7" fmla="*/ 1875442 w 2616797"/>
                  <a:gd name="connsiteY7" fmla="*/ 3204020 h 3204020"/>
                  <a:gd name="connsiteX8" fmla="*/ 1254050 w 2616797"/>
                  <a:gd name="connsiteY8" fmla="*/ 2468062 h 3204020"/>
                  <a:gd name="connsiteX9" fmla="*/ 647494 w 2616797"/>
                  <a:gd name="connsiteY9" fmla="*/ 2073665 h 3204020"/>
                  <a:gd name="connsiteX10" fmla="*/ 0 w 2616797"/>
                  <a:gd name="connsiteY10" fmla="*/ 1381959 h 3204020"/>
                  <a:gd name="connsiteX11" fmla="*/ 827659 w 2616797"/>
                  <a:gd name="connsiteY11" fmla="*/ 1634217 h 3204020"/>
                  <a:gd name="connsiteX12" fmla="*/ 745738 w 2616797"/>
                  <a:gd name="connsiteY12" fmla="*/ 141231 h 3204020"/>
                  <a:gd name="connsiteX13" fmla="*/ 787104 w 2616797"/>
                  <a:gd name="connsiteY13" fmla="*/ 41365 h 3204020"/>
                  <a:gd name="connsiteX0" fmla="*/ 787104 w 2616797"/>
                  <a:gd name="connsiteY0" fmla="*/ 41365 h 3204020"/>
                  <a:gd name="connsiteX1" fmla="*/ 886969 w 2616797"/>
                  <a:gd name="connsiteY1" fmla="*/ 0 h 3204020"/>
                  <a:gd name="connsiteX2" fmla="*/ 1028200 w 2616797"/>
                  <a:gd name="connsiteY2" fmla="*/ 141231 h 3204020"/>
                  <a:gd name="connsiteX3" fmla="*/ 1096626 w 2616797"/>
                  <a:gd name="connsiteY3" fmla="*/ 863751 h 3204020"/>
                  <a:gd name="connsiteX4" fmla="*/ 1695952 w 2616797"/>
                  <a:gd name="connsiteY4" fmla="*/ 851069 h 3204020"/>
                  <a:gd name="connsiteX5" fmla="*/ 1965411 w 2616797"/>
                  <a:gd name="connsiteY5" fmla="*/ 1898342 h 3204020"/>
                  <a:gd name="connsiteX6" fmla="*/ 2616797 w 2616797"/>
                  <a:gd name="connsiteY6" fmla="*/ 2518120 h 3204020"/>
                  <a:gd name="connsiteX7" fmla="*/ 1875442 w 2616797"/>
                  <a:gd name="connsiteY7" fmla="*/ 3204020 h 3204020"/>
                  <a:gd name="connsiteX8" fmla="*/ 1254050 w 2616797"/>
                  <a:gd name="connsiteY8" fmla="*/ 2468062 h 3204020"/>
                  <a:gd name="connsiteX9" fmla="*/ 647494 w 2616797"/>
                  <a:gd name="connsiteY9" fmla="*/ 2073665 h 3204020"/>
                  <a:gd name="connsiteX10" fmla="*/ 0 w 2616797"/>
                  <a:gd name="connsiteY10" fmla="*/ 1381959 h 3204020"/>
                  <a:gd name="connsiteX11" fmla="*/ 827659 w 2616797"/>
                  <a:gd name="connsiteY11" fmla="*/ 1634217 h 3204020"/>
                  <a:gd name="connsiteX12" fmla="*/ 745738 w 2616797"/>
                  <a:gd name="connsiteY12" fmla="*/ 141231 h 3204020"/>
                  <a:gd name="connsiteX13" fmla="*/ 787104 w 2616797"/>
                  <a:gd name="connsiteY13" fmla="*/ 41365 h 3204020"/>
                  <a:gd name="connsiteX0" fmla="*/ 787104 w 2635848"/>
                  <a:gd name="connsiteY0" fmla="*/ 41365 h 3204020"/>
                  <a:gd name="connsiteX1" fmla="*/ 886969 w 2635848"/>
                  <a:gd name="connsiteY1" fmla="*/ 0 h 3204020"/>
                  <a:gd name="connsiteX2" fmla="*/ 1028200 w 2635848"/>
                  <a:gd name="connsiteY2" fmla="*/ 141231 h 3204020"/>
                  <a:gd name="connsiteX3" fmla="*/ 1096626 w 2635848"/>
                  <a:gd name="connsiteY3" fmla="*/ 863751 h 3204020"/>
                  <a:gd name="connsiteX4" fmla="*/ 1695952 w 2635848"/>
                  <a:gd name="connsiteY4" fmla="*/ 851069 h 3204020"/>
                  <a:gd name="connsiteX5" fmla="*/ 1965411 w 2635848"/>
                  <a:gd name="connsiteY5" fmla="*/ 1898342 h 3204020"/>
                  <a:gd name="connsiteX6" fmla="*/ 2635848 w 2635848"/>
                  <a:gd name="connsiteY6" fmla="*/ 2523197 h 3204020"/>
                  <a:gd name="connsiteX7" fmla="*/ 1875442 w 2635848"/>
                  <a:gd name="connsiteY7" fmla="*/ 3204020 h 3204020"/>
                  <a:gd name="connsiteX8" fmla="*/ 1254050 w 2635848"/>
                  <a:gd name="connsiteY8" fmla="*/ 2468062 h 3204020"/>
                  <a:gd name="connsiteX9" fmla="*/ 647494 w 2635848"/>
                  <a:gd name="connsiteY9" fmla="*/ 2073665 h 3204020"/>
                  <a:gd name="connsiteX10" fmla="*/ 0 w 2635848"/>
                  <a:gd name="connsiteY10" fmla="*/ 1381959 h 3204020"/>
                  <a:gd name="connsiteX11" fmla="*/ 827659 w 2635848"/>
                  <a:gd name="connsiteY11" fmla="*/ 1634217 h 3204020"/>
                  <a:gd name="connsiteX12" fmla="*/ 745738 w 2635848"/>
                  <a:gd name="connsiteY12" fmla="*/ 141231 h 3204020"/>
                  <a:gd name="connsiteX13" fmla="*/ 787104 w 2635848"/>
                  <a:gd name="connsiteY13" fmla="*/ 41365 h 3204020"/>
                  <a:gd name="connsiteX0" fmla="*/ 787104 w 2651771"/>
                  <a:gd name="connsiteY0" fmla="*/ 41365 h 3204020"/>
                  <a:gd name="connsiteX1" fmla="*/ 886969 w 2651771"/>
                  <a:gd name="connsiteY1" fmla="*/ 0 h 3204020"/>
                  <a:gd name="connsiteX2" fmla="*/ 1028200 w 2651771"/>
                  <a:gd name="connsiteY2" fmla="*/ 141231 h 3204020"/>
                  <a:gd name="connsiteX3" fmla="*/ 1096626 w 2651771"/>
                  <a:gd name="connsiteY3" fmla="*/ 863751 h 3204020"/>
                  <a:gd name="connsiteX4" fmla="*/ 1695952 w 2651771"/>
                  <a:gd name="connsiteY4" fmla="*/ 851069 h 3204020"/>
                  <a:gd name="connsiteX5" fmla="*/ 1965411 w 2651771"/>
                  <a:gd name="connsiteY5" fmla="*/ 1898342 h 3204020"/>
                  <a:gd name="connsiteX6" fmla="*/ 2651771 w 2651771"/>
                  <a:gd name="connsiteY6" fmla="*/ 2516454 h 3204020"/>
                  <a:gd name="connsiteX7" fmla="*/ 1875442 w 2651771"/>
                  <a:gd name="connsiteY7" fmla="*/ 3204020 h 3204020"/>
                  <a:gd name="connsiteX8" fmla="*/ 1254050 w 2651771"/>
                  <a:gd name="connsiteY8" fmla="*/ 2468062 h 3204020"/>
                  <a:gd name="connsiteX9" fmla="*/ 647494 w 2651771"/>
                  <a:gd name="connsiteY9" fmla="*/ 2073665 h 3204020"/>
                  <a:gd name="connsiteX10" fmla="*/ 0 w 2651771"/>
                  <a:gd name="connsiteY10" fmla="*/ 1381959 h 3204020"/>
                  <a:gd name="connsiteX11" fmla="*/ 827659 w 2651771"/>
                  <a:gd name="connsiteY11" fmla="*/ 1634217 h 3204020"/>
                  <a:gd name="connsiteX12" fmla="*/ 745738 w 2651771"/>
                  <a:gd name="connsiteY12" fmla="*/ 141231 h 3204020"/>
                  <a:gd name="connsiteX13" fmla="*/ 787104 w 2651771"/>
                  <a:gd name="connsiteY13" fmla="*/ 41365 h 3204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51771" h="3204020">
                    <a:moveTo>
                      <a:pt x="787104" y="41365"/>
                    </a:moveTo>
                    <a:cubicBezTo>
                      <a:pt x="812661" y="15808"/>
                      <a:pt x="847969" y="0"/>
                      <a:pt x="886969" y="0"/>
                    </a:cubicBezTo>
                    <a:cubicBezTo>
                      <a:pt x="964969" y="0"/>
                      <a:pt x="1028200" y="63231"/>
                      <a:pt x="1028200" y="141231"/>
                    </a:cubicBezTo>
                    <a:lnTo>
                      <a:pt x="1096626" y="863751"/>
                    </a:lnTo>
                    <a:cubicBezTo>
                      <a:pt x="1324950" y="817026"/>
                      <a:pt x="1594219" y="679679"/>
                      <a:pt x="1695952" y="851069"/>
                    </a:cubicBezTo>
                    <a:cubicBezTo>
                      <a:pt x="1896857" y="1284096"/>
                      <a:pt x="2012961" y="1443677"/>
                      <a:pt x="1965411" y="1898342"/>
                    </a:cubicBezTo>
                    <a:cubicBezTo>
                      <a:pt x="2062863" y="2027881"/>
                      <a:pt x="2521735" y="2407218"/>
                      <a:pt x="2651771" y="2516454"/>
                    </a:cubicBezTo>
                    <a:lnTo>
                      <a:pt x="1875442" y="3204020"/>
                    </a:lnTo>
                    <a:lnTo>
                      <a:pt x="1254050" y="2468062"/>
                    </a:lnTo>
                    <a:cubicBezTo>
                      <a:pt x="1117281" y="2338792"/>
                      <a:pt x="856388" y="2269133"/>
                      <a:pt x="647494" y="2073665"/>
                    </a:cubicBezTo>
                    <a:cubicBezTo>
                      <a:pt x="560013" y="2007911"/>
                      <a:pt x="439289" y="1645529"/>
                      <a:pt x="0" y="1381959"/>
                    </a:cubicBezTo>
                    <a:cubicBezTo>
                      <a:pt x="137000" y="1119373"/>
                      <a:pt x="679491" y="1549956"/>
                      <a:pt x="827659" y="1634217"/>
                    </a:cubicBezTo>
                    <a:lnTo>
                      <a:pt x="745738" y="141231"/>
                    </a:lnTo>
                    <a:cubicBezTo>
                      <a:pt x="745738" y="102231"/>
                      <a:pt x="761546" y="66923"/>
                      <a:pt x="787104" y="41365"/>
                    </a:cubicBezTo>
                    <a:close/>
                  </a:path>
                </a:pathLst>
              </a:custGeom>
              <a:solidFill>
                <a:srgbClr val="FECBA3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" name="Group 81">
                <a:extLst>
                  <a:ext uri="{FF2B5EF4-FFF2-40B4-BE49-F238E27FC236}">
                    <a16:creationId xmlns:a16="http://schemas.microsoft.com/office/drawing/2014/main" id="{D6ECC345-8A34-7D36-962E-BFF8B7B037A1}"/>
                  </a:ext>
                </a:extLst>
              </p:cNvPr>
              <p:cNvGrpSpPr/>
              <p:nvPr/>
            </p:nvGrpSpPr>
            <p:grpSpPr>
              <a:xfrm>
                <a:off x="3588095" y="5094961"/>
                <a:ext cx="743430" cy="1087769"/>
                <a:chOff x="3588095" y="5094961"/>
                <a:chExt cx="743430" cy="1087769"/>
              </a:xfrm>
            </p:grpSpPr>
            <p:grpSp>
              <p:nvGrpSpPr>
                <p:cNvPr id="6" name="Group 64">
                  <a:extLst>
                    <a:ext uri="{FF2B5EF4-FFF2-40B4-BE49-F238E27FC236}">
                      <a16:creationId xmlns:a16="http://schemas.microsoft.com/office/drawing/2014/main" id="{CF49B15D-C32C-822A-4C53-86F38B41D486}"/>
                    </a:ext>
                  </a:extLst>
                </p:cNvPr>
                <p:cNvGrpSpPr/>
                <p:nvPr/>
              </p:nvGrpSpPr>
              <p:grpSpPr>
                <a:xfrm rot="20671139">
                  <a:off x="3588095" y="5094961"/>
                  <a:ext cx="582809" cy="1087769"/>
                  <a:chOff x="3501573" y="3178068"/>
                  <a:chExt cx="1340594" cy="2737840"/>
                </a:xfrm>
              </p:grpSpPr>
              <p:sp>
                <p:nvSpPr>
                  <p:cNvPr id="8" name="Freeform: Shape 68">
                    <a:extLst>
                      <a:ext uri="{FF2B5EF4-FFF2-40B4-BE49-F238E27FC236}">
                        <a16:creationId xmlns:a16="http://schemas.microsoft.com/office/drawing/2014/main" id="{BAC45989-47A2-A7E4-378B-08E4D0208243}"/>
                      </a:ext>
                    </a:extLst>
                  </p:cNvPr>
                  <p:cNvSpPr/>
                  <p:nvPr/>
                </p:nvSpPr>
                <p:spPr>
                  <a:xfrm>
                    <a:off x="3504728" y="3612346"/>
                    <a:ext cx="62939" cy="220286"/>
                  </a:xfrm>
                  <a:custGeom>
                    <a:avLst/>
                    <a:gdLst>
                      <a:gd name="connsiteX0" fmla="*/ 12859 w 19050"/>
                      <a:gd name="connsiteY0" fmla="*/ 68104 h 66675"/>
                      <a:gd name="connsiteX1" fmla="*/ 12859 w 19050"/>
                      <a:gd name="connsiteY1" fmla="*/ 68104 h 66675"/>
                      <a:gd name="connsiteX2" fmla="*/ 7144 w 19050"/>
                      <a:gd name="connsiteY2" fmla="*/ 62389 h 66675"/>
                      <a:gd name="connsiteX3" fmla="*/ 7144 w 19050"/>
                      <a:gd name="connsiteY3" fmla="*/ 12859 h 66675"/>
                      <a:gd name="connsiteX4" fmla="*/ 12859 w 19050"/>
                      <a:gd name="connsiteY4" fmla="*/ 7144 h 66675"/>
                      <a:gd name="connsiteX5" fmla="*/ 12859 w 19050"/>
                      <a:gd name="connsiteY5" fmla="*/ 7144 h 66675"/>
                      <a:gd name="connsiteX6" fmla="*/ 18574 w 19050"/>
                      <a:gd name="connsiteY6" fmla="*/ 12859 h 66675"/>
                      <a:gd name="connsiteX7" fmla="*/ 18574 w 19050"/>
                      <a:gd name="connsiteY7" fmla="*/ 62389 h 66675"/>
                      <a:gd name="connsiteX8" fmla="*/ 12859 w 19050"/>
                      <a:gd name="connsiteY8" fmla="*/ 68104 h 66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050" h="66675">
                        <a:moveTo>
                          <a:pt x="12859" y="68104"/>
                        </a:moveTo>
                        <a:lnTo>
                          <a:pt x="12859" y="68104"/>
                        </a:lnTo>
                        <a:cubicBezTo>
                          <a:pt x="10001" y="68104"/>
                          <a:pt x="7144" y="65246"/>
                          <a:pt x="7144" y="62389"/>
                        </a:cubicBezTo>
                        <a:lnTo>
                          <a:pt x="7144" y="12859"/>
                        </a:lnTo>
                        <a:cubicBezTo>
                          <a:pt x="7144" y="10001"/>
                          <a:pt x="10001" y="7144"/>
                          <a:pt x="12859" y="7144"/>
                        </a:cubicBezTo>
                        <a:lnTo>
                          <a:pt x="12859" y="7144"/>
                        </a:lnTo>
                        <a:cubicBezTo>
                          <a:pt x="15716" y="7144"/>
                          <a:pt x="18574" y="10001"/>
                          <a:pt x="18574" y="12859"/>
                        </a:cubicBezTo>
                        <a:lnTo>
                          <a:pt x="18574" y="62389"/>
                        </a:lnTo>
                        <a:cubicBezTo>
                          <a:pt x="18574" y="65246"/>
                          <a:pt x="15716" y="68104"/>
                          <a:pt x="12859" y="6810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" name="Freeform: Shape 69">
                    <a:extLst>
                      <a:ext uri="{FF2B5EF4-FFF2-40B4-BE49-F238E27FC236}">
                        <a16:creationId xmlns:a16="http://schemas.microsoft.com/office/drawing/2014/main" id="{FB9C124A-BDCB-693E-BFE5-35BB6907BD56}"/>
                      </a:ext>
                    </a:extLst>
                  </p:cNvPr>
                  <p:cNvSpPr/>
                  <p:nvPr/>
                </p:nvSpPr>
                <p:spPr>
                  <a:xfrm>
                    <a:off x="3501573" y="3832632"/>
                    <a:ext cx="62939" cy="220286"/>
                  </a:xfrm>
                  <a:custGeom>
                    <a:avLst/>
                    <a:gdLst>
                      <a:gd name="connsiteX0" fmla="*/ 12859 w 19050"/>
                      <a:gd name="connsiteY0" fmla="*/ 68104 h 66675"/>
                      <a:gd name="connsiteX1" fmla="*/ 12859 w 19050"/>
                      <a:gd name="connsiteY1" fmla="*/ 68104 h 66675"/>
                      <a:gd name="connsiteX2" fmla="*/ 7144 w 19050"/>
                      <a:gd name="connsiteY2" fmla="*/ 62389 h 66675"/>
                      <a:gd name="connsiteX3" fmla="*/ 7144 w 19050"/>
                      <a:gd name="connsiteY3" fmla="*/ 12859 h 66675"/>
                      <a:gd name="connsiteX4" fmla="*/ 12859 w 19050"/>
                      <a:gd name="connsiteY4" fmla="*/ 7144 h 66675"/>
                      <a:gd name="connsiteX5" fmla="*/ 12859 w 19050"/>
                      <a:gd name="connsiteY5" fmla="*/ 7144 h 66675"/>
                      <a:gd name="connsiteX6" fmla="*/ 18574 w 19050"/>
                      <a:gd name="connsiteY6" fmla="*/ 12859 h 66675"/>
                      <a:gd name="connsiteX7" fmla="*/ 18574 w 19050"/>
                      <a:gd name="connsiteY7" fmla="*/ 62389 h 66675"/>
                      <a:gd name="connsiteX8" fmla="*/ 12859 w 19050"/>
                      <a:gd name="connsiteY8" fmla="*/ 68104 h 66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050" h="66675">
                        <a:moveTo>
                          <a:pt x="12859" y="68104"/>
                        </a:moveTo>
                        <a:lnTo>
                          <a:pt x="12859" y="68104"/>
                        </a:lnTo>
                        <a:cubicBezTo>
                          <a:pt x="10001" y="68104"/>
                          <a:pt x="7144" y="65246"/>
                          <a:pt x="7144" y="62389"/>
                        </a:cubicBezTo>
                        <a:lnTo>
                          <a:pt x="7144" y="12859"/>
                        </a:lnTo>
                        <a:cubicBezTo>
                          <a:pt x="7144" y="10001"/>
                          <a:pt x="10001" y="7144"/>
                          <a:pt x="12859" y="7144"/>
                        </a:cubicBezTo>
                        <a:lnTo>
                          <a:pt x="12859" y="7144"/>
                        </a:lnTo>
                        <a:cubicBezTo>
                          <a:pt x="15716" y="7144"/>
                          <a:pt x="18574" y="10001"/>
                          <a:pt x="18574" y="12859"/>
                        </a:cubicBezTo>
                        <a:lnTo>
                          <a:pt x="18574" y="62389"/>
                        </a:lnTo>
                        <a:cubicBezTo>
                          <a:pt x="18574" y="65246"/>
                          <a:pt x="15716" y="68104"/>
                          <a:pt x="12859" y="6810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" name="Freeform: Shape 70">
                    <a:extLst>
                      <a:ext uri="{FF2B5EF4-FFF2-40B4-BE49-F238E27FC236}">
                        <a16:creationId xmlns:a16="http://schemas.microsoft.com/office/drawing/2014/main" id="{5ABE8F53-A61D-173F-482D-E8816059115A}"/>
                      </a:ext>
                    </a:extLst>
                  </p:cNvPr>
                  <p:cNvSpPr/>
                  <p:nvPr/>
                </p:nvSpPr>
                <p:spPr>
                  <a:xfrm>
                    <a:off x="4776089" y="3829487"/>
                    <a:ext cx="62939" cy="220286"/>
                  </a:xfrm>
                  <a:custGeom>
                    <a:avLst/>
                    <a:gdLst>
                      <a:gd name="connsiteX0" fmla="*/ 12859 w 19050"/>
                      <a:gd name="connsiteY0" fmla="*/ 68104 h 66675"/>
                      <a:gd name="connsiteX1" fmla="*/ 12859 w 19050"/>
                      <a:gd name="connsiteY1" fmla="*/ 68104 h 66675"/>
                      <a:gd name="connsiteX2" fmla="*/ 7144 w 19050"/>
                      <a:gd name="connsiteY2" fmla="*/ 62389 h 66675"/>
                      <a:gd name="connsiteX3" fmla="*/ 7144 w 19050"/>
                      <a:gd name="connsiteY3" fmla="*/ 12859 h 66675"/>
                      <a:gd name="connsiteX4" fmla="*/ 12859 w 19050"/>
                      <a:gd name="connsiteY4" fmla="*/ 7144 h 66675"/>
                      <a:gd name="connsiteX5" fmla="*/ 12859 w 19050"/>
                      <a:gd name="connsiteY5" fmla="*/ 7144 h 66675"/>
                      <a:gd name="connsiteX6" fmla="*/ 18574 w 19050"/>
                      <a:gd name="connsiteY6" fmla="*/ 12859 h 66675"/>
                      <a:gd name="connsiteX7" fmla="*/ 18574 w 19050"/>
                      <a:gd name="connsiteY7" fmla="*/ 62389 h 66675"/>
                      <a:gd name="connsiteX8" fmla="*/ 12859 w 19050"/>
                      <a:gd name="connsiteY8" fmla="*/ 68104 h 66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9050" h="66675">
                        <a:moveTo>
                          <a:pt x="12859" y="68104"/>
                        </a:moveTo>
                        <a:lnTo>
                          <a:pt x="12859" y="68104"/>
                        </a:lnTo>
                        <a:cubicBezTo>
                          <a:pt x="10001" y="68104"/>
                          <a:pt x="7144" y="65246"/>
                          <a:pt x="7144" y="62389"/>
                        </a:cubicBezTo>
                        <a:lnTo>
                          <a:pt x="7144" y="12859"/>
                        </a:lnTo>
                        <a:cubicBezTo>
                          <a:pt x="7144" y="10001"/>
                          <a:pt x="10001" y="7144"/>
                          <a:pt x="12859" y="7144"/>
                        </a:cubicBezTo>
                        <a:lnTo>
                          <a:pt x="12859" y="7144"/>
                        </a:lnTo>
                        <a:cubicBezTo>
                          <a:pt x="15716" y="7144"/>
                          <a:pt x="18574" y="10001"/>
                          <a:pt x="18574" y="12859"/>
                        </a:cubicBezTo>
                        <a:lnTo>
                          <a:pt x="18574" y="62389"/>
                        </a:lnTo>
                        <a:cubicBezTo>
                          <a:pt x="19526" y="65246"/>
                          <a:pt x="16669" y="68104"/>
                          <a:pt x="12859" y="6810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1" name="Freeform: Shape 71">
                    <a:extLst>
                      <a:ext uri="{FF2B5EF4-FFF2-40B4-BE49-F238E27FC236}">
                        <a16:creationId xmlns:a16="http://schemas.microsoft.com/office/drawing/2014/main" id="{B0D61A8A-FFF2-234C-A1DF-B59CF8D0FB0D}"/>
                      </a:ext>
                    </a:extLst>
                  </p:cNvPr>
                  <p:cNvSpPr/>
                  <p:nvPr/>
                </p:nvSpPr>
                <p:spPr>
                  <a:xfrm>
                    <a:off x="3520451" y="3178068"/>
                    <a:ext cx="1321716" cy="2737840"/>
                  </a:xfrm>
                  <a:custGeom>
                    <a:avLst/>
                    <a:gdLst>
                      <a:gd name="connsiteX0" fmla="*/ 350044 w 400050"/>
                      <a:gd name="connsiteY0" fmla="*/ 7144 h 828675"/>
                      <a:gd name="connsiteX1" fmla="*/ 53816 w 400050"/>
                      <a:gd name="connsiteY1" fmla="*/ 7144 h 828675"/>
                      <a:gd name="connsiteX2" fmla="*/ 7144 w 400050"/>
                      <a:gd name="connsiteY2" fmla="*/ 53816 h 828675"/>
                      <a:gd name="connsiteX3" fmla="*/ 7144 w 400050"/>
                      <a:gd name="connsiteY3" fmla="*/ 781526 h 828675"/>
                      <a:gd name="connsiteX4" fmla="*/ 53816 w 400050"/>
                      <a:gd name="connsiteY4" fmla="*/ 828199 h 828675"/>
                      <a:gd name="connsiteX5" fmla="*/ 350044 w 400050"/>
                      <a:gd name="connsiteY5" fmla="*/ 828199 h 828675"/>
                      <a:gd name="connsiteX6" fmla="*/ 396716 w 400050"/>
                      <a:gd name="connsiteY6" fmla="*/ 781526 h 828675"/>
                      <a:gd name="connsiteX7" fmla="*/ 396716 w 400050"/>
                      <a:gd name="connsiteY7" fmla="*/ 53816 h 828675"/>
                      <a:gd name="connsiteX8" fmla="*/ 350044 w 400050"/>
                      <a:gd name="connsiteY8" fmla="*/ 7144 h 828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0050" h="828675">
                        <a:moveTo>
                          <a:pt x="350044" y="7144"/>
                        </a:moveTo>
                        <a:lnTo>
                          <a:pt x="53816" y="7144"/>
                        </a:lnTo>
                        <a:cubicBezTo>
                          <a:pt x="28099" y="7144"/>
                          <a:pt x="7144" y="28099"/>
                          <a:pt x="7144" y="53816"/>
                        </a:cubicBezTo>
                        <a:lnTo>
                          <a:pt x="7144" y="781526"/>
                        </a:lnTo>
                        <a:cubicBezTo>
                          <a:pt x="7144" y="807244"/>
                          <a:pt x="28099" y="828199"/>
                          <a:pt x="53816" y="828199"/>
                        </a:cubicBezTo>
                        <a:lnTo>
                          <a:pt x="350044" y="828199"/>
                        </a:lnTo>
                        <a:cubicBezTo>
                          <a:pt x="375761" y="828199"/>
                          <a:pt x="396716" y="807244"/>
                          <a:pt x="396716" y="781526"/>
                        </a:cubicBezTo>
                        <a:lnTo>
                          <a:pt x="396716" y="53816"/>
                        </a:lnTo>
                        <a:cubicBezTo>
                          <a:pt x="396716" y="28099"/>
                          <a:pt x="375761" y="7144"/>
                          <a:pt x="350044" y="7144"/>
                        </a:cubicBezTo>
                        <a:close/>
                      </a:path>
                    </a:pathLst>
                  </a:custGeom>
                  <a:solidFill>
                    <a:srgbClr val="80808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" name="Freeform: Shape 72">
                    <a:extLst>
                      <a:ext uri="{FF2B5EF4-FFF2-40B4-BE49-F238E27FC236}">
                        <a16:creationId xmlns:a16="http://schemas.microsoft.com/office/drawing/2014/main" id="{F243809D-EAF6-16C6-80E0-41191F88547A}"/>
                      </a:ext>
                    </a:extLst>
                  </p:cNvPr>
                  <p:cNvSpPr/>
                  <p:nvPr/>
                </p:nvSpPr>
                <p:spPr>
                  <a:xfrm>
                    <a:off x="3529897" y="3190652"/>
                    <a:ext cx="1290246" cy="2706371"/>
                  </a:xfrm>
                  <a:custGeom>
                    <a:avLst/>
                    <a:gdLst>
                      <a:gd name="connsiteX0" fmla="*/ 345281 w 390525"/>
                      <a:gd name="connsiteY0" fmla="*/ 7144 h 819150"/>
                      <a:gd name="connsiteX1" fmla="*/ 52864 w 390525"/>
                      <a:gd name="connsiteY1" fmla="*/ 7144 h 819150"/>
                      <a:gd name="connsiteX2" fmla="*/ 7144 w 390525"/>
                      <a:gd name="connsiteY2" fmla="*/ 52864 h 819150"/>
                      <a:gd name="connsiteX3" fmla="*/ 7144 w 390525"/>
                      <a:gd name="connsiteY3" fmla="*/ 772954 h 819150"/>
                      <a:gd name="connsiteX4" fmla="*/ 52864 w 390525"/>
                      <a:gd name="connsiteY4" fmla="*/ 818674 h 819150"/>
                      <a:gd name="connsiteX5" fmla="*/ 345281 w 390525"/>
                      <a:gd name="connsiteY5" fmla="*/ 818674 h 819150"/>
                      <a:gd name="connsiteX6" fmla="*/ 391001 w 390525"/>
                      <a:gd name="connsiteY6" fmla="*/ 772954 h 819150"/>
                      <a:gd name="connsiteX7" fmla="*/ 391001 w 390525"/>
                      <a:gd name="connsiteY7" fmla="*/ 52864 h 819150"/>
                      <a:gd name="connsiteX8" fmla="*/ 345281 w 390525"/>
                      <a:gd name="connsiteY8" fmla="*/ 7144 h 8191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90525" h="819150">
                        <a:moveTo>
                          <a:pt x="345281" y="7144"/>
                        </a:moveTo>
                        <a:lnTo>
                          <a:pt x="52864" y="7144"/>
                        </a:lnTo>
                        <a:cubicBezTo>
                          <a:pt x="27146" y="7144"/>
                          <a:pt x="7144" y="27146"/>
                          <a:pt x="7144" y="52864"/>
                        </a:cubicBezTo>
                        <a:lnTo>
                          <a:pt x="7144" y="772954"/>
                        </a:lnTo>
                        <a:cubicBezTo>
                          <a:pt x="7144" y="798671"/>
                          <a:pt x="27146" y="818674"/>
                          <a:pt x="52864" y="818674"/>
                        </a:cubicBezTo>
                        <a:lnTo>
                          <a:pt x="345281" y="818674"/>
                        </a:lnTo>
                        <a:cubicBezTo>
                          <a:pt x="370999" y="818674"/>
                          <a:pt x="391001" y="798671"/>
                          <a:pt x="391001" y="772954"/>
                        </a:cubicBezTo>
                        <a:lnTo>
                          <a:pt x="391001" y="52864"/>
                        </a:lnTo>
                        <a:cubicBezTo>
                          <a:pt x="391001" y="28099"/>
                          <a:pt x="370046" y="7144"/>
                          <a:pt x="345281" y="7144"/>
                        </a:cubicBezTo>
                        <a:close/>
                      </a:path>
                    </a:pathLst>
                  </a:custGeom>
                  <a:solidFill>
                    <a:srgbClr val="1A1A1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3" name="Freeform: Shape 73">
                    <a:extLst>
                      <a:ext uri="{FF2B5EF4-FFF2-40B4-BE49-F238E27FC236}">
                        <a16:creationId xmlns:a16="http://schemas.microsoft.com/office/drawing/2014/main" id="{6CF74972-2FF1-D106-38B0-9614A381584A}"/>
                      </a:ext>
                    </a:extLst>
                  </p:cNvPr>
                  <p:cNvSpPr/>
                  <p:nvPr/>
                </p:nvSpPr>
                <p:spPr>
                  <a:xfrm>
                    <a:off x="3627447" y="3596610"/>
                    <a:ext cx="1101430" cy="1951104"/>
                  </a:xfrm>
                  <a:custGeom>
                    <a:avLst/>
                    <a:gdLst>
                      <a:gd name="connsiteX0" fmla="*/ 7144 w 333375"/>
                      <a:gd name="connsiteY0" fmla="*/ 7144 h 590550"/>
                      <a:gd name="connsiteX1" fmla="*/ 331946 w 333375"/>
                      <a:gd name="connsiteY1" fmla="*/ 7144 h 590550"/>
                      <a:gd name="connsiteX2" fmla="*/ 331946 w 333375"/>
                      <a:gd name="connsiteY2" fmla="*/ 586264 h 590550"/>
                      <a:gd name="connsiteX3" fmla="*/ 7144 w 333375"/>
                      <a:gd name="connsiteY3" fmla="*/ 586264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33375" h="590550">
                        <a:moveTo>
                          <a:pt x="7144" y="7144"/>
                        </a:moveTo>
                        <a:lnTo>
                          <a:pt x="331946" y="7144"/>
                        </a:lnTo>
                        <a:lnTo>
                          <a:pt x="331946" y="586264"/>
                        </a:lnTo>
                        <a:lnTo>
                          <a:pt x="7144" y="586264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20000"/>
                      <a:lumOff val="8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4" name="Group 74">
                    <a:extLst>
                      <a:ext uri="{FF2B5EF4-FFF2-40B4-BE49-F238E27FC236}">
                        <a16:creationId xmlns:a16="http://schemas.microsoft.com/office/drawing/2014/main" id="{014636AB-1920-5249-914F-B2013CA2BF56}"/>
                      </a:ext>
                    </a:extLst>
                  </p:cNvPr>
                  <p:cNvGrpSpPr/>
                  <p:nvPr/>
                </p:nvGrpSpPr>
                <p:grpSpPr>
                  <a:xfrm>
                    <a:off x="4088508" y="5635852"/>
                    <a:ext cx="173080" cy="173080"/>
                    <a:chOff x="6768665" y="6038214"/>
                    <a:chExt cx="147968" cy="147968"/>
                  </a:xfrm>
                </p:grpSpPr>
                <p:sp>
                  <p:nvSpPr>
                    <p:cNvPr id="18" name="Oval 78">
                      <a:extLst>
                        <a:ext uri="{FF2B5EF4-FFF2-40B4-BE49-F238E27FC236}">
                          <a16:creationId xmlns:a16="http://schemas.microsoft.com/office/drawing/2014/main" id="{FB77737D-DD86-A04B-38BE-2709D7B70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8665" y="6038214"/>
                      <a:ext cx="147968" cy="147968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" name="Oval 79">
                      <a:extLst>
                        <a:ext uri="{FF2B5EF4-FFF2-40B4-BE49-F238E27FC236}">
                          <a16:creationId xmlns:a16="http://schemas.microsoft.com/office/drawing/2014/main" id="{53A3B96E-736B-D3E3-2835-73ED4C918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2088" y="6071634"/>
                      <a:ext cx="81180" cy="81180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15" name="Freeform: Shape 75">
                    <a:extLst>
                      <a:ext uri="{FF2B5EF4-FFF2-40B4-BE49-F238E27FC236}">
                        <a16:creationId xmlns:a16="http://schemas.microsoft.com/office/drawing/2014/main" id="{E12A0F0B-AA74-0768-B233-5C1FEE3AEFAC}"/>
                      </a:ext>
                    </a:extLst>
                  </p:cNvPr>
                  <p:cNvSpPr/>
                  <p:nvPr/>
                </p:nvSpPr>
                <p:spPr>
                  <a:xfrm>
                    <a:off x="3821102" y="3628406"/>
                    <a:ext cx="906450" cy="1887518"/>
                  </a:xfrm>
                  <a:custGeom>
                    <a:avLst/>
                    <a:gdLst>
                      <a:gd name="connsiteX0" fmla="*/ 614149 w 1119116"/>
                      <a:gd name="connsiteY0" fmla="*/ 0 h 2330356"/>
                      <a:gd name="connsiteX1" fmla="*/ 1115704 w 1119116"/>
                      <a:gd name="connsiteY1" fmla="*/ 6824 h 2330356"/>
                      <a:gd name="connsiteX2" fmla="*/ 1119116 w 1119116"/>
                      <a:gd name="connsiteY2" fmla="*/ 2330356 h 2330356"/>
                      <a:gd name="connsiteX3" fmla="*/ 0 w 1119116"/>
                      <a:gd name="connsiteY3" fmla="*/ 2330356 h 2330356"/>
                      <a:gd name="connsiteX4" fmla="*/ 614149 w 1119116"/>
                      <a:gd name="connsiteY4" fmla="*/ 0 h 2330356"/>
                      <a:gd name="connsiteX0" fmla="*/ 614149 w 1119116"/>
                      <a:gd name="connsiteY0" fmla="*/ 0 h 2330356"/>
                      <a:gd name="connsiteX1" fmla="*/ 1115704 w 1119116"/>
                      <a:gd name="connsiteY1" fmla="*/ 3412 h 2330356"/>
                      <a:gd name="connsiteX2" fmla="*/ 1119116 w 1119116"/>
                      <a:gd name="connsiteY2" fmla="*/ 2330356 h 2330356"/>
                      <a:gd name="connsiteX3" fmla="*/ 0 w 1119116"/>
                      <a:gd name="connsiteY3" fmla="*/ 2330356 h 2330356"/>
                      <a:gd name="connsiteX4" fmla="*/ 614149 w 1119116"/>
                      <a:gd name="connsiteY4" fmla="*/ 0 h 23303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19116" h="2330356">
                        <a:moveTo>
                          <a:pt x="614149" y="0"/>
                        </a:moveTo>
                        <a:lnTo>
                          <a:pt x="1115704" y="3412"/>
                        </a:lnTo>
                        <a:cubicBezTo>
                          <a:pt x="1116841" y="777923"/>
                          <a:pt x="1117979" y="1555845"/>
                          <a:pt x="1119116" y="2330356"/>
                        </a:cubicBezTo>
                        <a:lnTo>
                          <a:pt x="0" y="2330356"/>
                        </a:lnTo>
                        <a:lnTo>
                          <a:pt x="614149" y="0"/>
                        </a:lnTo>
                        <a:close/>
                      </a:path>
                    </a:pathLst>
                  </a:custGeom>
                  <a:solidFill>
                    <a:srgbClr val="999999">
                      <a:alpha val="1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Rectangle: Rounded Corners 76">
                    <a:extLst>
                      <a:ext uri="{FF2B5EF4-FFF2-40B4-BE49-F238E27FC236}">
                        <a16:creationId xmlns:a16="http://schemas.microsoft.com/office/drawing/2014/main" id="{1359A11E-7C76-203A-FF46-C3D7CD728AB4}"/>
                      </a:ext>
                    </a:extLst>
                  </p:cNvPr>
                  <p:cNvSpPr/>
                  <p:nvPr/>
                </p:nvSpPr>
                <p:spPr>
                  <a:xfrm>
                    <a:off x="4058661" y="3449093"/>
                    <a:ext cx="254255" cy="5839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Oval 77">
                    <a:extLst>
                      <a:ext uri="{FF2B5EF4-FFF2-40B4-BE49-F238E27FC236}">
                        <a16:creationId xmlns:a16="http://schemas.microsoft.com/office/drawing/2014/main" id="{375E2F98-0361-6F7D-B99A-EB6E66E43689}"/>
                      </a:ext>
                    </a:extLst>
                  </p:cNvPr>
                  <p:cNvSpPr/>
                  <p:nvPr/>
                </p:nvSpPr>
                <p:spPr>
                  <a:xfrm>
                    <a:off x="3922825" y="3449093"/>
                    <a:ext cx="58393" cy="58393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" name="Freeform: Shape 80">
                  <a:extLst>
                    <a:ext uri="{FF2B5EF4-FFF2-40B4-BE49-F238E27FC236}">
                      <a16:creationId xmlns:a16="http://schemas.microsoft.com/office/drawing/2014/main" id="{75FE74F5-E2EA-BA49-9053-2C13ED7A385F}"/>
                    </a:ext>
                  </a:extLst>
                </p:cNvPr>
                <p:cNvSpPr/>
                <p:nvPr/>
              </p:nvSpPr>
              <p:spPr>
                <a:xfrm rot="3148397">
                  <a:off x="3988676" y="5571112"/>
                  <a:ext cx="370789" cy="314909"/>
                </a:xfrm>
                <a:custGeom>
                  <a:avLst/>
                  <a:gdLst>
                    <a:gd name="connsiteX0" fmla="*/ 21125 w 370789"/>
                    <a:gd name="connsiteY0" fmla="*/ 21125 h 314909"/>
                    <a:gd name="connsiteX1" fmla="*/ 72124 w 370789"/>
                    <a:gd name="connsiteY1" fmla="*/ 0 h 314909"/>
                    <a:gd name="connsiteX2" fmla="*/ 144248 w 370789"/>
                    <a:gd name="connsiteY2" fmla="*/ 72124 h 314909"/>
                    <a:gd name="connsiteX3" fmla="*/ 144248 w 370789"/>
                    <a:gd name="connsiteY3" fmla="*/ 91659 h 314909"/>
                    <a:gd name="connsiteX4" fmla="*/ 161551 w 370789"/>
                    <a:gd name="connsiteY4" fmla="*/ 79993 h 314909"/>
                    <a:gd name="connsiteX5" fmla="*/ 189624 w 370789"/>
                    <a:gd name="connsiteY5" fmla="*/ 74325 h 314909"/>
                    <a:gd name="connsiteX6" fmla="*/ 261749 w 370789"/>
                    <a:gd name="connsiteY6" fmla="*/ 146449 h 314909"/>
                    <a:gd name="connsiteX7" fmla="*/ 261748 w 370789"/>
                    <a:gd name="connsiteY7" fmla="*/ 166778 h 314909"/>
                    <a:gd name="connsiteX8" fmla="*/ 302400 w 370789"/>
                    <a:gd name="connsiteY8" fmla="*/ 149940 h 314909"/>
                    <a:gd name="connsiteX9" fmla="*/ 370789 w 370789"/>
                    <a:gd name="connsiteY9" fmla="*/ 218329 h 314909"/>
                    <a:gd name="connsiteX10" fmla="*/ 370789 w 370789"/>
                    <a:gd name="connsiteY10" fmla="*/ 246520 h 314909"/>
                    <a:gd name="connsiteX11" fmla="*/ 302400 w 370789"/>
                    <a:gd name="connsiteY11" fmla="*/ 314909 h 314909"/>
                    <a:gd name="connsiteX12" fmla="*/ 239385 w 370789"/>
                    <a:gd name="connsiteY12" fmla="*/ 273139 h 314909"/>
                    <a:gd name="connsiteX13" fmla="*/ 234750 w 370789"/>
                    <a:gd name="connsiteY13" fmla="*/ 250181 h 314909"/>
                    <a:gd name="connsiteX14" fmla="*/ 217698 w 370789"/>
                    <a:gd name="connsiteY14" fmla="*/ 261678 h 314909"/>
                    <a:gd name="connsiteX15" fmla="*/ 189625 w 370789"/>
                    <a:gd name="connsiteY15" fmla="*/ 267346 h 314909"/>
                    <a:gd name="connsiteX16" fmla="*/ 117501 w 370789"/>
                    <a:gd name="connsiteY16" fmla="*/ 195221 h 314909"/>
                    <a:gd name="connsiteX17" fmla="*/ 117501 w 370789"/>
                    <a:gd name="connsiteY17" fmla="*/ 175686 h 314909"/>
                    <a:gd name="connsiteX18" fmla="*/ 100198 w 370789"/>
                    <a:gd name="connsiteY18" fmla="*/ 187352 h 314909"/>
                    <a:gd name="connsiteX19" fmla="*/ 72124 w 370789"/>
                    <a:gd name="connsiteY19" fmla="*/ 193020 h 314909"/>
                    <a:gd name="connsiteX20" fmla="*/ 0 w 370789"/>
                    <a:gd name="connsiteY20" fmla="*/ 120896 h 314909"/>
                    <a:gd name="connsiteX21" fmla="*/ 0 w 370789"/>
                    <a:gd name="connsiteY21" fmla="*/ 72124 h 314909"/>
                    <a:gd name="connsiteX22" fmla="*/ 21125 w 370789"/>
                    <a:gd name="connsiteY22" fmla="*/ 21125 h 314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70789" h="314909">
                      <a:moveTo>
                        <a:pt x="21125" y="21125"/>
                      </a:moveTo>
                      <a:cubicBezTo>
                        <a:pt x="34177" y="8073"/>
                        <a:pt x="52207" y="0"/>
                        <a:pt x="72124" y="0"/>
                      </a:cubicBezTo>
                      <a:cubicBezTo>
                        <a:pt x="111957" y="0"/>
                        <a:pt x="144248" y="32291"/>
                        <a:pt x="144248" y="72124"/>
                      </a:cubicBezTo>
                      <a:lnTo>
                        <a:pt x="144248" y="91659"/>
                      </a:lnTo>
                      <a:lnTo>
                        <a:pt x="161551" y="79993"/>
                      </a:lnTo>
                      <a:cubicBezTo>
                        <a:pt x="170179" y="76343"/>
                        <a:pt x="179666" y="74326"/>
                        <a:pt x="189624" y="74325"/>
                      </a:cubicBezTo>
                      <a:cubicBezTo>
                        <a:pt x="229457" y="74326"/>
                        <a:pt x="261748" y="106617"/>
                        <a:pt x="261749" y="146449"/>
                      </a:cubicBezTo>
                      <a:lnTo>
                        <a:pt x="261748" y="166778"/>
                      </a:lnTo>
                      <a:lnTo>
                        <a:pt x="302400" y="149940"/>
                      </a:lnTo>
                      <a:cubicBezTo>
                        <a:pt x="340170" y="149940"/>
                        <a:pt x="370789" y="180559"/>
                        <a:pt x="370789" y="218329"/>
                      </a:cubicBezTo>
                      <a:lnTo>
                        <a:pt x="370789" y="246520"/>
                      </a:lnTo>
                      <a:cubicBezTo>
                        <a:pt x="370789" y="284290"/>
                        <a:pt x="340170" y="314909"/>
                        <a:pt x="302400" y="314909"/>
                      </a:cubicBezTo>
                      <a:cubicBezTo>
                        <a:pt x="274072" y="314908"/>
                        <a:pt x="249768" y="297685"/>
                        <a:pt x="239385" y="273139"/>
                      </a:cubicBezTo>
                      <a:lnTo>
                        <a:pt x="234750" y="250181"/>
                      </a:lnTo>
                      <a:lnTo>
                        <a:pt x="217698" y="261678"/>
                      </a:lnTo>
                      <a:cubicBezTo>
                        <a:pt x="209070" y="265327"/>
                        <a:pt x="199583" y="267346"/>
                        <a:pt x="189625" y="267346"/>
                      </a:cubicBezTo>
                      <a:cubicBezTo>
                        <a:pt x="149791" y="267346"/>
                        <a:pt x="117501" y="235054"/>
                        <a:pt x="117501" y="195221"/>
                      </a:cubicBezTo>
                      <a:lnTo>
                        <a:pt x="117501" y="175686"/>
                      </a:lnTo>
                      <a:lnTo>
                        <a:pt x="100198" y="187352"/>
                      </a:lnTo>
                      <a:cubicBezTo>
                        <a:pt x="91569" y="191002"/>
                        <a:pt x="82082" y="193020"/>
                        <a:pt x="72124" y="193020"/>
                      </a:cubicBezTo>
                      <a:cubicBezTo>
                        <a:pt x="32291" y="193020"/>
                        <a:pt x="0" y="160729"/>
                        <a:pt x="0" y="120896"/>
                      </a:cubicBezTo>
                      <a:lnTo>
                        <a:pt x="0" y="72124"/>
                      </a:lnTo>
                      <a:cubicBezTo>
                        <a:pt x="0" y="52208"/>
                        <a:pt x="8073" y="34177"/>
                        <a:pt x="21125" y="21125"/>
                      </a:cubicBezTo>
                      <a:close/>
                    </a:path>
                  </a:pathLst>
                </a:custGeom>
                <a:solidFill>
                  <a:srgbClr val="FECBA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1" name="Group 94">
              <a:extLst>
                <a:ext uri="{FF2B5EF4-FFF2-40B4-BE49-F238E27FC236}">
                  <a16:creationId xmlns:a16="http://schemas.microsoft.com/office/drawing/2014/main" id="{DDAFBEC9-F55B-905E-9E55-000A5F0190E7}"/>
                </a:ext>
              </a:extLst>
            </p:cNvPr>
            <p:cNvGrpSpPr/>
            <p:nvPr/>
          </p:nvGrpSpPr>
          <p:grpSpPr>
            <a:xfrm>
              <a:off x="618525" y="1024372"/>
              <a:ext cx="2832651" cy="1235626"/>
              <a:chOff x="618525" y="1024372"/>
              <a:chExt cx="2832651" cy="1235626"/>
            </a:xfrm>
          </p:grpSpPr>
          <p:sp>
            <p:nvSpPr>
              <p:cNvPr id="32" name="Freeform: Shape 93">
                <a:extLst>
                  <a:ext uri="{FF2B5EF4-FFF2-40B4-BE49-F238E27FC236}">
                    <a16:creationId xmlns:a16="http://schemas.microsoft.com/office/drawing/2014/main" id="{B9ADD069-2FCF-4224-9911-980E8BD43EFB}"/>
                  </a:ext>
                </a:extLst>
              </p:cNvPr>
              <p:cNvSpPr/>
              <p:nvPr/>
            </p:nvSpPr>
            <p:spPr>
              <a:xfrm rot="20705322">
                <a:off x="700635" y="1142977"/>
                <a:ext cx="2719919" cy="1117021"/>
              </a:xfrm>
              <a:custGeom>
                <a:avLst/>
                <a:gdLst>
                  <a:gd name="connsiteX0" fmla="*/ 531539 w 2833662"/>
                  <a:gd name="connsiteY0" fmla="*/ 155632 h 1163733"/>
                  <a:gd name="connsiteX1" fmla="*/ 502008 w 2833662"/>
                  <a:gd name="connsiteY1" fmla="*/ 349878 h 1163733"/>
                  <a:gd name="connsiteX2" fmla="*/ 503690 w 2833662"/>
                  <a:gd name="connsiteY2" fmla="*/ 339341 h 1163733"/>
                  <a:gd name="connsiteX3" fmla="*/ 529694 w 2833662"/>
                  <a:gd name="connsiteY3" fmla="*/ 169349 h 1163733"/>
                  <a:gd name="connsiteX4" fmla="*/ 717345 w 2833662"/>
                  <a:gd name="connsiteY4" fmla="*/ 119524 h 1163733"/>
                  <a:gd name="connsiteX5" fmla="*/ 551397 w 2833662"/>
                  <a:gd name="connsiteY5" fmla="*/ 119524 h 1163733"/>
                  <a:gd name="connsiteX6" fmla="*/ 543741 w 2833662"/>
                  <a:gd name="connsiteY6" fmla="*/ 121683 h 1163733"/>
                  <a:gd name="connsiteX7" fmla="*/ 551397 w 2833662"/>
                  <a:gd name="connsiteY7" fmla="*/ 119837 h 1163733"/>
                  <a:gd name="connsiteX8" fmla="*/ 711203 w 2833662"/>
                  <a:gd name="connsiteY8" fmla="*/ 119562 h 1163733"/>
                  <a:gd name="connsiteX9" fmla="*/ 886952 w 2833662"/>
                  <a:gd name="connsiteY9" fmla="*/ 122932 h 1163733"/>
                  <a:gd name="connsiteX10" fmla="*/ 885036 w 2833662"/>
                  <a:gd name="connsiteY10" fmla="*/ 122422 h 1163733"/>
                  <a:gd name="connsiteX11" fmla="*/ 889165 w 2833662"/>
                  <a:gd name="connsiteY11" fmla="*/ 135756 h 1163733"/>
                  <a:gd name="connsiteX12" fmla="*/ 889185 w 2833662"/>
                  <a:gd name="connsiteY12" fmla="*/ 135505 h 1163733"/>
                  <a:gd name="connsiteX13" fmla="*/ 886952 w 2833662"/>
                  <a:gd name="connsiteY13" fmla="*/ 122932 h 1163733"/>
                  <a:gd name="connsiteX14" fmla="*/ 1929084 w 2833662"/>
                  <a:gd name="connsiteY14" fmla="*/ 123097 h 1163733"/>
                  <a:gd name="connsiteX15" fmla="*/ 1926792 w 2833662"/>
                  <a:gd name="connsiteY15" fmla="*/ 123950 h 1163733"/>
                  <a:gd name="connsiteX16" fmla="*/ 1926382 w 2833662"/>
                  <a:gd name="connsiteY16" fmla="*/ 130830 h 1163733"/>
                  <a:gd name="connsiteX17" fmla="*/ 2279033 w 2833662"/>
                  <a:gd name="connsiteY17" fmla="*/ 121913 h 1163733"/>
                  <a:gd name="connsiteX18" fmla="*/ 2268536 w 2833662"/>
                  <a:gd name="connsiteY18" fmla="*/ 119524 h 1163733"/>
                  <a:gd name="connsiteX19" fmla="*/ 2068663 w 2833662"/>
                  <a:gd name="connsiteY19" fmla="*/ 119334 h 1163733"/>
                  <a:gd name="connsiteX20" fmla="*/ 2106848 w 2833662"/>
                  <a:gd name="connsiteY20" fmla="*/ 119563 h 1163733"/>
                  <a:gd name="connsiteX21" fmla="*/ 2269788 w 2833662"/>
                  <a:gd name="connsiteY21" fmla="*/ 119837 h 1163733"/>
                  <a:gd name="connsiteX22" fmla="*/ 2279116 w 2833662"/>
                  <a:gd name="connsiteY22" fmla="*/ 122087 h 1163733"/>
                  <a:gd name="connsiteX23" fmla="*/ 2391901 w 2833662"/>
                  <a:gd name="connsiteY23" fmla="*/ 3968 h 1163733"/>
                  <a:gd name="connsiteX24" fmla="*/ 2431163 w 2833662"/>
                  <a:gd name="connsiteY24" fmla="*/ 67509 h 1163733"/>
                  <a:gd name="connsiteX25" fmla="*/ 2441503 w 2833662"/>
                  <a:gd name="connsiteY25" fmla="*/ 112944 h 1163733"/>
                  <a:gd name="connsiteX26" fmla="*/ 2827859 w 2833662"/>
                  <a:gd name="connsiteY26" fmla="*/ 958979 h 1163733"/>
                  <a:gd name="connsiteX27" fmla="*/ 2828799 w 2833662"/>
                  <a:gd name="connsiteY27" fmla="*/ 992820 h 1163733"/>
                  <a:gd name="connsiteX28" fmla="*/ 2655832 w 2833662"/>
                  <a:gd name="connsiteY28" fmla="*/ 1126305 h 1163733"/>
                  <a:gd name="connsiteX29" fmla="*/ 2459990 w 2833662"/>
                  <a:gd name="connsiteY29" fmla="*/ 1080557 h 1163733"/>
                  <a:gd name="connsiteX30" fmla="*/ 2450640 w 2833662"/>
                  <a:gd name="connsiteY30" fmla="*/ 1064317 h 1163733"/>
                  <a:gd name="connsiteX31" fmla="*/ 2451216 w 2833662"/>
                  <a:gd name="connsiteY31" fmla="*/ 1071157 h 1163733"/>
                  <a:gd name="connsiteX32" fmla="*/ 2378520 w 2833662"/>
                  <a:gd name="connsiteY32" fmla="*/ 1108758 h 1163733"/>
                  <a:gd name="connsiteX33" fmla="*/ 2236260 w 2833662"/>
                  <a:gd name="connsiteY33" fmla="*/ 1157640 h 1163733"/>
                  <a:gd name="connsiteX34" fmla="*/ 2063607 w 2833662"/>
                  <a:gd name="connsiteY34" fmla="*/ 1116592 h 1163733"/>
                  <a:gd name="connsiteX35" fmla="*/ 2016605 w 2833662"/>
                  <a:gd name="connsiteY35" fmla="*/ 1078991 h 1163733"/>
                  <a:gd name="connsiteX36" fmla="*/ 2016450 w 2833662"/>
                  <a:gd name="connsiteY36" fmla="*/ 1077428 h 1163733"/>
                  <a:gd name="connsiteX37" fmla="*/ 1999371 w 2833662"/>
                  <a:gd name="connsiteY37" fmla="*/ 1097165 h 1163733"/>
                  <a:gd name="connsiteX38" fmla="*/ 1883433 w 2833662"/>
                  <a:gd name="connsiteY38" fmla="*/ 1152626 h 1163733"/>
                  <a:gd name="connsiteX39" fmla="*/ 1702318 w 2833662"/>
                  <a:gd name="connsiteY39" fmla="*/ 1112205 h 1163733"/>
                  <a:gd name="connsiteX40" fmla="*/ 1669731 w 2833662"/>
                  <a:gd name="connsiteY40" fmla="*/ 1087764 h 1163733"/>
                  <a:gd name="connsiteX41" fmla="*/ 1659247 w 2833662"/>
                  <a:gd name="connsiteY41" fmla="*/ 1075136 h 1163733"/>
                  <a:gd name="connsiteX42" fmla="*/ 1618029 w 2833662"/>
                  <a:gd name="connsiteY42" fmla="*/ 1100612 h 1163733"/>
                  <a:gd name="connsiteX43" fmla="*/ 1405893 w 2833662"/>
                  <a:gd name="connsiteY43" fmla="*/ 1160774 h 1163733"/>
                  <a:gd name="connsiteX44" fmla="*/ 1263633 w 2833662"/>
                  <a:gd name="connsiteY44" fmla="*/ 1111892 h 1163733"/>
                  <a:gd name="connsiteX45" fmla="*/ 1198487 w 2833662"/>
                  <a:gd name="connsiteY45" fmla="*/ 1074494 h 1163733"/>
                  <a:gd name="connsiteX46" fmla="*/ 1194070 w 2833662"/>
                  <a:gd name="connsiteY46" fmla="*/ 1082751 h 1163733"/>
                  <a:gd name="connsiteX47" fmla="*/ 1073432 w 2833662"/>
                  <a:gd name="connsiteY47" fmla="*/ 1153253 h 1163733"/>
                  <a:gd name="connsiteX48" fmla="*/ 870697 w 2833662"/>
                  <a:gd name="connsiteY48" fmla="*/ 1122232 h 1163733"/>
                  <a:gd name="connsiteX49" fmla="*/ 824635 w 2833662"/>
                  <a:gd name="connsiteY49" fmla="*/ 1089957 h 1163733"/>
                  <a:gd name="connsiteX50" fmla="*/ 817193 w 2833662"/>
                  <a:gd name="connsiteY50" fmla="*/ 1082946 h 1163733"/>
                  <a:gd name="connsiteX51" fmla="*/ 817147 w 2833662"/>
                  <a:gd name="connsiteY51" fmla="*/ 1081703 h 1163733"/>
                  <a:gd name="connsiteX52" fmla="*/ 817114 w 2833662"/>
                  <a:gd name="connsiteY52" fmla="*/ 1082123 h 1163733"/>
                  <a:gd name="connsiteX53" fmla="*/ 770113 w 2833662"/>
                  <a:gd name="connsiteY53" fmla="*/ 1119724 h 1163733"/>
                  <a:gd name="connsiteX54" fmla="*/ 597459 w 2833662"/>
                  <a:gd name="connsiteY54" fmla="*/ 1160772 h 1163733"/>
                  <a:gd name="connsiteX55" fmla="*/ 455200 w 2833662"/>
                  <a:gd name="connsiteY55" fmla="*/ 1111890 h 1163733"/>
                  <a:gd name="connsiteX56" fmla="*/ 388770 w 2833662"/>
                  <a:gd name="connsiteY56" fmla="*/ 1074289 h 1163733"/>
                  <a:gd name="connsiteX57" fmla="*/ 389103 w 2833662"/>
                  <a:gd name="connsiteY57" fmla="*/ 1069174 h 1163733"/>
                  <a:gd name="connsiteX58" fmla="*/ 382817 w 2833662"/>
                  <a:gd name="connsiteY58" fmla="*/ 1080557 h 1163733"/>
                  <a:gd name="connsiteX59" fmla="*/ 83885 w 2833662"/>
                  <a:gd name="connsiteY59" fmla="*/ 1079617 h 1163733"/>
                  <a:gd name="connsiteX60" fmla="*/ 10875 w 2833662"/>
                  <a:gd name="connsiteY60" fmla="*/ 1004728 h 1163733"/>
                  <a:gd name="connsiteX61" fmla="*/ 5234 w 2833662"/>
                  <a:gd name="connsiteY61" fmla="*/ 956159 h 1163733"/>
                  <a:gd name="connsiteX62" fmla="*/ 392217 w 2833662"/>
                  <a:gd name="connsiteY62" fmla="*/ 108557 h 1163733"/>
                  <a:gd name="connsiteX63" fmla="*/ 398484 w 2833662"/>
                  <a:gd name="connsiteY63" fmla="*/ 67509 h 1163733"/>
                  <a:gd name="connsiteX64" fmla="*/ 457706 w 2833662"/>
                  <a:gd name="connsiteY64" fmla="*/ 139 h 1163733"/>
                  <a:gd name="connsiteX65" fmla="*/ 617513 w 2833662"/>
                  <a:gd name="connsiteY65" fmla="*/ 139 h 1163733"/>
                  <a:gd name="connsiteX66" fmla="*/ 2360972 w 2833662"/>
                  <a:gd name="connsiteY66" fmla="*/ 139 h 1163733"/>
                  <a:gd name="connsiteX67" fmla="*/ 2391901 w 2833662"/>
                  <a:gd name="connsiteY67" fmla="*/ 3968 h 1163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833662" h="1163733">
                    <a:moveTo>
                      <a:pt x="531539" y="155632"/>
                    </a:moveTo>
                    <a:lnTo>
                      <a:pt x="502008" y="349878"/>
                    </a:lnTo>
                    <a:lnTo>
                      <a:pt x="503690" y="339341"/>
                    </a:lnTo>
                    <a:cubicBezTo>
                      <a:pt x="514765" y="269260"/>
                      <a:pt x="523989" y="209471"/>
                      <a:pt x="529694" y="169349"/>
                    </a:cubicBezTo>
                    <a:close/>
                    <a:moveTo>
                      <a:pt x="717345" y="119524"/>
                    </a:moveTo>
                    <a:lnTo>
                      <a:pt x="551397" y="119524"/>
                    </a:lnTo>
                    <a:lnTo>
                      <a:pt x="543741" y="121683"/>
                    </a:lnTo>
                    <a:lnTo>
                      <a:pt x="551397" y="119837"/>
                    </a:lnTo>
                    <a:cubicBezTo>
                      <a:pt x="610933" y="119993"/>
                      <a:pt x="661068" y="119837"/>
                      <a:pt x="711203" y="119562"/>
                    </a:cubicBezTo>
                    <a:close/>
                    <a:moveTo>
                      <a:pt x="886952" y="122932"/>
                    </a:moveTo>
                    <a:lnTo>
                      <a:pt x="885036" y="122422"/>
                    </a:lnTo>
                    <a:lnTo>
                      <a:pt x="889165" y="135756"/>
                    </a:lnTo>
                    <a:lnTo>
                      <a:pt x="889185" y="135505"/>
                    </a:lnTo>
                    <a:cubicBezTo>
                      <a:pt x="889811" y="129395"/>
                      <a:pt x="889263" y="125400"/>
                      <a:pt x="886952" y="122932"/>
                    </a:cubicBezTo>
                    <a:close/>
                    <a:moveTo>
                      <a:pt x="1929084" y="123097"/>
                    </a:moveTo>
                    <a:lnTo>
                      <a:pt x="1926792" y="123950"/>
                    </a:lnTo>
                    <a:lnTo>
                      <a:pt x="1926382" y="130830"/>
                    </a:lnTo>
                    <a:close/>
                    <a:moveTo>
                      <a:pt x="2279033" y="121913"/>
                    </a:moveTo>
                    <a:cubicBezTo>
                      <a:pt x="2276604" y="120073"/>
                      <a:pt x="2273236" y="119524"/>
                      <a:pt x="2268536" y="119524"/>
                    </a:cubicBezTo>
                    <a:lnTo>
                      <a:pt x="2068663" y="119334"/>
                    </a:lnTo>
                    <a:lnTo>
                      <a:pt x="2106848" y="119563"/>
                    </a:lnTo>
                    <a:cubicBezTo>
                      <a:pt x="2158550" y="119838"/>
                      <a:pt x="2210253" y="119994"/>
                      <a:pt x="2269788" y="119837"/>
                    </a:cubicBezTo>
                    <a:lnTo>
                      <a:pt x="2279116" y="122087"/>
                    </a:lnTo>
                    <a:close/>
                    <a:moveTo>
                      <a:pt x="2391901" y="3968"/>
                    </a:moveTo>
                    <a:cubicBezTo>
                      <a:pt x="2417943" y="11753"/>
                      <a:pt x="2429752" y="31787"/>
                      <a:pt x="2431163" y="67509"/>
                    </a:cubicBezTo>
                    <a:cubicBezTo>
                      <a:pt x="2431789" y="82863"/>
                      <a:pt x="2434922" y="98217"/>
                      <a:pt x="2441503" y="112944"/>
                    </a:cubicBezTo>
                    <a:cubicBezTo>
                      <a:pt x="2570288" y="394955"/>
                      <a:pt x="2699074" y="676967"/>
                      <a:pt x="2827859" y="958979"/>
                    </a:cubicBezTo>
                    <a:cubicBezTo>
                      <a:pt x="2833186" y="970573"/>
                      <a:pt x="2837259" y="980913"/>
                      <a:pt x="2828799" y="992820"/>
                    </a:cubicBezTo>
                    <a:cubicBezTo>
                      <a:pt x="2784617" y="1054863"/>
                      <a:pt x="2734168" y="1109072"/>
                      <a:pt x="2655832" y="1126305"/>
                    </a:cubicBezTo>
                    <a:cubicBezTo>
                      <a:pt x="2583449" y="1142286"/>
                      <a:pt x="2518272" y="1126306"/>
                      <a:pt x="2459990" y="1080557"/>
                    </a:cubicBezTo>
                    <a:lnTo>
                      <a:pt x="2450640" y="1064317"/>
                    </a:lnTo>
                    <a:lnTo>
                      <a:pt x="2451216" y="1071157"/>
                    </a:lnTo>
                    <a:cubicBezTo>
                      <a:pt x="2428655" y="1084004"/>
                      <a:pt x="2400767" y="1095285"/>
                      <a:pt x="2378520" y="1108758"/>
                    </a:cubicBezTo>
                    <a:cubicBezTo>
                      <a:pt x="2334651" y="1135706"/>
                      <a:pt x="2287336" y="1152314"/>
                      <a:pt x="2236260" y="1157640"/>
                    </a:cubicBezTo>
                    <a:cubicBezTo>
                      <a:pt x="2157297" y="1156074"/>
                      <a:pt x="2135049" y="1156387"/>
                      <a:pt x="2063607" y="1116592"/>
                    </a:cubicBezTo>
                    <a:cubicBezTo>
                      <a:pt x="2049193" y="1106565"/>
                      <a:pt x="2031645" y="1088391"/>
                      <a:pt x="2016605" y="1078991"/>
                    </a:cubicBezTo>
                    <a:lnTo>
                      <a:pt x="2016450" y="1077428"/>
                    </a:lnTo>
                    <a:lnTo>
                      <a:pt x="1999371" y="1097165"/>
                    </a:lnTo>
                    <a:cubicBezTo>
                      <a:pt x="1964276" y="1123799"/>
                      <a:pt x="1927301" y="1145733"/>
                      <a:pt x="1883433" y="1152626"/>
                    </a:cubicBezTo>
                    <a:cubicBezTo>
                      <a:pt x="1818256" y="1162654"/>
                      <a:pt x="1756841" y="1152000"/>
                      <a:pt x="1702318" y="1112205"/>
                    </a:cubicBezTo>
                    <a:cubicBezTo>
                      <a:pt x="1691351" y="1104371"/>
                      <a:pt x="1680698" y="1095911"/>
                      <a:pt x="1669731" y="1087764"/>
                    </a:cubicBezTo>
                    <a:lnTo>
                      <a:pt x="1659247" y="1075136"/>
                    </a:lnTo>
                    <a:lnTo>
                      <a:pt x="1618029" y="1100612"/>
                    </a:lnTo>
                    <a:cubicBezTo>
                      <a:pt x="1554106" y="1145107"/>
                      <a:pt x="1483603" y="1165788"/>
                      <a:pt x="1405893" y="1160774"/>
                    </a:cubicBezTo>
                    <a:cubicBezTo>
                      <a:pt x="1354817" y="1155447"/>
                      <a:pt x="1307502" y="1138840"/>
                      <a:pt x="1263633" y="1111892"/>
                    </a:cubicBezTo>
                    <a:lnTo>
                      <a:pt x="1198487" y="1074494"/>
                    </a:lnTo>
                    <a:lnTo>
                      <a:pt x="1194070" y="1082751"/>
                    </a:lnTo>
                    <a:cubicBezTo>
                      <a:pt x="1155842" y="1109385"/>
                      <a:pt x="1119808" y="1139779"/>
                      <a:pt x="1073432" y="1153253"/>
                    </a:cubicBezTo>
                    <a:cubicBezTo>
                      <a:pt x="1000736" y="1174248"/>
                      <a:pt x="933366" y="1163594"/>
                      <a:pt x="870697" y="1122232"/>
                    </a:cubicBezTo>
                    <a:cubicBezTo>
                      <a:pt x="855030" y="1111892"/>
                      <a:pt x="840303" y="1100298"/>
                      <a:pt x="824635" y="1089957"/>
                    </a:cubicBezTo>
                    <a:cubicBezTo>
                      <a:pt x="821658" y="1087921"/>
                      <a:pt x="818838" y="1085727"/>
                      <a:pt x="817193" y="1082946"/>
                    </a:cubicBezTo>
                    <a:lnTo>
                      <a:pt x="817147" y="1081703"/>
                    </a:lnTo>
                    <a:lnTo>
                      <a:pt x="817114" y="1082123"/>
                    </a:lnTo>
                    <a:cubicBezTo>
                      <a:pt x="802074" y="1091523"/>
                      <a:pt x="784526" y="1109697"/>
                      <a:pt x="770113" y="1119724"/>
                    </a:cubicBezTo>
                    <a:cubicBezTo>
                      <a:pt x="698983" y="1159519"/>
                      <a:pt x="676422" y="1159206"/>
                      <a:pt x="597459" y="1160772"/>
                    </a:cubicBezTo>
                    <a:cubicBezTo>
                      <a:pt x="546383" y="1155446"/>
                      <a:pt x="499068" y="1138838"/>
                      <a:pt x="455200" y="1111890"/>
                    </a:cubicBezTo>
                    <a:cubicBezTo>
                      <a:pt x="432952" y="1098417"/>
                      <a:pt x="411331" y="1087136"/>
                      <a:pt x="388770" y="1074289"/>
                    </a:cubicBezTo>
                    <a:lnTo>
                      <a:pt x="389103" y="1069174"/>
                    </a:lnTo>
                    <a:lnTo>
                      <a:pt x="382817" y="1080557"/>
                    </a:lnTo>
                    <a:cubicBezTo>
                      <a:pt x="296333" y="1154507"/>
                      <a:pt x="169741" y="1154194"/>
                      <a:pt x="83885" y="1079617"/>
                    </a:cubicBezTo>
                    <a:cubicBezTo>
                      <a:pt x="57564" y="1056743"/>
                      <a:pt x="32182" y="1032615"/>
                      <a:pt x="10875" y="1004728"/>
                    </a:cubicBezTo>
                    <a:cubicBezTo>
                      <a:pt x="-1033" y="989373"/>
                      <a:pt x="-3539" y="975586"/>
                      <a:pt x="5234" y="956159"/>
                    </a:cubicBezTo>
                    <a:cubicBezTo>
                      <a:pt x="134647" y="673834"/>
                      <a:pt x="263119" y="391195"/>
                      <a:pt x="392217" y="108557"/>
                    </a:cubicBezTo>
                    <a:cubicBezTo>
                      <a:pt x="398171" y="95396"/>
                      <a:pt x="400364" y="81923"/>
                      <a:pt x="398484" y="67509"/>
                    </a:cubicBezTo>
                    <a:cubicBezTo>
                      <a:pt x="394097" y="30847"/>
                      <a:pt x="420732" y="453"/>
                      <a:pt x="457706" y="139"/>
                    </a:cubicBezTo>
                    <a:cubicBezTo>
                      <a:pt x="510975" y="-174"/>
                      <a:pt x="564244" y="139"/>
                      <a:pt x="617513" y="139"/>
                    </a:cubicBezTo>
                    <a:cubicBezTo>
                      <a:pt x="1198771" y="139"/>
                      <a:pt x="1780028" y="139"/>
                      <a:pt x="2360972" y="139"/>
                    </a:cubicBezTo>
                    <a:cubicBezTo>
                      <a:pt x="2372958" y="139"/>
                      <a:pt x="2383220" y="1373"/>
                      <a:pt x="2391901" y="3968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3" name="Graphic 32">
                <a:extLst>
                  <a:ext uri="{FF2B5EF4-FFF2-40B4-BE49-F238E27FC236}">
                    <a16:creationId xmlns:a16="http://schemas.microsoft.com/office/drawing/2014/main" id="{36290306-1B93-189C-67ED-534FDA53F244}"/>
                  </a:ext>
                </a:extLst>
              </p:cNvPr>
              <p:cNvGrpSpPr/>
              <p:nvPr/>
            </p:nvGrpSpPr>
            <p:grpSpPr>
              <a:xfrm rot="20705322">
                <a:off x="618525" y="1024372"/>
                <a:ext cx="2832651" cy="1165648"/>
                <a:chOff x="1790700" y="1657350"/>
                <a:chExt cx="8610600" cy="3543300"/>
              </a:xfrm>
            </p:grpSpPr>
            <p:sp>
              <p:nvSpPr>
                <p:cNvPr id="34" name="Freeform: Shape 84">
                  <a:extLst>
                    <a:ext uri="{FF2B5EF4-FFF2-40B4-BE49-F238E27FC236}">
                      <a16:creationId xmlns:a16="http://schemas.microsoft.com/office/drawing/2014/main" id="{87D78D71-84BB-EFDE-C582-B17E9EF4CEF0}"/>
                    </a:ext>
                  </a:extLst>
                </p:cNvPr>
                <p:cNvSpPr/>
                <p:nvPr/>
              </p:nvSpPr>
              <p:spPr>
                <a:xfrm>
                  <a:off x="1790981" y="1656926"/>
                  <a:ext cx="8613672" cy="3537479"/>
                </a:xfrm>
                <a:custGeom>
                  <a:avLst/>
                  <a:gdLst>
                    <a:gd name="connsiteX0" fmla="*/ 2482886 w 8613672"/>
                    <a:gd name="connsiteY0" fmla="*/ 3259879 h 3537479"/>
                    <a:gd name="connsiteX1" fmla="*/ 2530511 w 8613672"/>
                    <a:gd name="connsiteY1" fmla="*/ 2666471 h 3537479"/>
                    <a:gd name="connsiteX2" fmla="*/ 2612426 w 8613672"/>
                    <a:gd name="connsiteY2" fmla="*/ 1593956 h 3537479"/>
                    <a:gd name="connsiteX3" fmla="*/ 2674339 w 8613672"/>
                    <a:gd name="connsiteY3" fmla="*/ 777663 h 3537479"/>
                    <a:gd name="connsiteX4" fmla="*/ 2702914 w 8613672"/>
                    <a:gd name="connsiteY4" fmla="*/ 411903 h 3537479"/>
                    <a:gd name="connsiteX5" fmla="*/ 2657194 w 8613672"/>
                    <a:gd name="connsiteY5" fmla="*/ 363326 h 3537479"/>
                    <a:gd name="connsiteX6" fmla="*/ 1676119 w 8613672"/>
                    <a:gd name="connsiteY6" fmla="*/ 363326 h 3537479"/>
                    <a:gd name="connsiteX7" fmla="*/ 1625636 w 8613672"/>
                    <a:gd name="connsiteY7" fmla="*/ 408093 h 3537479"/>
                    <a:gd name="connsiteX8" fmla="*/ 1361794 w 8613672"/>
                    <a:gd name="connsiteY8" fmla="*/ 2143548 h 3537479"/>
                    <a:gd name="connsiteX9" fmla="*/ 1198916 w 8613672"/>
                    <a:gd name="connsiteY9" fmla="*/ 3220826 h 3537479"/>
                    <a:gd name="connsiteX10" fmla="*/ 1163674 w 8613672"/>
                    <a:gd name="connsiteY10" fmla="*/ 3284643 h 3537479"/>
                    <a:gd name="connsiteX11" fmla="*/ 254989 w 8613672"/>
                    <a:gd name="connsiteY11" fmla="*/ 3281786 h 3537479"/>
                    <a:gd name="connsiteX12" fmla="*/ 33056 w 8613672"/>
                    <a:gd name="connsiteY12" fmla="*/ 3054139 h 3537479"/>
                    <a:gd name="connsiteX13" fmla="*/ 15911 w 8613672"/>
                    <a:gd name="connsiteY13" fmla="*/ 2906501 h 3537479"/>
                    <a:gd name="connsiteX14" fmla="*/ 1192249 w 8613672"/>
                    <a:gd name="connsiteY14" fmla="*/ 329988 h 3537479"/>
                    <a:gd name="connsiteX15" fmla="*/ 1211299 w 8613672"/>
                    <a:gd name="connsiteY15" fmla="*/ 205211 h 3537479"/>
                    <a:gd name="connsiteX16" fmla="*/ 1391321 w 8613672"/>
                    <a:gd name="connsiteY16" fmla="*/ 423 h 3537479"/>
                    <a:gd name="connsiteX17" fmla="*/ 1877096 w 8613672"/>
                    <a:gd name="connsiteY17" fmla="*/ 423 h 3537479"/>
                    <a:gd name="connsiteX18" fmla="*/ 7176806 w 8613672"/>
                    <a:gd name="connsiteY18" fmla="*/ 423 h 3537479"/>
                    <a:gd name="connsiteX19" fmla="*/ 7390167 w 8613672"/>
                    <a:gd name="connsiteY19" fmla="*/ 205211 h 3537479"/>
                    <a:gd name="connsiteX20" fmla="*/ 7421599 w 8613672"/>
                    <a:gd name="connsiteY20" fmla="*/ 343323 h 3537479"/>
                    <a:gd name="connsiteX21" fmla="*/ 8596031 w 8613672"/>
                    <a:gd name="connsiteY21" fmla="*/ 2915073 h 3537479"/>
                    <a:gd name="connsiteX22" fmla="*/ 8598888 w 8613672"/>
                    <a:gd name="connsiteY22" fmla="*/ 3017943 h 3537479"/>
                    <a:gd name="connsiteX23" fmla="*/ 8073109 w 8613672"/>
                    <a:gd name="connsiteY23" fmla="*/ 3423708 h 3537479"/>
                    <a:gd name="connsiteX24" fmla="*/ 7477796 w 8613672"/>
                    <a:gd name="connsiteY24" fmla="*/ 3284643 h 3537479"/>
                    <a:gd name="connsiteX25" fmla="*/ 7441601 w 8613672"/>
                    <a:gd name="connsiteY25" fmla="*/ 3221779 h 3537479"/>
                    <a:gd name="connsiteX26" fmla="*/ 7169186 w 8613672"/>
                    <a:gd name="connsiteY26" fmla="*/ 1685396 h 3537479"/>
                    <a:gd name="connsiteX27" fmla="*/ 6942492 w 8613672"/>
                    <a:gd name="connsiteY27" fmla="*/ 401426 h 3537479"/>
                    <a:gd name="connsiteX28" fmla="*/ 6895819 w 8613672"/>
                    <a:gd name="connsiteY28" fmla="*/ 363326 h 3537479"/>
                    <a:gd name="connsiteX29" fmla="*/ 5895694 w 8613672"/>
                    <a:gd name="connsiteY29" fmla="*/ 362373 h 3537479"/>
                    <a:gd name="connsiteX30" fmla="*/ 5854736 w 8613672"/>
                    <a:gd name="connsiteY30" fmla="*/ 414761 h 3537479"/>
                    <a:gd name="connsiteX31" fmla="*/ 5934746 w 8613672"/>
                    <a:gd name="connsiteY31" fmla="*/ 1214861 h 3537479"/>
                    <a:gd name="connsiteX32" fmla="*/ 6025234 w 8613672"/>
                    <a:gd name="connsiteY32" fmla="*/ 2119736 h 3537479"/>
                    <a:gd name="connsiteX33" fmla="*/ 6126199 w 8613672"/>
                    <a:gd name="connsiteY33" fmla="*/ 3128433 h 3537479"/>
                    <a:gd name="connsiteX34" fmla="*/ 6130961 w 8613672"/>
                    <a:gd name="connsiteY34" fmla="*/ 3199871 h 3537479"/>
                    <a:gd name="connsiteX35" fmla="*/ 6077621 w 8613672"/>
                    <a:gd name="connsiteY35" fmla="*/ 3335126 h 3537479"/>
                    <a:gd name="connsiteX36" fmla="*/ 5725196 w 8613672"/>
                    <a:gd name="connsiteY36" fmla="*/ 3503718 h 3537479"/>
                    <a:gd name="connsiteX37" fmla="*/ 5174651 w 8613672"/>
                    <a:gd name="connsiteY37" fmla="*/ 3380846 h 3537479"/>
                    <a:gd name="connsiteX38" fmla="*/ 5075592 w 8613672"/>
                    <a:gd name="connsiteY38" fmla="*/ 3306551 h 3537479"/>
                    <a:gd name="connsiteX39" fmla="*/ 5033681 w 8613672"/>
                    <a:gd name="connsiteY39" fmla="*/ 3256068 h 3537479"/>
                    <a:gd name="connsiteX40" fmla="*/ 5010821 w 8613672"/>
                    <a:gd name="connsiteY40" fmla="*/ 2866496 h 3537479"/>
                    <a:gd name="connsiteX41" fmla="*/ 4975579 w 8613672"/>
                    <a:gd name="connsiteY41" fmla="*/ 2268326 h 3537479"/>
                    <a:gd name="connsiteX42" fmla="*/ 4953671 w 8613672"/>
                    <a:gd name="connsiteY42" fmla="*/ 1902566 h 3537479"/>
                    <a:gd name="connsiteX43" fmla="*/ 4918429 w 8613672"/>
                    <a:gd name="connsiteY43" fmla="*/ 1304396 h 3537479"/>
                    <a:gd name="connsiteX44" fmla="*/ 4895569 w 8613672"/>
                    <a:gd name="connsiteY44" fmla="*/ 905298 h 3537479"/>
                    <a:gd name="connsiteX45" fmla="*/ 4867946 w 8613672"/>
                    <a:gd name="connsiteY45" fmla="*/ 464291 h 3537479"/>
                    <a:gd name="connsiteX46" fmla="*/ 4782221 w 8613672"/>
                    <a:gd name="connsiteY46" fmla="*/ 387138 h 3537479"/>
                    <a:gd name="connsiteX47" fmla="*/ 3810671 w 8613672"/>
                    <a:gd name="connsiteY47" fmla="*/ 387138 h 3537479"/>
                    <a:gd name="connsiteX48" fmla="*/ 3724946 w 8613672"/>
                    <a:gd name="connsiteY48" fmla="*/ 472863 h 3537479"/>
                    <a:gd name="connsiteX49" fmla="*/ 3703991 w 8613672"/>
                    <a:gd name="connsiteY49" fmla="*/ 1286298 h 3537479"/>
                    <a:gd name="connsiteX50" fmla="*/ 3684941 w 8613672"/>
                    <a:gd name="connsiteY50" fmla="*/ 2061633 h 3537479"/>
                    <a:gd name="connsiteX51" fmla="*/ 3665891 w 8613672"/>
                    <a:gd name="connsiteY51" fmla="*/ 2798868 h 3537479"/>
                    <a:gd name="connsiteX52" fmla="*/ 3651604 w 8613672"/>
                    <a:gd name="connsiteY52" fmla="*/ 3250354 h 3537479"/>
                    <a:gd name="connsiteX53" fmla="*/ 3629696 w 8613672"/>
                    <a:gd name="connsiteY53" fmla="*/ 3291311 h 3537479"/>
                    <a:gd name="connsiteX54" fmla="*/ 3262984 w 8613672"/>
                    <a:gd name="connsiteY54" fmla="*/ 3505623 h 3537479"/>
                    <a:gd name="connsiteX55" fmla="*/ 2646716 w 8613672"/>
                    <a:gd name="connsiteY55" fmla="*/ 3411326 h 3537479"/>
                    <a:gd name="connsiteX56" fmla="*/ 2506699 w 8613672"/>
                    <a:gd name="connsiteY56" fmla="*/ 3313218 h 3537479"/>
                    <a:gd name="connsiteX57" fmla="*/ 2482886 w 8613672"/>
                    <a:gd name="connsiteY57" fmla="*/ 3259879 h 3537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8613672" h="3537479">
                      <a:moveTo>
                        <a:pt x="2482886" y="3259879"/>
                      </a:moveTo>
                      <a:cubicBezTo>
                        <a:pt x="2499079" y="3061758"/>
                        <a:pt x="2515271" y="2864591"/>
                        <a:pt x="2530511" y="2666471"/>
                      </a:cubicBezTo>
                      <a:cubicBezTo>
                        <a:pt x="2558134" y="2309283"/>
                        <a:pt x="2585756" y="1951143"/>
                        <a:pt x="2612426" y="1593956"/>
                      </a:cubicBezTo>
                      <a:cubicBezTo>
                        <a:pt x="2633381" y="1321541"/>
                        <a:pt x="2653384" y="1050078"/>
                        <a:pt x="2674339" y="777663"/>
                      </a:cubicBezTo>
                      <a:cubicBezTo>
                        <a:pt x="2683864" y="655743"/>
                        <a:pt x="2692436" y="533823"/>
                        <a:pt x="2702914" y="411903"/>
                      </a:cubicBezTo>
                      <a:cubicBezTo>
                        <a:pt x="2706724" y="374756"/>
                        <a:pt x="2696246" y="363326"/>
                        <a:pt x="2657194" y="363326"/>
                      </a:cubicBezTo>
                      <a:cubicBezTo>
                        <a:pt x="2330486" y="365231"/>
                        <a:pt x="2002826" y="364278"/>
                        <a:pt x="1676119" y="363326"/>
                      </a:cubicBezTo>
                      <a:cubicBezTo>
                        <a:pt x="1640876" y="363326"/>
                        <a:pt x="1631351" y="375708"/>
                        <a:pt x="1625636" y="408093"/>
                      </a:cubicBezTo>
                      <a:cubicBezTo>
                        <a:pt x="1538006" y="987213"/>
                        <a:pt x="1449424" y="1565381"/>
                        <a:pt x="1361794" y="2143548"/>
                      </a:cubicBezTo>
                      <a:cubicBezTo>
                        <a:pt x="1307501" y="2502641"/>
                        <a:pt x="1252256" y="2861733"/>
                        <a:pt x="1198916" y="3220826"/>
                      </a:cubicBezTo>
                      <a:cubicBezTo>
                        <a:pt x="1195106" y="3248448"/>
                        <a:pt x="1183676" y="3267498"/>
                        <a:pt x="1163674" y="3284643"/>
                      </a:cubicBezTo>
                      <a:cubicBezTo>
                        <a:pt x="900784" y="3509433"/>
                        <a:pt x="515974" y="3508481"/>
                        <a:pt x="254989" y="3281786"/>
                      </a:cubicBezTo>
                      <a:cubicBezTo>
                        <a:pt x="174979" y="3212254"/>
                        <a:pt x="97826" y="3138911"/>
                        <a:pt x="33056" y="3054139"/>
                      </a:cubicBezTo>
                      <a:cubicBezTo>
                        <a:pt x="-3139" y="3007466"/>
                        <a:pt x="-10759" y="2965556"/>
                        <a:pt x="15911" y="2906501"/>
                      </a:cubicBezTo>
                      <a:cubicBezTo>
                        <a:pt x="409294" y="2048298"/>
                        <a:pt x="799819" y="1189143"/>
                        <a:pt x="1192249" y="329988"/>
                      </a:cubicBezTo>
                      <a:cubicBezTo>
                        <a:pt x="1210346" y="289983"/>
                        <a:pt x="1217014" y="249026"/>
                        <a:pt x="1211299" y="205211"/>
                      </a:cubicBezTo>
                      <a:cubicBezTo>
                        <a:pt x="1197964" y="93768"/>
                        <a:pt x="1278926" y="1376"/>
                        <a:pt x="1391321" y="423"/>
                      </a:cubicBezTo>
                      <a:cubicBezTo>
                        <a:pt x="1553246" y="-529"/>
                        <a:pt x="1715171" y="423"/>
                        <a:pt x="1877096" y="423"/>
                      </a:cubicBezTo>
                      <a:cubicBezTo>
                        <a:pt x="3643984" y="423"/>
                        <a:pt x="5410871" y="423"/>
                        <a:pt x="7176806" y="423"/>
                      </a:cubicBezTo>
                      <a:cubicBezTo>
                        <a:pt x="7322539" y="423"/>
                        <a:pt x="7384451" y="60431"/>
                        <a:pt x="7390167" y="205211"/>
                      </a:cubicBezTo>
                      <a:cubicBezTo>
                        <a:pt x="7392071" y="251883"/>
                        <a:pt x="7401596" y="298556"/>
                        <a:pt x="7421599" y="343323"/>
                      </a:cubicBezTo>
                      <a:cubicBezTo>
                        <a:pt x="7813076" y="1200573"/>
                        <a:pt x="8204554" y="2057823"/>
                        <a:pt x="8596031" y="2915073"/>
                      </a:cubicBezTo>
                      <a:cubicBezTo>
                        <a:pt x="8612224" y="2950316"/>
                        <a:pt x="8624606" y="2981748"/>
                        <a:pt x="8598888" y="3017943"/>
                      </a:cubicBezTo>
                      <a:cubicBezTo>
                        <a:pt x="8464586" y="3206539"/>
                        <a:pt x="8311234" y="3371321"/>
                        <a:pt x="8073109" y="3423708"/>
                      </a:cubicBezTo>
                      <a:cubicBezTo>
                        <a:pt x="7853081" y="3472286"/>
                        <a:pt x="7654961" y="3423708"/>
                        <a:pt x="7477796" y="3284643"/>
                      </a:cubicBezTo>
                      <a:cubicBezTo>
                        <a:pt x="7456842" y="3267498"/>
                        <a:pt x="7446364" y="3248448"/>
                        <a:pt x="7441601" y="3221779"/>
                      </a:cubicBezTo>
                      <a:cubicBezTo>
                        <a:pt x="7351114" y="2709333"/>
                        <a:pt x="7260626" y="2197841"/>
                        <a:pt x="7169186" y="1685396"/>
                      </a:cubicBezTo>
                      <a:cubicBezTo>
                        <a:pt x="7092986" y="1257723"/>
                        <a:pt x="7016786" y="830051"/>
                        <a:pt x="6942492" y="401426"/>
                      </a:cubicBezTo>
                      <a:cubicBezTo>
                        <a:pt x="6936776" y="369993"/>
                        <a:pt x="6924394" y="363326"/>
                        <a:pt x="6895819" y="363326"/>
                      </a:cubicBezTo>
                      <a:cubicBezTo>
                        <a:pt x="6562444" y="364278"/>
                        <a:pt x="6229069" y="364278"/>
                        <a:pt x="5895694" y="362373"/>
                      </a:cubicBezTo>
                      <a:cubicBezTo>
                        <a:pt x="5850926" y="362373"/>
                        <a:pt x="5850926" y="383328"/>
                        <a:pt x="5854736" y="414761"/>
                      </a:cubicBezTo>
                      <a:cubicBezTo>
                        <a:pt x="5881406" y="681461"/>
                        <a:pt x="5908076" y="948161"/>
                        <a:pt x="5934746" y="1214861"/>
                      </a:cubicBezTo>
                      <a:cubicBezTo>
                        <a:pt x="5965226" y="1516803"/>
                        <a:pt x="5995706" y="1817793"/>
                        <a:pt x="6025234" y="2119736"/>
                      </a:cubicBezTo>
                      <a:cubicBezTo>
                        <a:pt x="6058571" y="2455968"/>
                        <a:pt x="6092861" y="2792201"/>
                        <a:pt x="6126199" y="3128433"/>
                      </a:cubicBezTo>
                      <a:cubicBezTo>
                        <a:pt x="6128104" y="3152246"/>
                        <a:pt x="6130009" y="3176058"/>
                        <a:pt x="6130961" y="3199871"/>
                      </a:cubicBezTo>
                      <a:cubicBezTo>
                        <a:pt x="6147154" y="3257973"/>
                        <a:pt x="6129056" y="3297026"/>
                        <a:pt x="6077621" y="3335126"/>
                      </a:cubicBezTo>
                      <a:cubicBezTo>
                        <a:pt x="5970942" y="3416089"/>
                        <a:pt x="5858546" y="3482764"/>
                        <a:pt x="5725196" y="3503718"/>
                      </a:cubicBezTo>
                      <a:cubicBezTo>
                        <a:pt x="5527076" y="3534198"/>
                        <a:pt x="5340386" y="3501814"/>
                        <a:pt x="5174651" y="3380846"/>
                      </a:cubicBezTo>
                      <a:cubicBezTo>
                        <a:pt x="5141314" y="3357033"/>
                        <a:pt x="5108929" y="3331316"/>
                        <a:pt x="5075592" y="3306551"/>
                      </a:cubicBezTo>
                      <a:cubicBezTo>
                        <a:pt x="5057494" y="3293216"/>
                        <a:pt x="5042254" y="3277976"/>
                        <a:pt x="5033681" y="3256068"/>
                      </a:cubicBezTo>
                      <a:cubicBezTo>
                        <a:pt x="5027014" y="3126529"/>
                        <a:pt x="5017489" y="2996036"/>
                        <a:pt x="5010821" y="2866496"/>
                      </a:cubicBezTo>
                      <a:cubicBezTo>
                        <a:pt x="4999392" y="2667423"/>
                        <a:pt x="4987961" y="2467398"/>
                        <a:pt x="4975579" y="2268326"/>
                      </a:cubicBezTo>
                      <a:cubicBezTo>
                        <a:pt x="4967959" y="2146406"/>
                        <a:pt x="4960339" y="2024486"/>
                        <a:pt x="4953671" y="1902566"/>
                      </a:cubicBezTo>
                      <a:cubicBezTo>
                        <a:pt x="4943194" y="1703493"/>
                        <a:pt x="4928906" y="1503468"/>
                        <a:pt x="4918429" y="1304396"/>
                      </a:cubicBezTo>
                      <a:cubicBezTo>
                        <a:pt x="4911761" y="1171046"/>
                        <a:pt x="4902236" y="1038648"/>
                        <a:pt x="4895569" y="905298"/>
                      </a:cubicBezTo>
                      <a:cubicBezTo>
                        <a:pt x="4887949" y="757661"/>
                        <a:pt x="4881281" y="610976"/>
                        <a:pt x="4867946" y="464291"/>
                      </a:cubicBezTo>
                      <a:cubicBezTo>
                        <a:pt x="4862231" y="403331"/>
                        <a:pt x="4845086" y="388091"/>
                        <a:pt x="4782221" y="387138"/>
                      </a:cubicBezTo>
                      <a:cubicBezTo>
                        <a:pt x="4458371" y="386186"/>
                        <a:pt x="4134521" y="386186"/>
                        <a:pt x="3810671" y="387138"/>
                      </a:cubicBezTo>
                      <a:cubicBezTo>
                        <a:pt x="3743996" y="387138"/>
                        <a:pt x="3726851" y="406188"/>
                        <a:pt x="3724946" y="472863"/>
                      </a:cubicBezTo>
                      <a:cubicBezTo>
                        <a:pt x="3716374" y="744326"/>
                        <a:pt x="3708754" y="1014836"/>
                        <a:pt x="3703991" y="1286298"/>
                      </a:cubicBezTo>
                      <a:cubicBezTo>
                        <a:pt x="3699229" y="1544426"/>
                        <a:pt x="3691609" y="1803506"/>
                        <a:pt x="3684941" y="2061633"/>
                      </a:cubicBezTo>
                      <a:cubicBezTo>
                        <a:pt x="3679226" y="2307378"/>
                        <a:pt x="3672559" y="2553123"/>
                        <a:pt x="3665891" y="2798868"/>
                      </a:cubicBezTo>
                      <a:cubicBezTo>
                        <a:pt x="3661129" y="2949364"/>
                        <a:pt x="3664939" y="3099858"/>
                        <a:pt x="3651604" y="3250354"/>
                      </a:cubicBezTo>
                      <a:cubicBezTo>
                        <a:pt x="3647794" y="3265593"/>
                        <a:pt x="3643984" y="3280833"/>
                        <a:pt x="3629696" y="3291311"/>
                      </a:cubicBezTo>
                      <a:cubicBezTo>
                        <a:pt x="3513491" y="3372273"/>
                        <a:pt x="3403954" y="3464666"/>
                        <a:pt x="3262984" y="3505623"/>
                      </a:cubicBezTo>
                      <a:cubicBezTo>
                        <a:pt x="3042004" y="3569441"/>
                        <a:pt x="2837216" y="3537056"/>
                        <a:pt x="2646716" y="3411326"/>
                      </a:cubicBezTo>
                      <a:cubicBezTo>
                        <a:pt x="2599091" y="3379893"/>
                        <a:pt x="2554324" y="3344651"/>
                        <a:pt x="2506699" y="3313218"/>
                      </a:cubicBezTo>
                      <a:cubicBezTo>
                        <a:pt x="2488601" y="3300836"/>
                        <a:pt x="2472409" y="3286548"/>
                        <a:pt x="2482886" y="325987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85">
                  <a:extLst>
                    <a:ext uri="{FF2B5EF4-FFF2-40B4-BE49-F238E27FC236}">
                      <a16:creationId xmlns:a16="http://schemas.microsoft.com/office/drawing/2014/main" id="{C3AF3226-EF0D-F1E0-0D09-1ADC2740DEE2}"/>
                    </a:ext>
                  </a:extLst>
                </p:cNvPr>
                <p:cNvSpPr/>
                <p:nvPr/>
              </p:nvSpPr>
              <p:spPr>
                <a:xfrm>
                  <a:off x="5419676" y="2020252"/>
                  <a:ext cx="1429057" cy="3167393"/>
                </a:xfrm>
                <a:custGeom>
                  <a:avLst/>
                  <a:gdLst>
                    <a:gd name="connsiteX0" fmla="*/ 644891 w 1429057"/>
                    <a:gd name="connsiteY0" fmla="*/ 3165158 h 3167393"/>
                    <a:gd name="connsiteX1" fmla="*/ 212456 w 1429057"/>
                    <a:gd name="connsiteY1" fmla="*/ 3016568 h 3167393"/>
                    <a:gd name="connsiteX2" fmla="*/ 6716 w 1429057"/>
                    <a:gd name="connsiteY2" fmla="*/ 2898458 h 3167393"/>
                    <a:gd name="connsiteX3" fmla="*/ 4811 w 1429057"/>
                    <a:gd name="connsiteY3" fmla="*/ 2781300 h 3167393"/>
                    <a:gd name="connsiteX4" fmla="*/ 40053 w 1429057"/>
                    <a:gd name="connsiteY4" fmla="*/ 1339215 h 3167393"/>
                    <a:gd name="connsiteX5" fmla="*/ 72438 w 1429057"/>
                    <a:gd name="connsiteY5" fmla="*/ 49530 h 3167393"/>
                    <a:gd name="connsiteX6" fmla="*/ 124826 w 1429057"/>
                    <a:gd name="connsiteY6" fmla="*/ 0 h 3167393"/>
                    <a:gd name="connsiteX7" fmla="*/ 1210676 w 1429057"/>
                    <a:gd name="connsiteY7" fmla="*/ 0 h 3167393"/>
                    <a:gd name="connsiteX8" fmla="*/ 1265921 w 1429057"/>
                    <a:gd name="connsiteY8" fmla="*/ 52388 h 3167393"/>
                    <a:gd name="connsiteX9" fmla="*/ 1338311 w 1429057"/>
                    <a:gd name="connsiteY9" fmla="*/ 1287780 h 3167393"/>
                    <a:gd name="connsiteX10" fmla="*/ 1398318 w 1429057"/>
                    <a:gd name="connsiteY10" fmla="*/ 2327910 h 3167393"/>
                    <a:gd name="connsiteX11" fmla="*/ 1428798 w 1429057"/>
                    <a:gd name="connsiteY11" fmla="*/ 2855595 h 3167393"/>
                    <a:gd name="connsiteX12" fmla="*/ 1426893 w 1429057"/>
                    <a:gd name="connsiteY12" fmla="*/ 2897505 h 3167393"/>
                    <a:gd name="connsiteX13" fmla="*/ 1289734 w 1429057"/>
                    <a:gd name="connsiteY13" fmla="*/ 2982278 h 3167393"/>
                    <a:gd name="connsiteX14" fmla="*/ 644891 w 1429057"/>
                    <a:gd name="connsiteY14" fmla="*/ 3165158 h 31673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429057" h="3167393">
                      <a:moveTo>
                        <a:pt x="644891" y="3165158"/>
                      </a:moveTo>
                      <a:cubicBezTo>
                        <a:pt x="489633" y="3148965"/>
                        <a:pt x="345806" y="3098483"/>
                        <a:pt x="212456" y="3016568"/>
                      </a:cubicBezTo>
                      <a:cubicBezTo>
                        <a:pt x="144828" y="2975610"/>
                        <a:pt x="75296" y="2937510"/>
                        <a:pt x="6716" y="2898458"/>
                      </a:cubicBezTo>
                      <a:cubicBezTo>
                        <a:pt x="-6619" y="2859405"/>
                        <a:pt x="3858" y="2820353"/>
                        <a:pt x="4811" y="2781300"/>
                      </a:cubicBezTo>
                      <a:cubicBezTo>
                        <a:pt x="16241" y="2300288"/>
                        <a:pt x="27671" y="1820228"/>
                        <a:pt x="40053" y="1339215"/>
                      </a:cubicBezTo>
                      <a:cubicBezTo>
                        <a:pt x="50531" y="909638"/>
                        <a:pt x="62913" y="480060"/>
                        <a:pt x="72438" y="49530"/>
                      </a:cubicBezTo>
                      <a:cubicBezTo>
                        <a:pt x="73391" y="9525"/>
                        <a:pt x="85773" y="0"/>
                        <a:pt x="124826" y="0"/>
                      </a:cubicBezTo>
                      <a:cubicBezTo>
                        <a:pt x="486776" y="953"/>
                        <a:pt x="848726" y="1905"/>
                        <a:pt x="1210676" y="0"/>
                      </a:cubicBezTo>
                      <a:cubicBezTo>
                        <a:pt x="1251634" y="0"/>
                        <a:pt x="1264016" y="10478"/>
                        <a:pt x="1265921" y="52388"/>
                      </a:cubicBezTo>
                      <a:cubicBezTo>
                        <a:pt x="1288781" y="463868"/>
                        <a:pt x="1314498" y="876300"/>
                        <a:pt x="1338311" y="1287780"/>
                      </a:cubicBezTo>
                      <a:cubicBezTo>
                        <a:pt x="1358313" y="1634490"/>
                        <a:pt x="1378316" y="1981200"/>
                        <a:pt x="1398318" y="2327910"/>
                      </a:cubicBezTo>
                      <a:cubicBezTo>
                        <a:pt x="1408796" y="2504123"/>
                        <a:pt x="1418321" y="2679383"/>
                        <a:pt x="1428798" y="2855595"/>
                      </a:cubicBezTo>
                      <a:cubicBezTo>
                        <a:pt x="1429751" y="2869883"/>
                        <a:pt x="1427846" y="2884170"/>
                        <a:pt x="1426893" y="2897505"/>
                      </a:cubicBezTo>
                      <a:cubicBezTo>
                        <a:pt x="1381173" y="2926080"/>
                        <a:pt x="1333548" y="2951798"/>
                        <a:pt x="1289734" y="2982278"/>
                      </a:cubicBezTo>
                      <a:cubicBezTo>
                        <a:pt x="1095423" y="3117533"/>
                        <a:pt x="881111" y="3180398"/>
                        <a:pt x="644891" y="31651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86">
                  <a:extLst>
                    <a:ext uri="{FF2B5EF4-FFF2-40B4-BE49-F238E27FC236}">
                      <a16:creationId xmlns:a16="http://schemas.microsoft.com/office/drawing/2014/main" id="{D972157A-1F8A-2173-F6D4-530B3F513598}"/>
                    </a:ext>
                  </a:extLst>
                </p:cNvPr>
                <p:cNvSpPr/>
                <p:nvPr/>
              </p:nvSpPr>
              <p:spPr>
                <a:xfrm>
                  <a:off x="2972429" y="2017394"/>
                  <a:ext cx="1521465" cy="3168014"/>
                </a:xfrm>
                <a:custGeom>
                  <a:avLst/>
                  <a:gdLst>
                    <a:gd name="connsiteX0" fmla="*/ 634688 w 1521465"/>
                    <a:gd name="connsiteY0" fmla="*/ 3168015 h 3168014"/>
                    <a:gd name="connsiteX1" fmla="*/ 202253 w 1521465"/>
                    <a:gd name="connsiteY1" fmla="*/ 3019425 h 3168014"/>
                    <a:gd name="connsiteX2" fmla="*/ 323 w 1521465"/>
                    <a:gd name="connsiteY2" fmla="*/ 2905125 h 3168014"/>
                    <a:gd name="connsiteX3" fmla="*/ 442283 w 1521465"/>
                    <a:gd name="connsiteY3" fmla="*/ 53340 h 3168014"/>
                    <a:gd name="connsiteX4" fmla="*/ 494670 w 1521465"/>
                    <a:gd name="connsiteY4" fmla="*/ 3810 h 3168014"/>
                    <a:gd name="connsiteX5" fmla="*/ 1466220 w 1521465"/>
                    <a:gd name="connsiteY5" fmla="*/ 0 h 3168014"/>
                    <a:gd name="connsiteX6" fmla="*/ 1521465 w 1521465"/>
                    <a:gd name="connsiteY6" fmla="*/ 52388 h 3168014"/>
                    <a:gd name="connsiteX7" fmla="*/ 1302390 w 1521465"/>
                    <a:gd name="connsiteY7" fmla="*/ 2928938 h 3168014"/>
                    <a:gd name="connsiteX8" fmla="*/ 1159515 w 1521465"/>
                    <a:gd name="connsiteY8" fmla="*/ 3043238 h 3168014"/>
                    <a:gd name="connsiteX9" fmla="*/ 634688 w 1521465"/>
                    <a:gd name="connsiteY9" fmla="*/ 3168015 h 3168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521465" h="3168014">
                      <a:moveTo>
                        <a:pt x="634688" y="3168015"/>
                      </a:moveTo>
                      <a:cubicBezTo>
                        <a:pt x="479430" y="3151823"/>
                        <a:pt x="335603" y="3101340"/>
                        <a:pt x="202253" y="3019425"/>
                      </a:cubicBezTo>
                      <a:cubicBezTo>
                        <a:pt x="134625" y="2978468"/>
                        <a:pt x="68903" y="2944178"/>
                        <a:pt x="323" y="2905125"/>
                      </a:cubicBezTo>
                      <a:cubicBezTo>
                        <a:pt x="-13012" y="2866073"/>
                        <a:pt x="390848" y="474345"/>
                        <a:pt x="442283" y="53340"/>
                      </a:cubicBezTo>
                      <a:cubicBezTo>
                        <a:pt x="443235" y="13335"/>
                        <a:pt x="455618" y="3810"/>
                        <a:pt x="494670" y="3810"/>
                      </a:cubicBezTo>
                      <a:cubicBezTo>
                        <a:pt x="856620" y="4763"/>
                        <a:pt x="1104270" y="1905"/>
                        <a:pt x="1466220" y="0"/>
                      </a:cubicBezTo>
                      <a:cubicBezTo>
                        <a:pt x="1507178" y="0"/>
                        <a:pt x="1519561" y="10478"/>
                        <a:pt x="1521465" y="52388"/>
                      </a:cubicBezTo>
                      <a:cubicBezTo>
                        <a:pt x="1509083" y="476250"/>
                        <a:pt x="1302390" y="2914650"/>
                        <a:pt x="1302390" y="2928938"/>
                      </a:cubicBezTo>
                      <a:cubicBezTo>
                        <a:pt x="1256670" y="2957513"/>
                        <a:pt x="1203330" y="3012758"/>
                        <a:pt x="1159515" y="3043238"/>
                      </a:cubicBezTo>
                      <a:cubicBezTo>
                        <a:pt x="943298" y="3164205"/>
                        <a:pt x="874718" y="3163253"/>
                        <a:pt x="634688" y="316801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87">
                  <a:extLst>
                    <a:ext uri="{FF2B5EF4-FFF2-40B4-BE49-F238E27FC236}">
                      <a16:creationId xmlns:a16="http://schemas.microsoft.com/office/drawing/2014/main" id="{968B275D-183C-AE0C-6AF5-5F7B11B1B2ED}"/>
                    </a:ext>
                  </a:extLst>
                </p:cNvPr>
                <p:cNvSpPr/>
                <p:nvPr/>
              </p:nvSpPr>
              <p:spPr>
                <a:xfrm>
                  <a:off x="7644764" y="2017394"/>
                  <a:ext cx="1597626" cy="3158489"/>
                </a:xfrm>
                <a:custGeom>
                  <a:avLst/>
                  <a:gdLst>
                    <a:gd name="connsiteX0" fmla="*/ 943928 w 1597626"/>
                    <a:gd name="connsiteY0" fmla="*/ 3158490 h 3158489"/>
                    <a:gd name="connsiteX1" fmla="*/ 1376363 w 1597626"/>
                    <a:gd name="connsiteY1" fmla="*/ 3009900 h 3158489"/>
                    <a:gd name="connsiteX2" fmla="*/ 1597343 w 1597626"/>
                    <a:gd name="connsiteY2" fmla="*/ 2895600 h 3158489"/>
                    <a:gd name="connsiteX3" fmla="*/ 1098233 w 1597626"/>
                    <a:gd name="connsiteY3" fmla="*/ 53340 h 3158489"/>
                    <a:gd name="connsiteX4" fmla="*/ 1045845 w 1597626"/>
                    <a:gd name="connsiteY4" fmla="*/ 3810 h 3158489"/>
                    <a:gd name="connsiteX5" fmla="*/ 55245 w 1597626"/>
                    <a:gd name="connsiteY5" fmla="*/ 0 h 3158489"/>
                    <a:gd name="connsiteX6" fmla="*/ 0 w 1597626"/>
                    <a:gd name="connsiteY6" fmla="*/ 42863 h 3158489"/>
                    <a:gd name="connsiteX7" fmla="*/ 276225 w 1597626"/>
                    <a:gd name="connsiteY7" fmla="*/ 2919413 h 3158489"/>
                    <a:gd name="connsiteX8" fmla="*/ 419100 w 1597626"/>
                    <a:gd name="connsiteY8" fmla="*/ 3033713 h 3158489"/>
                    <a:gd name="connsiteX9" fmla="*/ 943928 w 1597626"/>
                    <a:gd name="connsiteY9" fmla="*/ 3158490 h 3158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597626" h="3158489">
                      <a:moveTo>
                        <a:pt x="943928" y="3158490"/>
                      </a:moveTo>
                      <a:cubicBezTo>
                        <a:pt x="1099185" y="3142298"/>
                        <a:pt x="1243013" y="3091815"/>
                        <a:pt x="1376363" y="3009900"/>
                      </a:cubicBezTo>
                      <a:cubicBezTo>
                        <a:pt x="1443990" y="2968943"/>
                        <a:pt x="1528763" y="2934653"/>
                        <a:pt x="1597343" y="2895600"/>
                      </a:cubicBezTo>
                      <a:cubicBezTo>
                        <a:pt x="1610678" y="2856548"/>
                        <a:pt x="1149668" y="474345"/>
                        <a:pt x="1098233" y="53340"/>
                      </a:cubicBezTo>
                      <a:cubicBezTo>
                        <a:pt x="1097280" y="13335"/>
                        <a:pt x="1084898" y="3810"/>
                        <a:pt x="1045845" y="3810"/>
                      </a:cubicBezTo>
                      <a:cubicBezTo>
                        <a:pt x="683895" y="4763"/>
                        <a:pt x="417195" y="1905"/>
                        <a:pt x="55245" y="0"/>
                      </a:cubicBezTo>
                      <a:cubicBezTo>
                        <a:pt x="14288" y="0"/>
                        <a:pt x="1905" y="953"/>
                        <a:pt x="0" y="42863"/>
                      </a:cubicBezTo>
                      <a:cubicBezTo>
                        <a:pt x="12383" y="466725"/>
                        <a:pt x="276225" y="2905125"/>
                        <a:pt x="276225" y="2919413"/>
                      </a:cubicBezTo>
                      <a:cubicBezTo>
                        <a:pt x="321945" y="2947988"/>
                        <a:pt x="375285" y="3003233"/>
                        <a:pt x="419100" y="3033713"/>
                      </a:cubicBezTo>
                      <a:cubicBezTo>
                        <a:pt x="636270" y="3154680"/>
                        <a:pt x="703898" y="3153728"/>
                        <a:pt x="943928" y="315849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9" name="Freeform: Shape 99">
              <a:extLst>
                <a:ext uri="{FF2B5EF4-FFF2-40B4-BE49-F238E27FC236}">
                  <a16:creationId xmlns:a16="http://schemas.microsoft.com/office/drawing/2014/main" id="{A4830046-CCB5-15FF-B519-F62E085CD748}"/>
                </a:ext>
              </a:extLst>
            </p:cNvPr>
            <p:cNvSpPr/>
            <p:nvPr/>
          </p:nvSpPr>
          <p:spPr>
            <a:xfrm rot="20674550">
              <a:off x="2072862" y="2785759"/>
              <a:ext cx="773628" cy="774952"/>
            </a:xfrm>
            <a:custGeom>
              <a:avLst/>
              <a:gdLst>
                <a:gd name="connsiteX0" fmla="*/ 580214 w 711755"/>
                <a:gd name="connsiteY0" fmla="*/ 162617 h 712972"/>
                <a:gd name="connsiteX1" fmla="*/ 346185 w 711755"/>
                <a:gd name="connsiteY1" fmla="*/ 450653 h 712972"/>
                <a:gd name="connsiteX2" fmla="*/ 293893 w 711755"/>
                <a:gd name="connsiteY2" fmla="*/ 457987 h 712972"/>
                <a:gd name="connsiteX3" fmla="*/ 159400 w 711755"/>
                <a:gd name="connsiteY3" fmla="*/ 371786 h 712972"/>
                <a:gd name="connsiteX4" fmla="*/ 154828 w 711755"/>
                <a:gd name="connsiteY4" fmla="*/ 376739 h 712972"/>
                <a:gd name="connsiteX5" fmla="*/ 305704 w 711755"/>
                <a:gd name="connsiteY5" fmla="*/ 565715 h 712972"/>
                <a:gd name="connsiteX6" fmla="*/ 352091 w 711755"/>
                <a:gd name="connsiteY6" fmla="*/ 563715 h 712972"/>
                <a:gd name="connsiteX7" fmla="*/ 538305 w 711755"/>
                <a:gd name="connsiteY7" fmla="*/ 245008 h 712972"/>
                <a:gd name="connsiteX8" fmla="*/ 580214 w 711755"/>
                <a:gd name="connsiteY8" fmla="*/ 162617 h 712972"/>
                <a:gd name="connsiteX9" fmla="*/ 356949 w 711755"/>
                <a:gd name="connsiteY9" fmla="*/ 26 h 712972"/>
                <a:gd name="connsiteX10" fmla="*/ 711755 w 711755"/>
                <a:gd name="connsiteY10" fmla="*/ 356451 h 712972"/>
                <a:gd name="connsiteX11" fmla="*/ 357139 w 711755"/>
                <a:gd name="connsiteY11" fmla="*/ 712972 h 712972"/>
                <a:gd name="connsiteX12" fmla="*/ 47 w 711755"/>
                <a:gd name="connsiteY12" fmla="*/ 357309 h 712972"/>
                <a:gd name="connsiteX13" fmla="*/ 356949 w 711755"/>
                <a:gd name="connsiteY13" fmla="*/ 26 h 712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1755" h="712972">
                  <a:moveTo>
                    <a:pt x="580214" y="162617"/>
                  </a:moveTo>
                  <a:cubicBezTo>
                    <a:pt x="497252" y="264154"/>
                    <a:pt x="420290" y="356260"/>
                    <a:pt x="346185" y="450653"/>
                  </a:cubicBezTo>
                  <a:cubicBezTo>
                    <a:pt x="327707" y="474084"/>
                    <a:pt x="316563" y="473894"/>
                    <a:pt x="293893" y="457987"/>
                  </a:cubicBezTo>
                  <a:cubicBezTo>
                    <a:pt x="250364" y="427317"/>
                    <a:pt x="204358" y="400266"/>
                    <a:pt x="159400" y="371786"/>
                  </a:cubicBezTo>
                  <a:cubicBezTo>
                    <a:pt x="157876" y="373310"/>
                    <a:pt x="156352" y="374929"/>
                    <a:pt x="154828" y="376739"/>
                  </a:cubicBezTo>
                  <a:cubicBezTo>
                    <a:pt x="205310" y="439604"/>
                    <a:pt x="256650" y="501802"/>
                    <a:pt x="305704" y="565715"/>
                  </a:cubicBezTo>
                  <a:cubicBezTo>
                    <a:pt x="324754" y="590575"/>
                    <a:pt x="333136" y="597528"/>
                    <a:pt x="352091" y="563715"/>
                  </a:cubicBezTo>
                  <a:cubicBezTo>
                    <a:pt x="412193" y="456368"/>
                    <a:pt x="476487" y="351403"/>
                    <a:pt x="538305" y="245008"/>
                  </a:cubicBezTo>
                  <a:cubicBezTo>
                    <a:pt x="551925" y="221672"/>
                    <a:pt x="570880" y="200622"/>
                    <a:pt x="580214" y="162617"/>
                  </a:cubicBezTo>
                  <a:close/>
                  <a:moveTo>
                    <a:pt x="356949" y="26"/>
                  </a:moveTo>
                  <a:cubicBezTo>
                    <a:pt x="553068" y="-2355"/>
                    <a:pt x="711755" y="159284"/>
                    <a:pt x="711755" y="356451"/>
                  </a:cubicBezTo>
                  <a:cubicBezTo>
                    <a:pt x="711755" y="554381"/>
                    <a:pt x="554021" y="712877"/>
                    <a:pt x="357139" y="712972"/>
                  </a:cubicBezTo>
                  <a:cubicBezTo>
                    <a:pt x="161686" y="712972"/>
                    <a:pt x="-3192" y="552000"/>
                    <a:pt x="47" y="357309"/>
                  </a:cubicBezTo>
                  <a:cubicBezTo>
                    <a:pt x="3381" y="156903"/>
                    <a:pt x="148923" y="2502"/>
                    <a:pt x="356949" y="2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C723B677-471C-ABD2-61D3-05C0CC1EDF68}"/>
              </a:ext>
            </a:extLst>
          </p:cNvPr>
          <p:cNvGraphicFramePr>
            <a:graphicFrameLocks/>
          </p:cNvGraphicFramePr>
          <p:nvPr/>
        </p:nvGraphicFramePr>
        <p:xfrm>
          <a:off x="3708286" y="1567273"/>
          <a:ext cx="7015250" cy="3148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B779791-3EBA-B413-4D2A-E8886494C225}"/>
              </a:ext>
            </a:extLst>
          </p:cNvPr>
          <p:cNvSpPr/>
          <p:nvPr/>
        </p:nvSpPr>
        <p:spPr>
          <a:xfrm>
            <a:off x="-924560" y="1371600"/>
            <a:ext cx="589280" cy="589280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72827C0-C1FD-1D7F-761D-CA785C3C15A2}"/>
              </a:ext>
            </a:extLst>
          </p:cNvPr>
          <p:cNvSpPr/>
          <p:nvPr/>
        </p:nvSpPr>
        <p:spPr>
          <a:xfrm>
            <a:off x="-924560" y="2134187"/>
            <a:ext cx="589280" cy="589280"/>
          </a:xfrm>
          <a:prstGeom prst="roundRect">
            <a:avLst/>
          </a:prstGeom>
          <a:solidFill>
            <a:srgbClr val="2BA28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F73474F-A2CA-B08C-7AFA-A010455FCB17}"/>
              </a:ext>
            </a:extLst>
          </p:cNvPr>
          <p:cNvSpPr/>
          <p:nvPr/>
        </p:nvSpPr>
        <p:spPr>
          <a:xfrm>
            <a:off x="-924560" y="2896774"/>
            <a:ext cx="589280" cy="589280"/>
          </a:xfrm>
          <a:prstGeom prst="roundRect">
            <a:avLst/>
          </a:prstGeom>
          <a:solidFill>
            <a:srgbClr val="23AFE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E22EE7-4377-07AE-2C52-4E4421DA337C}"/>
              </a:ext>
            </a:extLst>
          </p:cNvPr>
          <p:cNvSpPr/>
          <p:nvPr/>
        </p:nvSpPr>
        <p:spPr>
          <a:xfrm>
            <a:off x="-924560" y="3659361"/>
            <a:ext cx="589280" cy="589280"/>
          </a:xfrm>
          <a:prstGeom prst="roundRect">
            <a:avLst/>
          </a:prstGeom>
          <a:solidFill>
            <a:srgbClr val="FCE1A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9221BFA-4CD1-31FB-BE74-3665F847555C}"/>
              </a:ext>
            </a:extLst>
          </p:cNvPr>
          <p:cNvSpPr/>
          <p:nvPr/>
        </p:nvSpPr>
        <p:spPr>
          <a:xfrm>
            <a:off x="-924560" y="4421948"/>
            <a:ext cx="589280" cy="589280"/>
          </a:xfrm>
          <a:prstGeom prst="round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7" name="그룹 102">
            <a:extLst>
              <a:ext uri="{FF2B5EF4-FFF2-40B4-BE49-F238E27FC236}">
                <a16:creationId xmlns:a16="http://schemas.microsoft.com/office/drawing/2014/main" id="{978D8F9A-3DEB-50F7-22AE-0ED89CB88E09}"/>
              </a:ext>
            </a:extLst>
          </p:cNvPr>
          <p:cNvGrpSpPr/>
          <p:nvPr/>
        </p:nvGrpSpPr>
        <p:grpSpPr>
          <a:xfrm>
            <a:off x="3608370" y="5112723"/>
            <a:ext cx="5749777" cy="1600438"/>
            <a:chOff x="4831052" y="4254689"/>
            <a:chExt cx="3927296" cy="160043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535881-3DD3-EDEA-5F6C-48D3926DBA8E}"/>
                </a:ext>
              </a:extLst>
            </p:cNvPr>
            <p:cNvSpPr txBox="1"/>
            <p:nvPr/>
          </p:nvSpPr>
          <p:spPr>
            <a:xfrm>
              <a:off x="4831052" y="4254689"/>
              <a:ext cx="877966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dirty="0">
                  <a:solidFill>
                    <a:srgbClr val="23AFEA"/>
                  </a:solidFill>
                  <a:cs typeface="Arial" pitchFamily="34" charset="0"/>
                </a:rPr>
                <a:t>Key points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581512-2A67-302B-39C2-A336595A7506}"/>
                </a:ext>
              </a:extLst>
            </p:cNvPr>
            <p:cNvSpPr txBox="1"/>
            <p:nvPr/>
          </p:nvSpPr>
          <p:spPr>
            <a:xfrm>
              <a:off x="5831907" y="4254689"/>
              <a:ext cx="2926441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As the total accounts increased, so do the total accounts per 1000 adults from 2007 – 2022.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It shows the distribution of the owner accounts among adults are distributed well.</a:t>
              </a:r>
            </a:p>
            <a:p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9288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E3BA-4178-9CA1-2947-F731B699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DF31D0-5119-6EF5-DDFE-7764F5500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Outstanding Balance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340688C-30CF-50EA-4118-791E5E492F90}"/>
              </a:ext>
            </a:extLst>
          </p:cNvPr>
          <p:cNvGrpSpPr/>
          <p:nvPr/>
        </p:nvGrpSpPr>
        <p:grpSpPr>
          <a:xfrm>
            <a:off x="9082187" y="2774361"/>
            <a:ext cx="2500009" cy="3947501"/>
            <a:chOff x="1676445" y="3012526"/>
            <a:chExt cx="2220378" cy="3505965"/>
          </a:xfrm>
        </p:grpSpPr>
        <p:grpSp>
          <p:nvGrpSpPr>
            <p:cNvPr id="3" name="Graphic 58">
              <a:extLst>
                <a:ext uri="{FF2B5EF4-FFF2-40B4-BE49-F238E27FC236}">
                  <a16:creationId xmlns:a16="http://schemas.microsoft.com/office/drawing/2014/main" id="{924592FD-2D2F-F344-01AE-DA6FA113B6C8}"/>
                </a:ext>
              </a:extLst>
            </p:cNvPr>
            <p:cNvGrpSpPr/>
            <p:nvPr/>
          </p:nvGrpSpPr>
          <p:grpSpPr>
            <a:xfrm>
              <a:off x="1676445" y="3189057"/>
              <a:ext cx="2029331" cy="3329434"/>
              <a:chOff x="5095920" y="2830970"/>
              <a:chExt cx="2335782" cy="3832214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AEAA2F68-2FAF-6F40-E245-92CB17A6DA10}"/>
                  </a:ext>
                </a:extLst>
              </p:cNvPr>
              <p:cNvSpPr/>
              <p:nvPr/>
            </p:nvSpPr>
            <p:spPr>
              <a:xfrm>
                <a:off x="5095920" y="3144617"/>
                <a:ext cx="2291255" cy="3273141"/>
              </a:xfrm>
              <a:custGeom>
                <a:avLst/>
                <a:gdLst>
                  <a:gd name="connsiteX0" fmla="*/ 2285451 w 2291255"/>
                  <a:gd name="connsiteY0" fmla="*/ 178210 h 3273141"/>
                  <a:gd name="connsiteX1" fmla="*/ 2120388 w 2291255"/>
                  <a:gd name="connsiteY1" fmla="*/ 128728 h 3273141"/>
                  <a:gd name="connsiteX2" fmla="*/ 2105248 w 2291255"/>
                  <a:gd name="connsiteY2" fmla="*/ 130205 h 3273141"/>
                  <a:gd name="connsiteX3" fmla="*/ 2068691 w 2291255"/>
                  <a:gd name="connsiteY3" fmla="*/ 186333 h 3273141"/>
                  <a:gd name="connsiteX4" fmla="*/ 1927261 w 2291255"/>
                  <a:gd name="connsiteY4" fmla="*/ 402355 h 3273141"/>
                  <a:gd name="connsiteX5" fmla="*/ 1915814 w 2291255"/>
                  <a:gd name="connsiteY5" fmla="*/ 409002 h 3273141"/>
                  <a:gd name="connsiteX6" fmla="*/ 1870394 w 2291255"/>
                  <a:gd name="connsiteY6" fmla="*/ 410848 h 3273141"/>
                  <a:gd name="connsiteX7" fmla="*/ 1722318 w 2291255"/>
                  <a:gd name="connsiteY7" fmla="*/ 415649 h 3273141"/>
                  <a:gd name="connsiteX8" fmla="*/ 1590859 w 2291255"/>
                  <a:gd name="connsiteY8" fmla="*/ 418972 h 3273141"/>
                  <a:gd name="connsiteX9" fmla="*/ 1583843 w 2291255"/>
                  <a:gd name="connsiteY9" fmla="*/ 419341 h 3273141"/>
                  <a:gd name="connsiteX10" fmla="*/ 1560948 w 2291255"/>
                  <a:gd name="connsiteY10" fmla="*/ 411587 h 3273141"/>
                  <a:gd name="connsiteX11" fmla="*/ 1469370 w 2291255"/>
                  <a:gd name="connsiteY11" fmla="*/ 312254 h 3273141"/>
                  <a:gd name="connsiteX12" fmla="*/ 1450537 w 2291255"/>
                  <a:gd name="connsiteY12" fmla="*/ 306715 h 3273141"/>
                  <a:gd name="connsiteX13" fmla="*/ 1232669 w 2291255"/>
                  <a:gd name="connsiteY13" fmla="*/ 353612 h 3273141"/>
                  <a:gd name="connsiteX14" fmla="*/ 1212729 w 2291255"/>
                  <a:gd name="connsiteY14" fmla="*/ 366167 h 3273141"/>
                  <a:gd name="connsiteX15" fmla="*/ 1209775 w 2291255"/>
                  <a:gd name="connsiteY15" fmla="*/ 347703 h 3273141"/>
                  <a:gd name="connsiteX16" fmla="*/ 1183557 w 2291255"/>
                  <a:gd name="connsiteY16" fmla="*/ 362843 h 3273141"/>
                  <a:gd name="connsiteX17" fmla="*/ 1097887 w 2291255"/>
                  <a:gd name="connsiteY17" fmla="*/ 388692 h 3273141"/>
                  <a:gd name="connsiteX18" fmla="*/ 1082377 w 2291255"/>
                  <a:gd name="connsiteY18" fmla="*/ 398293 h 3273141"/>
                  <a:gd name="connsiteX19" fmla="*/ 1082377 w 2291255"/>
                  <a:gd name="connsiteY19" fmla="*/ 398662 h 3273141"/>
                  <a:gd name="connsiteX20" fmla="*/ 1068715 w 2291255"/>
                  <a:gd name="connsiteY20" fmla="*/ 400878 h 3273141"/>
                  <a:gd name="connsiteX21" fmla="*/ 1057267 w 2291255"/>
                  <a:gd name="connsiteY21" fmla="*/ 399770 h 3273141"/>
                  <a:gd name="connsiteX22" fmla="*/ 988953 w 2291255"/>
                  <a:gd name="connsiteY22" fmla="*/ 372444 h 3273141"/>
                  <a:gd name="connsiteX23" fmla="*/ 939840 w 2291255"/>
                  <a:gd name="connsiteY23" fmla="*/ 352504 h 3273141"/>
                  <a:gd name="connsiteX24" fmla="*/ 933932 w 2291255"/>
                  <a:gd name="connsiteY24" fmla="*/ 372444 h 3273141"/>
                  <a:gd name="connsiteX25" fmla="*/ 933932 w 2291255"/>
                  <a:gd name="connsiteY25" fmla="*/ 372444 h 3273141"/>
                  <a:gd name="connsiteX26" fmla="*/ 923962 w 2291255"/>
                  <a:gd name="connsiteY26" fmla="*/ 370229 h 3273141"/>
                  <a:gd name="connsiteX27" fmla="*/ 916946 w 2291255"/>
                  <a:gd name="connsiteY27" fmla="*/ 369859 h 3273141"/>
                  <a:gd name="connsiteX28" fmla="*/ 789548 w 2291255"/>
                  <a:gd name="connsiteY28" fmla="*/ 339210 h 3273141"/>
                  <a:gd name="connsiteX29" fmla="*/ 672860 w 2291255"/>
                  <a:gd name="connsiteY29" fmla="*/ 310777 h 3273141"/>
                  <a:gd name="connsiteX30" fmla="*/ 655135 w 2291255"/>
                  <a:gd name="connsiteY30" fmla="*/ 316316 h 3273141"/>
                  <a:gd name="connsiteX31" fmla="*/ 602330 w 2291255"/>
                  <a:gd name="connsiteY31" fmla="*/ 369859 h 3273141"/>
                  <a:gd name="connsiteX32" fmla="*/ 561710 w 2291255"/>
                  <a:gd name="connsiteY32" fmla="*/ 381307 h 3273141"/>
                  <a:gd name="connsiteX33" fmla="*/ 409572 w 2291255"/>
                  <a:gd name="connsiteY33" fmla="*/ 353242 h 3273141"/>
                  <a:gd name="connsiteX34" fmla="*/ 275159 w 2291255"/>
                  <a:gd name="connsiteY34" fmla="*/ 328501 h 3273141"/>
                  <a:gd name="connsiteX35" fmla="*/ 264450 w 2291255"/>
                  <a:gd name="connsiteY35" fmla="*/ 317423 h 3273141"/>
                  <a:gd name="connsiteX36" fmla="*/ 202782 w 2291255"/>
                  <a:gd name="connsiteY36" fmla="*/ 20163 h 3273141"/>
                  <a:gd name="connsiteX37" fmla="*/ 185796 w 2291255"/>
                  <a:gd name="connsiteY37" fmla="*/ 3177 h 3273141"/>
                  <a:gd name="connsiteX38" fmla="*/ 169918 w 2291255"/>
                  <a:gd name="connsiteY38" fmla="*/ 223 h 3273141"/>
                  <a:gd name="connsiteX39" fmla="*/ 59137 w 2291255"/>
                  <a:gd name="connsiteY39" fmla="*/ 5762 h 3273141"/>
                  <a:gd name="connsiteX40" fmla="*/ 22949 w 2291255"/>
                  <a:gd name="connsiteY40" fmla="*/ 10931 h 3273141"/>
                  <a:gd name="connsiteX41" fmla="*/ 5224 w 2291255"/>
                  <a:gd name="connsiteY41" fmla="*/ 13147 h 3273141"/>
                  <a:gd name="connsiteX42" fmla="*/ 55 w 2291255"/>
                  <a:gd name="connsiteY42" fmla="*/ 19425 h 3273141"/>
                  <a:gd name="connsiteX43" fmla="*/ 4486 w 2291255"/>
                  <a:gd name="connsiteY43" fmla="*/ 67060 h 3273141"/>
                  <a:gd name="connsiteX44" fmla="*/ 28119 w 2291255"/>
                  <a:gd name="connsiteY44" fmla="*/ 251325 h 3273141"/>
                  <a:gd name="connsiteX45" fmla="*/ 61353 w 2291255"/>
                  <a:gd name="connsiteY45" fmla="*/ 396447 h 3273141"/>
                  <a:gd name="connsiteX46" fmla="*/ 149239 w 2291255"/>
                  <a:gd name="connsiteY46" fmla="*/ 498364 h 3273141"/>
                  <a:gd name="connsiteX47" fmla="*/ 238971 w 2291255"/>
                  <a:gd name="connsiteY47" fmla="*/ 543046 h 3273141"/>
                  <a:gd name="connsiteX48" fmla="*/ 318363 w 2291255"/>
                  <a:gd name="connsiteY48" fmla="*/ 581450 h 3273141"/>
                  <a:gd name="connsiteX49" fmla="*/ 542878 w 2291255"/>
                  <a:gd name="connsiteY49" fmla="*/ 629085 h 3273141"/>
                  <a:gd name="connsiteX50" fmla="*/ 555802 w 2291255"/>
                  <a:gd name="connsiteY50" fmla="*/ 646810 h 3273141"/>
                  <a:gd name="connsiteX51" fmla="*/ 523676 w 2291255"/>
                  <a:gd name="connsiteY51" fmla="*/ 781223 h 3273141"/>
                  <a:gd name="connsiteX52" fmla="*/ 471978 w 2291255"/>
                  <a:gd name="connsiteY52" fmla="*/ 1000199 h 3273141"/>
                  <a:gd name="connsiteX53" fmla="*/ 459423 w 2291255"/>
                  <a:gd name="connsiteY53" fmla="*/ 1047096 h 3273141"/>
                  <a:gd name="connsiteX54" fmla="*/ 300638 w 2291255"/>
                  <a:gd name="connsiteY54" fmla="*/ 1319615 h 3273141"/>
                  <a:gd name="connsiteX55" fmla="*/ 200936 w 2291255"/>
                  <a:gd name="connsiteY55" fmla="*/ 1500556 h 3273141"/>
                  <a:gd name="connsiteX56" fmla="*/ 200936 w 2291255"/>
                  <a:gd name="connsiteY56" fmla="*/ 1516066 h 3273141"/>
                  <a:gd name="connsiteX57" fmla="*/ 246356 w 2291255"/>
                  <a:gd name="connsiteY57" fmla="*/ 1543391 h 3273141"/>
                  <a:gd name="connsiteX58" fmla="*/ 304700 w 2291255"/>
                  <a:gd name="connsiteY58" fmla="*/ 1538222 h 3273141"/>
                  <a:gd name="connsiteX59" fmla="*/ 393694 w 2291255"/>
                  <a:gd name="connsiteY59" fmla="*/ 1529728 h 3273141"/>
                  <a:gd name="connsiteX60" fmla="*/ 476779 w 2291255"/>
                  <a:gd name="connsiteY60" fmla="*/ 1529359 h 3273141"/>
                  <a:gd name="connsiteX61" fmla="*/ 546570 w 2291255"/>
                  <a:gd name="connsiteY61" fmla="*/ 1557054 h 3273141"/>
                  <a:gd name="connsiteX62" fmla="*/ 631133 w 2291255"/>
                  <a:gd name="connsiteY62" fmla="*/ 1581795 h 3273141"/>
                  <a:gd name="connsiteX63" fmla="*/ 646642 w 2291255"/>
                  <a:gd name="connsiteY63" fmla="*/ 1583642 h 3273141"/>
                  <a:gd name="connsiteX64" fmla="*/ 658089 w 2291255"/>
                  <a:gd name="connsiteY64" fmla="*/ 1598781 h 3273141"/>
                  <a:gd name="connsiteX65" fmla="*/ 647380 w 2291255"/>
                  <a:gd name="connsiteY65" fmla="*/ 1656018 h 3273141"/>
                  <a:gd name="connsiteX66" fmla="*/ 575373 w 2291255"/>
                  <a:gd name="connsiteY66" fmla="*/ 2021593 h 3273141"/>
                  <a:gd name="connsiteX67" fmla="*/ 509274 w 2291255"/>
                  <a:gd name="connsiteY67" fmla="*/ 2326608 h 3273141"/>
                  <a:gd name="connsiteX68" fmla="*/ 462747 w 2291255"/>
                  <a:gd name="connsiteY68" fmla="*/ 2527489 h 3273141"/>
                  <a:gd name="connsiteX69" fmla="*/ 443914 w 2291255"/>
                  <a:gd name="connsiteY69" fmla="*/ 2643808 h 3273141"/>
                  <a:gd name="connsiteX70" fmla="*/ 428036 w 2291255"/>
                  <a:gd name="connsiteY70" fmla="*/ 2768990 h 3273141"/>
                  <a:gd name="connsiteX71" fmla="*/ 412896 w 2291255"/>
                  <a:gd name="connsiteY71" fmla="*/ 2903773 h 3273141"/>
                  <a:gd name="connsiteX72" fmla="*/ 397017 w 2291255"/>
                  <a:gd name="connsiteY72" fmla="*/ 3038555 h 3273141"/>
                  <a:gd name="connsiteX73" fmla="*/ 378185 w 2291255"/>
                  <a:gd name="connsiteY73" fmla="*/ 3205464 h 3273141"/>
                  <a:gd name="connsiteX74" fmla="*/ 392586 w 2291255"/>
                  <a:gd name="connsiteY74" fmla="*/ 3234267 h 3273141"/>
                  <a:gd name="connsiteX75" fmla="*/ 537339 w 2291255"/>
                  <a:gd name="connsiteY75" fmla="*/ 3251622 h 3273141"/>
                  <a:gd name="connsiteX76" fmla="*/ 592360 w 2291255"/>
                  <a:gd name="connsiteY76" fmla="*/ 3254207 h 3273141"/>
                  <a:gd name="connsiteX77" fmla="*/ 603438 w 2291255"/>
                  <a:gd name="connsiteY77" fmla="*/ 3245345 h 3273141"/>
                  <a:gd name="connsiteX78" fmla="*/ 644426 w 2291255"/>
                  <a:gd name="connsiteY78" fmla="*/ 3052957 h 3273141"/>
                  <a:gd name="connsiteX79" fmla="*/ 756684 w 2291255"/>
                  <a:gd name="connsiteY79" fmla="*/ 2555553 h 3273141"/>
                  <a:gd name="connsiteX80" fmla="*/ 794349 w 2291255"/>
                  <a:gd name="connsiteY80" fmla="*/ 2434803 h 3273141"/>
                  <a:gd name="connsiteX81" fmla="*/ 1029942 w 2291255"/>
                  <a:gd name="connsiteY81" fmla="*/ 1994636 h 3273141"/>
                  <a:gd name="connsiteX82" fmla="*/ 1078316 w 2291255"/>
                  <a:gd name="connsiteY82" fmla="*/ 1904904 h 3273141"/>
                  <a:gd name="connsiteX83" fmla="*/ 1094563 w 2291255"/>
                  <a:gd name="connsiteY83" fmla="*/ 1939615 h 3273141"/>
                  <a:gd name="connsiteX84" fmla="*/ 1247809 w 2291255"/>
                  <a:gd name="connsiteY84" fmla="*/ 2257185 h 3273141"/>
                  <a:gd name="connsiteX85" fmla="*/ 1291383 w 2291255"/>
                  <a:gd name="connsiteY85" fmla="*/ 2372397 h 3273141"/>
                  <a:gd name="connsiteX86" fmla="*/ 1337541 w 2291255"/>
                  <a:gd name="connsiteY86" fmla="*/ 2633838 h 3273141"/>
                  <a:gd name="connsiteX87" fmla="*/ 1389977 w 2291255"/>
                  <a:gd name="connsiteY87" fmla="*/ 2897864 h 3273141"/>
                  <a:gd name="connsiteX88" fmla="*/ 1429120 w 2291255"/>
                  <a:gd name="connsiteY88" fmla="*/ 3073636 h 3273141"/>
                  <a:gd name="connsiteX89" fmla="*/ 1479340 w 2291255"/>
                  <a:gd name="connsiteY89" fmla="*/ 3264916 h 3273141"/>
                  <a:gd name="connsiteX90" fmla="*/ 1492634 w 2291255"/>
                  <a:gd name="connsiteY90" fmla="*/ 3272671 h 3273141"/>
                  <a:gd name="connsiteX91" fmla="*/ 1732288 w 2291255"/>
                  <a:gd name="connsiteY91" fmla="*/ 3231313 h 3273141"/>
                  <a:gd name="connsiteX92" fmla="*/ 1731919 w 2291255"/>
                  <a:gd name="connsiteY92" fmla="*/ 3218388 h 3273141"/>
                  <a:gd name="connsiteX93" fmla="*/ 1716040 w 2291255"/>
                  <a:gd name="connsiteY93" fmla="*/ 3110193 h 3273141"/>
                  <a:gd name="connsiteX94" fmla="*/ 1696100 w 2291255"/>
                  <a:gd name="connsiteY94" fmla="*/ 2969871 h 3273141"/>
                  <a:gd name="connsiteX95" fmla="*/ 1675421 w 2291255"/>
                  <a:gd name="connsiteY95" fmla="*/ 2829550 h 3273141"/>
                  <a:gd name="connsiteX96" fmla="*/ 1653265 w 2291255"/>
                  <a:gd name="connsiteY96" fmla="*/ 2669288 h 3273141"/>
                  <a:gd name="connsiteX97" fmla="*/ 1632217 w 2291255"/>
                  <a:gd name="connsiteY97" fmla="*/ 2525643 h 3273141"/>
                  <a:gd name="connsiteX98" fmla="*/ 1613753 w 2291255"/>
                  <a:gd name="connsiteY98" fmla="*/ 2393445 h 3273141"/>
                  <a:gd name="connsiteX99" fmla="*/ 1596398 w 2291255"/>
                  <a:gd name="connsiteY99" fmla="*/ 2258662 h 3273141"/>
                  <a:gd name="connsiteX100" fmla="*/ 1588274 w 2291255"/>
                  <a:gd name="connsiteY100" fmla="*/ 2186286 h 3273141"/>
                  <a:gd name="connsiteX101" fmla="*/ 1559471 w 2291255"/>
                  <a:gd name="connsiteY101" fmla="*/ 2051134 h 3273141"/>
                  <a:gd name="connsiteX102" fmla="*/ 1485987 w 2291255"/>
                  <a:gd name="connsiteY102" fmla="*/ 1739103 h 3273141"/>
                  <a:gd name="connsiteX103" fmla="*/ 1491157 w 2291255"/>
                  <a:gd name="connsiteY103" fmla="*/ 1672635 h 3273141"/>
                  <a:gd name="connsiteX104" fmla="*/ 1503342 w 2291255"/>
                  <a:gd name="connsiteY104" fmla="*/ 1635708 h 3273141"/>
                  <a:gd name="connsiteX105" fmla="*/ 1505189 w 2291255"/>
                  <a:gd name="connsiteY105" fmla="*/ 1462522 h 3273141"/>
                  <a:gd name="connsiteX106" fmla="*/ 1507774 w 2291255"/>
                  <a:gd name="connsiteY106" fmla="*/ 1242438 h 3273141"/>
                  <a:gd name="connsiteX107" fmla="*/ 1509989 w 2291255"/>
                  <a:gd name="connsiteY107" fmla="*/ 1041557 h 3273141"/>
                  <a:gd name="connsiteX108" fmla="*/ 1512574 w 2291255"/>
                  <a:gd name="connsiteY108" fmla="*/ 749836 h 3273141"/>
                  <a:gd name="connsiteX109" fmla="*/ 1535838 w 2291255"/>
                  <a:gd name="connsiteY109" fmla="*/ 682998 h 3273141"/>
                  <a:gd name="connsiteX110" fmla="*/ 1552824 w 2291255"/>
                  <a:gd name="connsiteY110" fmla="*/ 673028 h 3273141"/>
                  <a:gd name="connsiteX111" fmla="*/ 1618923 w 2291255"/>
                  <a:gd name="connsiteY111" fmla="*/ 663058 h 3273141"/>
                  <a:gd name="connsiteX112" fmla="*/ 1805772 w 2291255"/>
                  <a:gd name="connsiteY112" fmla="*/ 633516 h 3273141"/>
                  <a:gd name="connsiteX113" fmla="*/ 2012562 w 2291255"/>
                  <a:gd name="connsiteY113" fmla="*/ 600282 h 3273141"/>
                  <a:gd name="connsiteX114" fmla="*/ 2044688 w 2291255"/>
                  <a:gd name="connsiteY114" fmla="*/ 584773 h 3273141"/>
                  <a:gd name="connsiteX115" fmla="*/ 2176517 w 2291255"/>
                  <a:gd name="connsiteY115" fmla="*/ 369859 h 3273141"/>
                  <a:gd name="connsiteX116" fmla="*/ 2289143 w 2291255"/>
                  <a:gd name="connsiteY116" fmla="*/ 188180 h 3273141"/>
                  <a:gd name="connsiteX117" fmla="*/ 2285451 w 2291255"/>
                  <a:gd name="connsiteY117" fmla="*/ 178210 h 3273141"/>
                  <a:gd name="connsiteX118" fmla="*/ 1339757 w 2291255"/>
                  <a:gd name="connsiteY118" fmla="*/ 1383499 h 3273141"/>
                  <a:gd name="connsiteX119" fmla="*/ 1340126 w 2291255"/>
                  <a:gd name="connsiteY119" fmla="*/ 1383499 h 3273141"/>
                  <a:gd name="connsiteX120" fmla="*/ 1340126 w 2291255"/>
                  <a:gd name="connsiteY120" fmla="*/ 1383499 h 3273141"/>
                  <a:gd name="connsiteX121" fmla="*/ 1339757 w 2291255"/>
                  <a:gd name="connsiteY121" fmla="*/ 1383499 h 3273141"/>
                  <a:gd name="connsiteX122" fmla="*/ 1339757 w 2291255"/>
                  <a:gd name="connsiteY122" fmla="*/ 1383499 h 3273141"/>
                  <a:gd name="connsiteX123" fmla="*/ 1153277 w 2291255"/>
                  <a:gd name="connsiteY123" fmla="*/ 1449967 h 3273141"/>
                  <a:gd name="connsiteX124" fmla="*/ 1153277 w 2291255"/>
                  <a:gd name="connsiteY124" fmla="*/ 1449967 h 3273141"/>
                  <a:gd name="connsiteX125" fmla="*/ 1153277 w 2291255"/>
                  <a:gd name="connsiteY125" fmla="*/ 1449967 h 3273141"/>
                  <a:gd name="connsiteX126" fmla="*/ 1153277 w 2291255"/>
                  <a:gd name="connsiteY126" fmla="*/ 1449967 h 327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</a:cxnLst>
                <a:rect l="l" t="t" r="r" b="b"/>
                <a:pathLst>
                  <a:path w="2291255" h="3273141">
                    <a:moveTo>
                      <a:pt x="2285451" y="178210"/>
                    </a:moveTo>
                    <a:cubicBezTo>
                      <a:pt x="2278804" y="176732"/>
                      <a:pt x="2162485" y="144606"/>
                      <a:pt x="2120388" y="128728"/>
                    </a:cubicBezTo>
                    <a:cubicBezTo>
                      <a:pt x="2115218" y="128358"/>
                      <a:pt x="2110418" y="121712"/>
                      <a:pt x="2105248" y="130205"/>
                    </a:cubicBezTo>
                    <a:cubicBezTo>
                      <a:pt x="2093801" y="149407"/>
                      <a:pt x="2081246" y="167501"/>
                      <a:pt x="2068691" y="186333"/>
                    </a:cubicBezTo>
                    <a:cubicBezTo>
                      <a:pt x="2021425" y="258341"/>
                      <a:pt x="1974158" y="330348"/>
                      <a:pt x="1927261" y="402355"/>
                    </a:cubicBezTo>
                    <a:cubicBezTo>
                      <a:pt x="1924307" y="406786"/>
                      <a:pt x="1921353" y="409002"/>
                      <a:pt x="1915814" y="409002"/>
                    </a:cubicBezTo>
                    <a:cubicBezTo>
                      <a:pt x="1900674" y="409002"/>
                      <a:pt x="1885534" y="410110"/>
                      <a:pt x="1870394" y="410848"/>
                    </a:cubicBezTo>
                    <a:cubicBezTo>
                      <a:pt x="1820912" y="412325"/>
                      <a:pt x="1771800" y="413802"/>
                      <a:pt x="1722318" y="415649"/>
                    </a:cubicBezTo>
                    <a:cubicBezTo>
                      <a:pt x="1678375" y="417495"/>
                      <a:pt x="1634802" y="417864"/>
                      <a:pt x="1590859" y="418972"/>
                    </a:cubicBezTo>
                    <a:cubicBezTo>
                      <a:pt x="1588643" y="418972"/>
                      <a:pt x="1585689" y="418603"/>
                      <a:pt x="1583843" y="419341"/>
                    </a:cubicBezTo>
                    <a:cubicBezTo>
                      <a:pt x="1573872" y="423034"/>
                      <a:pt x="1567595" y="418603"/>
                      <a:pt x="1560948" y="411587"/>
                    </a:cubicBezTo>
                    <a:cubicBezTo>
                      <a:pt x="1530668" y="378353"/>
                      <a:pt x="1499650" y="345488"/>
                      <a:pt x="1469370" y="312254"/>
                    </a:cubicBezTo>
                    <a:cubicBezTo>
                      <a:pt x="1463461" y="305976"/>
                      <a:pt x="1458292" y="305238"/>
                      <a:pt x="1450537" y="306715"/>
                    </a:cubicBezTo>
                    <a:cubicBezTo>
                      <a:pt x="1378161" y="322593"/>
                      <a:pt x="1305415" y="338102"/>
                      <a:pt x="1232669" y="353612"/>
                    </a:cubicBezTo>
                    <a:cubicBezTo>
                      <a:pt x="1217529" y="356935"/>
                      <a:pt x="1214206" y="357304"/>
                      <a:pt x="1212729" y="366167"/>
                    </a:cubicBezTo>
                    <a:cubicBezTo>
                      <a:pt x="1209405" y="356935"/>
                      <a:pt x="1210883" y="356935"/>
                      <a:pt x="1209775" y="347703"/>
                    </a:cubicBezTo>
                    <a:cubicBezTo>
                      <a:pt x="1202759" y="355458"/>
                      <a:pt x="1194266" y="360628"/>
                      <a:pt x="1183557" y="362843"/>
                    </a:cubicBezTo>
                    <a:cubicBezTo>
                      <a:pt x="1154385" y="369490"/>
                      <a:pt x="1127059" y="381676"/>
                      <a:pt x="1097887" y="388692"/>
                    </a:cubicBezTo>
                    <a:cubicBezTo>
                      <a:pt x="1091978" y="390169"/>
                      <a:pt x="1085332" y="391277"/>
                      <a:pt x="1082377" y="398293"/>
                    </a:cubicBezTo>
                    <a:cubicBezTo>
                      <a:pt x="1082377" y="398293"/>
                      <a:pt x="1082377" y="398662"/>
                      <a:pt x="1082377" y="398662"/>
                    </a:cubicBezTo>
                    <a:cubicBezTo>
                      <a:pt x="1077577" y="397924"/>
                      <a:pt x="1073146" y="399770"/>
                      <a:pt x="1068715" y="400878"/>
                    </a:cubicBezTo>
                    <a:cubicBezTo>
                      <a:pt x="1062806" y="400509"/>
                      <a:pt x="1057267" y="399770"/>
                      <a:pt x="1057267" y="399770"/>
                    </a:cubicBezTo>
                    <a:cubicBezTo>
                      <a:pt x="1035481" y="388323"/>
                      <a:pt x="1011109" y="382784"/>
                      <a:pt x="988953" y="372444"/>
                    </a:cubicBezTo>
                    <a:cubicBezTo>
                      <a:pt x="972705" y="365059"/>
                      <a:pt x="954980" y="362105"/>
                      <a:pt x="939840" y="352504"/>
                    </a:cubicBezTo>
                    <a:cubicBezTo>
                      <a:pt x="935778" y="362105"/>
                      <a:pt x="937994" y="362843"/>
                      <a:pt x="933932" y="372444"/>
                    </a:cubicBezTo>
                    <a:cubicBezTo>
                      <a:pt x="933932" y="372444"/>
                      <a:pt x="933932" y="372444"/>
                      <a:pt x="933932" y="372444"/>
                    </a:cubicBezTo>
                    <a:cubicBezTo>
                      <a:pt x="932086" y="370229"/>
                      <a:pt x="929131" y="369121"/>
                      <a:pt x="923962" y="370229"/>
                    </a:cubicBezTo>
                    <a:cubicBezTo>
                      <a:pt x="921746" y="370598"/>
                      <a:pt x="919161" y="370229"/>
                      <a:pt x="916946" y="369859"/>
                    </a:cubicBezTo>
                    <a:cubicBezTo>
                      <a:pt x="874480" y="359520"/>
                      <a:pt x="832014" y="349180"/>
                      <a:pt x="789548" y="339210"/>
                    </a:cubicBezTo>
                    <a:cubicBezTo>
                      <a:pt x="750775" y="329609"/>
                      <a:pt x="711633" y="320378"/>
                      <a:pt x="672860" y="310777"/>
                    </a:cubicBezTo>
                    <a:cubicBezTo>
                      <a:pt x="665475" y="308930"/>
                      <a:pt x="660674" y="310777"/>
                      <a:pt x="655135" y="316316"/>
                    </a:cubicBezTo>
                    <a:cubicBezTo>
                      <a:pt x="637780" y="334410"/>
                      <a:pt x="618578" y="351027"/>
                      <a:pt x="602330" y="369859"/>
                    </a:cubicBezTo>
                    <a:cubicBezTo>
                      <a:pt x="590513" y="383892"/>
                      <a:pt x="578327" y="384630"/>
                      <a:pt x="561710" y="381307"/>
                    </a:cubicBezTo>
                    <a:cubicBezTo>
                      <a:pt x="511121" y="370967"/>
                      <a:pt x="460162" y="362474"/>
                      <a:pt x="409572" y="353242"/>
                    </a:cubicBezTo>
                    <a:cubicBezTo>
                      <a:pt x="364891" y="345118"/>
                      <a:pt x="319840" y="336625"/>
                      <a:pt x="275159" y="328501"/>
                    </a:cubicBezTo>
                    <a:cubicBezTo>
                      <a:pt x="268512" y="327394"/>
                      <a:pt x="265927" y="324439"/>
                      <a:pt x="264450" y="317423"/>
                    </a:cubicBezTo>
                    <a:cubicBezTo>
                      <a:pt x="244140" y="218460"/>
                      <a:pt x="223461" y="119496"/>
                      <a:pt x="202782" y="20163"/>
                    </a:cubicBezTo>
                    <a:cubicBezTo>
                      <a:pt x="200936" y="10562"/>
                      <a:pt x="199459" y="961"/>
                      <a:pt x="185796" y="3177"/>
                    </a:cubicBezTo>
                    <a:cubicBezTo>
                      <a:pt x="180996" y="-516"/>
                      <a:pt x="175087" y="-147"/>
                      <a:pt x="169918" y="223"/>
                    </a:cubicBezTo>
                    <a:cubicBezTo>
                      <a:pt x="132991" y="1330"/>
                      <a:pt x="96064" y="4285"/>
                      <a:pt x="59137" y="5762"/>
                    </a:cubicBezTo>
                    <a:cubicBezTo>
                      <a:pt x="47321" y="6500"/>
                      <a:pt x="34397" y="3915"/>
                      <a:pt x="22949" y="10931"/>
                    </a:cubicBezTo>
                    <a:cubicBezTo>
                      <a:pt x="17041" y="11670"/>
                      <a:pt x="11133" y="12409"/>
                      <a:pt x="5224" y="13147"/>
                    </a:cubicBezTo>
                    <a:cubicBezTo>
                      <a:pt x="1162" y="13516"/>
                      <a:pt x="-315" y="14993"/>
                      <a:pt x="55" y="19425"/>
                    </a:cubicBezTo>
                    <a:cubicBezTo>
                      <a:pt x="1532" y="35303"/>
                      <a:pt x="2640" y="51182"/>
                      <a:pt x="4486" y="67060"/>
                    </a:cubicBezTo>
                    <a:cubicBezTo>
                      <a:pt x="11871" y="128728"/>
                      <a:pt x="17780" y="190395"/>
                      <a:pt x="28119" y="251325"/>
                    </a:cubicBezTo>
                    <a:cubicBezTo>
                      <a:pt x="36243" y="300437"/>
                      <a:pt x="44367" y="349550"/>
                      <a:pt x="61353" y="396447"/>
                    </a:cubicBezTo>
                    <a:cubicBezTo>
                      <a:pt x="77601" y="441497"/>
                      <a:pt x="104557" y="477316"/>
                      <a:pt x="149239" y="498364"/>
                    </a:cubicBezTo>
                    <a:cubicBezTo>
                      <a:pt x="179519" y="512397"/>
                      <a:pt x="209060" y="528275"/>
                      <a:pt x="238971" y="543046"/>
                    </a:cubicBezTo>
                    <a:cubicBezTo>
                      <a:pt x="265558" y="555970"/>
                      <a:pt x="290668" y="571479"/>
                      <a:pt x="318363" y="581450"/>
                    </a:cubicBezTo>
                    <a:cubicBezTo>
                      <a:pt x="390740" y="608037"/>
                      <a:pt x="466439" y="620592"/>
                      <a:pt x="542878" y="629085"/>
                    </a:cubicBezTo>
                    <a:cubicBezTo>
                      <a:pt x="558387" y="630931"/>
                      <a:pt x="559495" y="631670"/>
                      <a:pt x="555802" y="646810"/>
                    </a:cubicBezTo>
                    <a:cubicBezTo>
                      <a:pt x="545093" y="691491"/>
                      <a:pt x="534385" y="736542"/>
                      <a:pt x="523676" y="781223"/>
                    </a:cubicBezTo>
                    <a:cubicBezTo>
                      <a:pt x="506320" y="854338"/>
                      <a:pt x="489703" y="927453"/>
                      <a:pt x="471978" y="1000199"/>
                    </a:cubicBezTo>
                    <a:cubicBezTo>
                      <a:pt x="468286" y="1016077"/>
                      <a:pt x="467547" y="1033064"/>
                      <a:pt x="459423" y="1047096"/>
                    </a:cubicBezTo>
                    <a:cubicBezTo>
                      <a:pt x="405510" y="1137197"/>
                      <a:pt x="351597" y="1227668"/>
                      <a:pt x="300638" y="1319615"/>
                    </a:cubicBezTo>
                    <a:cubicBezTo>
                      <a:pt x="267404" y="1379806"/>
                      <a:pt x="234170" y="1440366"/>
                      <a:pt x="200936" y="1500556"/>
                    </a:cubicBezTo>
                    <a:cubicBezTo>
                      <a:pt x="197982" y="1506095"/>
                      <a:pt x="197613" y="1510896"/>
                      <a:pt x="200936" y="1516066"/>
                    </a:cubicBezTo>
                    <a:cubicBezTo>
                      <a:pt x="211276" y="1533052"/>
                      <a:pt x="225308" y="1544868"/>
                      <a:pt x="246356" y="1543391"/>
                    </a:cubicBezTo>
                    <a:cubicBezTo>
                      <a:pt x="265927" y="1542284"/>
                      <a:pt x="285129" y="1540068"/>
                      <a:pt x="304700" y="1538222"/>
                    </a:cubicBezTo>
                    <a:cubicBezTo>
                      <a:pt x="334242" y="1535267"/>
                      <a:pt x="363783" y="1531206"/>
                      <a:pt x="393694" y="1529728"/>
                    </a:cubicBezTo>
                    <a:cubicBezTo>
                      <a:pt x="421389" y="1528251"/>
                      <a:pt x="449084" y="1522712"/>
                      <a:pt x="476779" y="1529359"/>
                    </a:cubicBezTo>
                    <a:cubicBezTo>
                      <a:pt x="501520" y="1535267"/>
                      <a:pt x="524045" y="1545607"/>
                      <a:pt x="546570" y="1557054"/>
                    </a:cubicBezTo>
                    <a:cubicBezTo>
                      <a:pt x="573158" y="1571086"/>
                      <a:pt x="599376" y="1585488"/>
                      <a:pt x="631133" y="1581795"/>
                    </a:cubicBezTo>
                    <a:cubicBezTo>
                      <a:pt x="635933" y="1581057"/>
                      <a:pt x="641472" y="1582903"/>
                      <a:pt x="646642" y="1583642"/>
                    </a:cubicBezTo>
                    <a:cubicBezTo>
                      <a:pt x="655504" y="1584749"/>
                      <a:pt x="660305" y="1588442"/>
                      <a:pt x="658089" y="1598781"/>
                    </a:cubicBezTo>
                    <a:cubicBezTo>
                      <a:pt x="654027" y="1617614"/>
                      <a:pt x="651442" y="1637185"/>
                      <a:pt x="647380" y="1656018"/>
                    </a:cubicBezTo>
                    <a:cubicBezTo>
                      <a:pt x="623378" y="1777876"/>
                      <a:pt x="600483" y="1900104"/>
                      <a:pt x="575373" y="2021593"/>
                    </a:cubicBezTo>
                    <a:cubicBezTo>
                      <a:pt x="554325" y="2123510"/>
                      <a:pt x="531800" y="2225059"/>
                      <a:pt x="509274" y="2326608"/>
                    </a:cubicBezTo>
                    <a:cubicBezTo>
                      <a:pt x="494504" y="2393814"/>
                      <a:pt x="478995" y="2460652"/>
                      <a:pt x="462747" y="2527489"/>
                    </a:cubicBezTo>
                    <a:cubicBezTo>
                      <a:pt x="453515" y="2565893"/>
                      <a:pt x="448715" y="2604666"/>
                      <a:pt x="443914" y="2643808"/>
                    </a:cubicBezTo>
                    <a:cubicBezTo>
                      <a:pt x="438744" y="2685536"/>
                      <a:pt x="432836" y="2727263"/>
                      <a:pt x="428036" y="2768990"/>
                    </a:cubicBezTo>
                    <a:cubicBezTo>
                      <a:pt x="422866" y="2814041"/>
                      <a:pt x="418065" y="2859091"/>
                      <a:pt x="412896" y="2903773"/>
                    </a:cubicBezTo>
                    <a:cubicBezTo>
                      <a:pt x="407726" y="2948823"/>
                      <a:pt x="402187" y="2993505"/>
                      <a:pt x="397017" y="3038555"/>
                    </a:cubicBezTo>
                    <a:cubicBezTo>
                      <a:pt x="390740" y="3094315"/>
                      <a:pt x="384462" y="3149705"/>
                      <a:pt x="378185" y="3205464"/>
                    </a:cubicBezTo>
                    <a:cubicBezTo>
                      <a:pt x="375969" y="3223189"/>
                      <a:pt x="375969" y="3227251"/>
                      <a:pt x="392586" y="3234267"/>
                    </a:cubicBezTo>
                    <a:cubicBezTo>
                      <a:pt x="443914" y="3256054"/>
                      <a:pt x="528846" y="3251253"/>
                      <a:pt x="537339" y="3251622"/>
                    </a:cubicBezTo>
                    <a:cubicBezTo>
                      <a:pt x="555433" y="3252730"/>
                      <a:pt x="573896" y="3253100"/>
                      <a:pt x="592360" y="3254207"/>
                    </a:cubicBezTo>
                    <a:cubicBezTo>
                      <a:pt x="599376" y="3254577"/>
                      <a:pt x="601961" y="3252361"/>
                      <a:pt x="603438" y="3245345"/>
                    </a:cubicBezTo>
                    <a:cubicBezTo>
                      <a:pt x="616731" y="3181093"/>
                      <a:pt x="630394" y="3117209"/>
                      <a:pt x="644426" y="3052957"/>
                    </a:cubicBezTo>
                    <a:cubicBezTo>
                      <a:pt x="680984" y="2887156"/>
                      <a:pt x="715695" y="2720616"/>
                      <a:pt x="756684" y="2555553"/>
                    </a:cubicBezTo>
                    <a:cubicBezTo>
                      <a:pt x="766654" y="2514565"/>
                      <a:pt x="773670" y="2473207"/>
                      <a:pt x="794349" y="2434803"/>
                    </a:cubicBezTo>
                    <a:cubicBezTo>
                      <a:pt x="873741" y="2288573"/>
                      <a:pt x="951657" y="2141235"/>
                      <a:pt x="1029942" y="1994636"/>
                    </a:cubicBezTo>
                    <a:cubicBezTo>
                      <a:pt x="1045820" y="1965095"/>
                      <a:pt x="1061698" y="1935923"/>
                      <a:pt x="1078316" y="1904904"/>
                    </a:cubicBezTo>
                    <a:cubicBezTo>
                      <a:pt x="1084224" y="1917459"/>
                      <a:pt x="1089394" y="1928537"/>
                      <a:pt x="1094563" y="1939615"/>
                    </a:cubicBezTo>
                    <a:cubicBezTo>
                      <a:pt x="1145522" y="2045226"/>
                      <a:pt x="1197220" y="2150836"/>
                      <a:pt x="1247809" y="2257185"/>
                    </a:cubicBezTo>
                    <a:cubicBezTo>
                      <a:pt x="1265534" y="2294112"/>
                      <a:pt x="1285105" y="2329931"/>
                      <a:pt x="1291383" y="2372397"/>
                    </a:cubicBezTo>
                    <a:cubicBezTo>
                      <a:pt x="1304307" y="2459913"/>
                      <a:pt x="1321663" y="2546691"/>
                      <a:pt x="1337541" y="2633838"/>
                    </a:cubicBezTo>
                    <a:cubicBezTo>
                      <a:pt x="1353789" y="2722093"/>
                      <a:pt x="1370775" y="2809979"/>
                      <a:pt x="1389977" y="2897864"/>
                    </a:cubicBezTo>
                    <a:cubicBezTo>
                      <a:pt x="1402532" y="2956578"/>
                      <a:pt x="1415087" y="3014922"/>
                      <a:pt x="1429120" y="3073636"/>
                    </a:cubicBezTo>
                    <a:cubicBezTo>
                      <a:pt x="1444260" y="3137888"/>
                      <a:pt x="1460877" y="3201771"/>
                      <a:pt x="1479340" y="3264916"/>
                    </a:cubicBezTo>
                    <a:cubicBezTo>
                      <a:pt x="1481556" y="3272302"/>
                      <a:pt x="1484510" y="3274148"/>
                      <a:pt x="1492634" y="3272671"/>
                    </a:cubicBezTo>
                    <a:cubicBezTo>
                      <a:pt x="1522914" y="3266393"/>
                      <a:pt x="1728595" y="3234636"/>
                      <a:pt x="1732288" y="3231313"/>
                    </a:cubicBezTo>
                    <a:cubicBezTo>
                      <a:pt x="1732288" y="3226882"/>
                      <a:pt x="1732288" y="3222451"/>
                      <a:pt x="1731919" y="3218388"/>
                    </a:cubicBezTo>
                    <a:cubicBezTo>
                      <a:pt x="1726749" y="3182200"/>
                      <a:pt x="1721210" y="3146012"/>
                      <a:pt x="1716040" y="3110193"/>
                    </a:cubicBezTo>
                    <a:cubicBezTo>
                      <a:pt x="1709394" y="3063296"/>
                      <a:pt x="1702747" y="3016768"/>
                      <a:pt x="1696100" y="2969871"/>
                    </a:cubicBezTo>
                    <a:cubicBezTo>
                      <a:pt x="1689453" y="2922974"/>
                      <a:pt x="1682068" y="2876447"/>
                      <a:pt x="1675421" y="2829550"/>
                    </a:cubicBezTo>
                    <a:cubicBezTo>
                      <a:pt x="1667666" y="2776006"/>
                      <a:pt x="1660650" y="2722462"/>
                      <a:pt x="1653265" y="2669288"/>
                    </a:cubicBezTo>
                    <a:cubicBezTo>
                      <a:pt x="1646618" y="2621283"/>
                      <a:pt x="1639233" y="2573278"/>
                      <a:pt x="1632217" y="2525643"/>
                    </a:cubicBezTo>
                    <a:cubicBezTo>
                      <a:pt x="1625939" y="2481700"/>
                      <a:pt x="1619662" y="2437757"/>
                      <a:pt x="1613753" y="2393445"/>
                    </a:cubicBezTo>
                    <a:cubicBezTo>
                      <a:pt x="1607845" y="2348764"/>
                      <a:pt x="1602306" y="2303713"/>
                      <a:pt x="1596398" y="2258662"/>
                    </a:cubicBezTo>
                    <a:cubicBezTo>
                      <a:pt x="1593074" y="2234660"/>
                      <a:pt x="1591966" y="2210288"/>
                      <a:pt x="1588274" y="2186286"/>
                    </a:cubicBezTo>
                    <a:cubicBezTo>
                      <a:pt x="1581258" y="2140866"/>
                      <a:pt x="1569810" y="2096185"/>
                      <a:pt x="1559471" y="2051134"/>
                    </a:cubicBezTo>
                    <a:cubicBezTo>
                      <a:pt x="1535469" y="1947001"/>
                      <a:pt x="1511466" y="1842867"/>
                      <a:pt x="1485987" y="1739103"/>
                    </a:cubicBezTo>
                    <a:cubicBezTo>
                      <a:pt x="1480079" y="1715470"/>
                      <a:pt x="1480079" y="1694422"/>
                      <a:pt x="1491157" y="1672635"/>
                    </a:cubicBezTo>
                    <a:cubicBezTo>
                      <a:pt x="1497065" y="1661188"/>
                      <a:pt x="1502973" y="1649371"/>
                      <a:pt x="1503342" y="1635708"/>
                    </a:cubicBezTo>
                    <a:cubicBezTo>
                      <a:pt x="1504081" y="1578103"/>
                      <a:pt x="1502973" y="1520128"/>
                      <a:pt x="1505189" y="1462522"/>
                    </a:cubicBezTo>
                    <a:cubicBezTo>
                      <a:pt x="1507774" y="1389407"/>
                      <a:pt x="1504819" y="1315923"/>
                      <a:pt x="1507774" y="1242438"/>
                    </a:cubicBezTo>
                    <a:cubicBezTo>
                      <a:pt x="1510358" y="1175601"/>
                      <a:pt x="1508512" y="1108394"/>
                      <a:pt x="1509989" y="1041557"/>
                    </a:cubicBezTo>
                    <a:cubicBezTo>
                      <a:pt x="1512574" y="944440"/>
                      <a:pt x="1512943" y="846953"/>
                      <a:pt x="1512574" y="749836"/>
                    </a:cubicBezTo>
                    <a:cubicBezTo>
                      <a:pt x="1512574" y="723618"/>
                      <a:pt x="1516636" y="701831"/>
                      <a:pt x="1535838" y="682998"/>
                    </a:cubicBezTo>
                    <a:cubicBezTo>
                      <a:pt x="1541008" y="677828"/>
                      <a:pt x="1545808" y="674136"/>
                      <a:pt x="1552824" y="673028"/>
                    </a:cubicBezTo>
                    <a:cubicBezTo>
                      <a:pt x="1574980" y="669705"/>
                      <a:pt x="1596767" y="666381"/>
                      <a:pt x="1618923" y="663058"/>
                    </a:cubicBezTo>
                    <a:cubicBezTo>
                      <a:pt x="1681329" y="653457"/>
                      <a:pt x="1743735" y="643487"/>
                      <a:pt x="1805772" y="633516"/>
                    </a:cubicBezTo>
                    <a:cubicBezTo>
                      <a:pt x="1874825" y="622438"/>
                      <a:pt x="1943878" y="611730"/>
                      <a:pt x="2012562" y="600282"/>
                    </a:cubicBezTo>
                    <a:cubicBezTo>
                      <a:pt x="2024379" y="598436"/>
                      <a:pt x="2036564" y="598805"/>
                      <a:pt x="2044688" y="584773"/>
                    </a:cubicBezTo>
                    <a:cubicBezTo>
                      <a:pt x="2087893" y="512766"/>
                      <a:pt x="2132574" y="441497"/>
                      <a:pt x="2176517" y="369859"/>
                    </a:cubicBezTo>
                    <a:cubicBezTo>
                      <a:pt x="2213813" y="309300"/>
                      <a:pt x="2251478" y="248370"/>
                      <a:pt x="2289143" y="188180"/>
                    </a:cubicBezTo>
                    <a:cubicBezTo>
                      <a:pt x="2292098" y="182641"/>
                      <a:pt x="2292836" y="180056"/>
                      <a:pt x="2285451" y="178210"/>
                    </a:cubicBezTo>
                    <a:close/>
                    <a:moveTo>
                      <a:pt x="1339757" y="1383499"/>
                    </a:moveTo>
                    <a:cubicBezTo>
                      <a:pt x="1339757" y="1383499"/>
                      <a:pt x="1340126" y="1383499"/>
                      <a:pt x="1340126" y="1383499"/>
                    </a:cubicBezTo>
                    <a:lnTo>
                      <a:pt x="1340126" y="1383499"/>
                    </a:lnTo>
                    <a:cubicBezTo>
                      <a:pt x="1340126" y="1383499"/>
                      <a:pt x="1340126" y="1383868"/>
                      <a:pt x="1339757" y="1383499"/>
                    </a:cubicBezTo>
                    <a:cubicBezTo>
                      <a:pt x="1339757" y="1383868"/>
                      <a:pt x="1339757" y="1383499"/>
                      <a:pt x="1339757" y="1383499"/>
                    </a:cubicBezTo>
                    <a:close/>
                    <a:moveTo>
                      <a:pt x="1153277" y="1449967"/>
                    </a:moveTo>
                    <a:cubicBezTo>
                      <a:pt x="1153277" y="1449967"/>
                      <a:pt x="1153277" y="1449967"/>
                      <a:pt x="1153277" y="1449967"/>
                    </a:cubicBezTo>
                    <a:cubicBezTo>
                      <a:pt x="1153277" y="1449967"/>
                      <a:pt x="1153277" y="1449967"/>
                      <a:pt x="1153277" y="1449967"/>
                    </a:cubicBezTo>
                    <a:cubicBezTo>
                      <a:pt x="1153277" y="1449967"/>
                      <a:pt x="1153277" y="1449967"/>
                      <a:pt x="1153277" y="1449967"/>
                    </a:cubicBezTo>
                    <a:close/>
                  </a:path>
                </a:pathLst>
              </a:custGeom>
              <a:solidFill>
                <a:srgbClr val="303947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5">
                <a:extLst>
                  <a:ext uri="{FF2B5EF4-FFF2-40B4-BE49-F238E27FC236}">
                    <a16:creationId xmlns:a16="http://schemas.microsoft.com/office/drawing/2014/main" id="{CCCFD4F8-7D5E-5D1F-6943-B429B8E3A936}"/>
                  </a:ext>
                </a:extLst>
              </p:cNvPr>
              <p:cNvSpPr/>
              <p:nvPr/>
            </p:nvSpPr>
            <p:spPr>
              <a:xfrm>
                <a:off x="5760142" y="3492690"/>
                <a:ext cx="734248" cy="1043224"/>
              </a:xfrm>
              <a:custGeom>
                <a:avLst/>
                <a:gdLst>
                  <a:gd name="connsiteX0" fmla="*/ 723540 w 734248"/>
                  <a:gd name="connsiteY0" fmla="*/ 1022871 h 1043224"/>
                  <a:gd name="connsiteX1" fmla="*/ 675904 w 734248"/>
                  <a:gd name="connsiteY1" fmla="*/ 998499 h 1043224"/>
                  <a:gd name="connsiteX2" fmla="*/ 645625 w 734248"/>
                  <a:gd name="connsiteY2" fmla="*/ 937570 h 1043224"/>
                  <a:gd name="connsiteX3" fmla="*/ 649317 w 734248"/>
                  <a:gd name="connsiteY3" fmla="*/ 912829 h 1043224"/>
                  <a:gd name="connsiteX4" fmla="*/ 628269 w 734248"/>
                  <a:gd name="connsiteY4" fmla="*/ 779893 h 1043224"/>
                  <a:gd name="connsiteX5" fmla="*/ 606113 w 734248"/>
                  <a:gd name="connsiteY5" fmla="*/ 737796 h 1043224"/>
                  <a:gd name="connsiteX6" fmla="*/ 571771 w 734248"/>
                  <a:gd name="connsiteY6" fmla="*/ 588612 h 1043224"/>
                  <a:gd name="connsiteX7" fmla="*/ 559954 w 734248"/>
                  <a:gd name="connsiteY7" fmla="*/ 212698 h 1043224"/>
                  <a:gd name="connsiteX8" fmla="*/ 549984 w 734248"/>
                  <a:gd name="connsiteY8" fmla="*/ 18463 h 1043224"/>
                  <a:gd name="connsiteX9" fmla="*/ 547030 w 734248"/>
                  <a:gd name="connsiteY9" fmla="*/ 0 h 1043224"/>
                  <a:gd name="connsiteX10" fmla="*/ 520812 w 734248"/>
                  <a:gd name="connsiteY10" fmla="*/ 15140 h 1043224"/>
                  <a:gd name="connsiteX11" fmla="*/ 435142 w 734248"/>
                  <a:gd name="connsiteY11" fmla="*/ 40989 h 1043224"/>
                  <a:gd name="connsiteX12" fmla="*/ 419633 w 734248"/>
                  <a:gd name="connsiteY12" fmla="*/ 50590 h 1043224"/>
                  <a:gd name="connsiteX13" fmla="*/ 394523 w 734248"/>
                  <a:gd name="connsiteY13" fmla="*/ 52067 h 1043224"/>
                  <a:gd name="connsiteX14" fmla="*/ 326208 w 734248"/>
                  <a:gd name="connsiteY14" fmla="*/ 24741 h 1043224"/>
                  <a:gd name="connsiteX15" fmla="*/ 277096 w 734248"/>
                  <a:gd name="connsiteY15" fmla="*/ 4800 h 1043224"/>
                  <a:gd name="connsiteX16" fmla="*/ 271187 w 734248"/>
                  <a:gd name="connsiteY16" fmla="*/ 24741 h 1043224"/>
                  <a:gd name="connsiteX17" fmla="*/ 272295 w 734248"/>
                  <a:gd name="connsiteY17" fmla="*/ 45420 h 1043224"/>
                  <a:gd name="connsiteX18" fmla="*/ 249401 w 734248"/>
                  <a:gd name="connsiteY18" fmla="*/ 101918 h 1043224"/>
                  <a:gd name="connsiteX19" fmla="*/ 130866 w 734248"/>
                  <a:gd name="connsiteY19" fmla="*/ 257379 h 1043224"/>
                  <a:gd name="connsiteX20" fmla="*/ 1253 w 734248"/>
                  <a:gd name="connsiteY20" fmla="*/ 517713 h 1043224"/>
                  <a:gd name="connsiteX21" fmla="*/ 1622 w 734248"/>
                  <a:gd name="connsiteY21" fmla="*/ 531376 h 1043224"/>
                  <a:gd name="connsiteX22" fmla="*/ 42980 w 734248"/>
                  <a:gd name="connsiteY22" fmla="*/ 683145 h 1043224"/>
                  <a:gd name="connsiteX23" fmla="*/ 48888 w 734248"/>
                  <a:gd name="connsiteY23" fmla="*/ 973758 h 1043224"/>
                  <a:gd name="connsiteX24" fmla="*/ 34487 w 734248"/>
                  <a:gd name="connsiteY24" fmla="*/ 1042811 h 1043224"/>
                  <a:gd name="connsiteX25" fmla="*/ 387876 w 734248"/>
                  <a:gd name="connsiteY25" fmla="*/ 1041703 h 1043224"/>
                  <a:gd name="connsiteX26" fmla="*/ 497548 w 734248"/>
                  <a:gd name="connsiteY26" fmla="*/ 1043180 h 1043224"/>
                  <a:gd name="connsiteX27" fmla="*/ 676643 w 734248"/>
                  <a:gd name="connsiteY27" fmla="*/ 1035426 h 1043224"/>
                  <a:gd name="connsiteX28" fmla="*/ 734249 w 734248"/>
                  <a:gd name="connsiteY28" fmla="*/ 1032472 h 1043224"/>
                  <a:gd name="connsiteX29" fmla="*/ 723540 w 734248"/>
                  <a:gd name="connsiteY29" fmla="*/ 1022871 h 104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734248" h="1043224">
                    <a:moveTo>
                      <a:pt x="723540" y="1022871"/>
                    </a:moveTo>
                    <a:cubicBezTo>
                      <a:pt x="707661" y="1014747"/>
                      <a:pt x="691414" y="1007362"/>
                      <a:pt x="675904" y="998499"/>
                    </a:cubicBezTo>
                    <a:cubicBezTo>
                      <a:pt x="652271" y="985206"/>
                      <a:pt x="641563" y="964896"/>
                      <a:pt x="645625" y="937570"/>
                    </a:cubicBezTo>
                    <a:cubicBezTo>
                      <a:pt x="646732" y="929446"/>
                      <a:pt x="647471" y="920953"/>
                      <a:pt x="649317" y="912829"/>
                    </a:cubicBezTo>
                    <a:cubicBezTo>
                      <a:pt x="660395" y="865563"/>
                      <a:pt x="654118" y="821620"/>
                      <a:pt x="628269" y="779893"/>
                    </a:cubicBezTo>
                    <a:cubicBezTo>
                      <a:pt x="619776" y="766599"/>
                      <a:pt x="613868" y="751459"/>
                      <a:pt x="606113" y="737796"/>
                    </a:cubicBezTo>
                    <a:cubicBezTo>
                      <a:pt x="579895" y="691269"/>
                      <a:pt x="569555" y="641048"/>
                      <a:pt x="571771" y="588612"/>
                    </a:cubicBezTo>
                    <a:cubicBezTo>
                      <a:pt x="576571" y="463061"/>
                      <a:pt x="570294" y="337880"/>
                      <a:pt x="559954" y="212698"/>
                    </a:cubicBezTo>
                    <a:cubicBezTo>
                      <a:pt x="554785" y="151030"/>
                      <a:pt x="550723" y="80131"/>
                      <a:pt x="549984" y="18463"/>
                    </a:cubicBezTo>
                    <a:cubicBezTo>
                      <a:pt x="546661" y="9232"/>
                      <a:pt x="548138" y="9232"/>
                      <a:pt x="547030" y="0"/>
                    </a:cubicBezTo>
                    <a:cubicBezTo>
                      <a:pt x="540014" y="7755"/>
                      <a:pt x="531521" y="12924"/>
                      <a:pt x="520812" y="15140"/>
                    </a:cubicBezTo>
                    <a:cubicBezTo>
                      <a:pt x="491640" y="21787"/>
                      <a:pt x="464314" y="33973"/>
                      <a:pt x="435142" y="40989"/>
                    </a:cubicBezTo>
                    <a:cubicBezTo>
                      <a:pt x="429234" y="42466"/>
                      <a:pt x="422587" y="43574"/>
                      <a:pt x="419633" y="50590"/>
                    </a:cubicBezTo>
                    <a:cubicBezTo>
                      <a:pt x="420741" y="55390"/>
                      <a:pt x="394523" y="52067"/>
                      <a:pt x="394523" y="52067"/>
                    </a:cubicBezTo>
                    <a:cubicBezTo>
                      <a:pt x="372736" y="40619"/>
                      <a:pt x="348364" y="35080"/>
                      <a:pt x="326208" y="24741"/>
                    </a:cubicBezTo>
                    <a:cubicBezTo>
                      <a:pt x="309960" y="17356"/>
                      <a:pt x="292236" y="14401"/>
                      <a:pt x="277096" y="4800"/>
                    </a:cubicBezTo>
                    <a:cubicBezTo>
                      <a:pt x="273034" y="14401"/>
                      <a:pt x="275249" y="15140"/>
                      <a:pt x="271187" y="24741"/>
                    </a:cubicBezTo>
                    <a:cubicBezTo>
                      <a:pt x="270818" y="28434"/>
                      <a:pt x="272295" y="41727"/>
                      <a:pt x="272295" y="45420"/>
                    </a:cubicBezTo>
                    <a:cubicBezTo>
                      <a:pt x="271926" y="67207"/>
                      <a:pt x="264541" y="84932"/>
                      <a:pt x="249401" y="101918"/>
                    </a:cubicBezTo>
                    <a:cubicBezTo>
                      <a:pt x="205827" y="150661"/>
                      <a:pt x="165208" y="201989"/>
                      <a:pt x="130866" y="257379"/>
                    </a:cubicBezTo>
                    <a:cubicBezTo>
                      <a:pt x="79538" y="340095"/>
                      <a:pt x="40764" y="428719"/>
                      <a:pt x="1253" y="517713"/>
                    </a:cubicBezTo>
                    <a:cubicBezTo>
                      <a:pt x="-963" y="522883"/>
                      <a:pt x="145" y="526945"/>
                      <a:pt x="1622" y="531376"/>
                    </a:cubicBezTo>
                    <a:cubicBezTo>
                      <a:pt x="17131" y="581596"/>
                      <a:pt x="31533" y="631817"/>
                      <a:pt x="42980" y="683145"/>
                    </a:cubicBezTo>
                    <a:cubicBezTo>
                      <a:pt x="43349" y="685730"/>
                      <a:pt x="67352" y="881441"/>
                      <a:pt x="48888" y="973758"/>
                    </a:cubicBezTo>
                    <a:cubicBezTo>
                      <a:pt x="44088" y="998130"/>
                      <a:pt x="39657" y="1018070"/>
                      <a:pt x="34487" y="1042811"/>
                    </a:cubicBezTo>
                    <a:cubicBezTo>
                      <a:pt x="59966" y="1042811"/>
                      <a:pt x="343195" y="1041703"/>
                      <a:pt x="387876" y="1041703"/>
                    </a:cubicBezTo>
                    <a:cubicBezTo>
                      <a:pt x="415940" y="1041334"/>
                      <a:pt x="469484" y="1043550"/>
                      <a:pt x="497548" y="1043180"/>
                    </a:cubicBezTo>
                    <a:cubicBezTo>
                      <a:pt x="520074" y="1043919"/>
                      <a:pt x="653379" y="1035057"/>
                      <a:pt x="676643" y="1035426"/>
                    </a:cubicBezTo>
                    <a:cubicBezTo>
                      <a:pt x="701753" y="1032841"/>
                      <a:pt x="708769" y="1035057"/>
                      <a:pt x="734249" y="1032472"/>
                    </a:cubicBezTo>
                    <a:cubicBezTo>
                      <a:pt x="734249" y="1025456"/>
                      <a:pt x="727602" y="1025086"/>
                      <a:pt x="723540" y="1022871"/>
                    </a:cubicBezTo>
                    <a:close/>
                  </a:path>
                </a:pathLst>
              </a:custGeom>
              <a:solidFill>
                <a:srgbClr val="E6E6E6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27">
                <a:extLst>
                  <a:ext uri="{FF2B5EF4-FFF2-40B4-BE49-F238E27FC236}">
                    <a16:creationId xmlns:a16="http://schemas.microsoft.com/office/drawing/2014/main" id="{FE0C3D92-AA02-420A-A54A-4BA5BF125946}"/>
                  </a:ext>
                </a:extLst>
              </p:cNvPr>
              <p:cNvSpPr/>
              <p:nvPr/>
            </p:nvSpPr>
            <p:spPr>
              <a:xfrm>
                <a:off x="6007802" y="3076450"/>
                <a:ext cx="362840" cy="472812"/>
              </a:xfrm>
              <a:custGeom>
                <a:avLst/>
                <a:gdLst>
                  <a:gd name="connsiteX0" fmla="*/ 298632 w 362840"/>
                  <a:gd name="connsiteY0" fmla="*/ 416240 h 472812"/>
                  <a:gd name="connsiteX1" fmla="*/ 282753 w 362840"/>
                  <a:gd name="connsiteY1" fmla="*/ 431749 h 472812"/>
                  <a:gd name="connsiteX2" fmla="*/ 184528 w 362840"/>
                  <a:gd name="connsiteY2" fmla="*/ 461290 h 472812"/>
                  <a:gd name="connsiteX3" fmla="*/ 171973 w 362840"/>
                  <a:gd name="connsiteY3" fmla="*/ 467568 h 472812"/>
                  <a:gd name="connsiteX4" fmla="*/ 147602 w 362840"/>
                  <a:gd name="connsiteY4" fmla="*/ 471999 h 472812"/>
                  <a:gd name="connsiteX5" fmla="*/ 40883 w 362840"/>
                  <a:gd name="connsiteY5" fmla="*/ 431380 h 472812"/>
                  <a:gd name="connsiteX6" fmla="*/ 28328 w 362840"/>
                  <a:gd name="connsiteY6" fmla="*/ 421410 h 472812"/>
                  <a:gd name="connsiteX7" fmla="*/ 34236 w 362840"/>
                  <a:gd name="connsiteY7" fmla="*/ 394084 h 472812"/>
                  <a:gd name="connsiteX8" fmla="*/ 34606 w 362840"/>
                  <a:gd name="connsiteY8" fmla="*/ 320600 h 472812"/>
                  <a:gd name="connsiteX9" fmla="*/ 33498 w 362840"/>
                  <a:gd name="connsiteY9" fmla="*/ 307675 h 472812"/>
                  <a:gd name="connsiteX10" fmla="*/ 17619 w 362840"/>
                  <a:gd name="connsiteY10" fmla="*/ 286258 h 472812"/>
                  <a:gd name="connsiteX11" fmla="*/ 3956 w 362840"/>
                  <a:gd name="connsiteY11" fmla="*/ 271856 h 472812"/>
                  <a:gd name="connsiteX12" fmla="*/ 633 w 362840"/>
                  <a:gd name="connsiteY12" fmla="*/ 210189 h 472812"/>
                  <a:gd name="connsiteX13" fmla="*/ 28697 w 362840"/>
                  <a:gd name="connsiteY13" fmla="*/ 189510 h 472812"/>
                  <a:gd name="connsiteX14" fmla="*/ 49746 w 362840"/>
                  <a:gd name="connsiteY14" fmla="*/ 178432 h 472812"/>
                  <a:gd name="connsiteX15" fmla="*/ 60824 w 362840"/>
                  <a:gd name="connsiteY15" fmla="*/ 116764 h 472812"/>
                  <a:gd name="connsiteX16" fmla="*/ 76333 w 362840"/>
                  <a:gd name="connsiteY16" fmla="*/ 72821 h 472812"/>
                  <a:gd name="connsiteX17" fmla="*/ 150556 w 362840"/>
                  <a:gd name="connsiteY17" fmla="*/ 11153 h 472812"/>
                  <a:gd name="connsiteX18" fmla="*/ 190067 w 362840"/>
                  <a:gd name="connsiteY18" fmla="*/ 75 h 472812"/>
                  <a:gd name="connsiteX19" fmla="*/ 261336 w 362840"/>
                  <a:gd name="connsiteY19" fmla="*/ 5245 h 472812"/>
                  <a:gd name="connsiteX20" fmla="*/ 310818 w 362840"/>
                  <a:gd name="connsiteY20" fmla="*/ 32202 h 472812"/>
                  <a:gd name="connsiteX21" fmla="*/ 357715 w 362840"/>
                  <a:gd name="connsiteY21" fmla="*/ 117133 h 472812"/>
                  <a:gd name="connsiteX22" fmla="*/ 359561 w 362840"/>
                  <a:gd name="connsiteY22" fmla="*/ 130058 h 472812"/>
                  <a:gd name="connsiteX23" fmla="*/ 361407 w 362840"/>
                  <a:gd name="connsiteY23" fmla="*/ 167723 h 472812"/>
                  <a:gd name="connsiteX24" fmla="*/ 356976 w 362840"/>
                  <a:gd name="connsiteY24" fmla="*/ 218682 h 472812"/>
                  <a:gd name="connsiteX25" fmla="*/ 348852 w 362840"/>
                  <a:gd name="connsiteY25" fmla="*/ 248592 h 472812"/>
                  <a:gd name="connsiteX26" fmla="*/ 348114 w 362840"/>
                  <a:gd name="connsiteY26" fmla="*/ 266687 h 472812"/>
                  <a:gd name="connsiteX27" fmla="*/ 347006 w 362840"/>
                  <a:gd name="connsiteY27" fmla="*/ 318384 h 472812"/>
                  <a:gd name="connsiteX28" fmla="*/ 333343 w 362840"/>
                  <a:gd name="connsiteY28" fmla="*/ 344602 h 472812"/>
                  <a:gd name="connsiteX29" fmla="*/ 312664 w 362840"/>
                  <a:gd name="connsiteY29" fmla="*/ 361958 h 472812"/>
                  <a:gd name="connsiteX30" fmla="*/ 304909 w 362840"/>
                  <a:gd name="connsiteY30" fmla="*/ 370451 h 472812"/>
                  <a:gd name="connsiteX31" fmla="*/ 298632 w 362840"/>
                  <a:gd name="connsiteY31" fmla="*/ 416240 h 472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62840" h="472812">
                    <a:moveTo>
                      <a:pt x="298632" y="416240"/>
                    </a:moveTo>
                    <a:cubicBezTo>
                      <a:pt x="297524" y="425841"/>
                      <a:pt x="290877" y="429164"/>
                      <a:pt x="282753" y="431749"/>
                    </a:cubicBezTo>
                    <a:cubicBezTo>
                      <a:pt x="249889" y="441350"/>
                      <a:pt x="217024" y="451320"/>
                      <a:pt x="184528" y="461290"/>
                    </a:cubicBezTo>
                    <a:cubicBezTo>
                      <a:pt x="180097" y="462767"/>
                      <a:pt x="176035" y="465352"/>
                      <a:pt x="171973" y="467568"/>
                    </a:cubicBezTo>
                    <a:cubicBezTo>
                      <a:pt x="164219" y="471630"/>
                      <a:pt x="156464" y="474215"/>
                      <a:pt x="147602" y="471999"/>
                    </a:cubicBezTo>
                    <a:cubicBezTo>
                      <a:pt x="112521" y="457598"/>
                      <a:pt x="76702" y="444304"/>
                      <a:pt x="40883" y="431380"/>
                    </a:cubicBezTo>
                    <a:cubicBezTo>
                      <a:pt x="35344" y="429533"/>
                      <a:pt x="30544" y="427687"/>
                      <a:pt x="28328" y="421410"/>
                    </a:cubicBezTo>
                    <a:cubicBezTo>
                      <a:pt x="27959" y="411809"/>
                      <a:pt x="32021" y="402946"/>
                      <a:pt x="34236" y="394084"/>
                    </a:cubicBezTo>
                    <a:cubicBezTo>
                      <a:pt x="40145" y="369343"/>
                      <a:pt x="36452" y="344971"/>
                      <a:pt x="34606" y="320600"/>
                    </a:cubicBezTo>
                    <a:cubicBezTo>
                      <a:pt x="34236" y="316168"/>
                      <a:pt x="33498" y="311737"/>
                      <a:pt x="33498" y="307675"/>
                    </a:cubicBezTo>
                    <a:cubicBezTo>
                      <a:pt x="33867" y="296228"/>
                      <a:pt x="34975" y="285150"/>
                      <a:pt x="17619" y="286258"/>
                    </a:cubicBezTo>
                    <a:cubicBezTo>
                      <a:pt x="10603" y="286627"/>
                      <a:pt x="5434" y="280349"/>
                      <a:pt x="3956" y="271856"/>
                    </a:cubicBezTo>
                    <a:cubicBezTo>
                      <a:pt x="264" y="251547"/>
                      <a:pt x="-844" y="230868"/>
                      <a:pt x="633" y="210189"/>
                    </a:cubicBezTo>
                    <a:cubicBezTo>
                      <a:pt x="1741" y="193202"/>
                      <a:pt x="7649" y="189879"/>
                      <a:pt x="28697" y="189510"/>
                    </a:cubicBezTo>
                    <a:cubicBezTo>
                      <a:pt x="39775" y="193572"/>
                      <a:pt x="44945" y="187294"/>
                      <a:pt x="49746" y="178432"/>
                    </a:cubicBezTo>
                    <a:cubicBezTo>
                      <a:pt x="60454" y="159230"/>
                      <a:pt x="59347" y="137812"/>
                      <a:pt x="60824" y="116764"/>
                    </a:cubicBezTo>
                    <a:cubicBezTo>
                      <a:pt x="62301" y="100516"/>
                      <a:pt x="65255" y="85376"/>
                      <a:pt x="76333" y="72821"/>
                    </a:cubicBezTo>
                    <a:cubicBezTo>
                      <a:pt x="96273" y="46234"/>
                      <a:pt x="120276" y="25186"/>
                      <a:pt x="150556" y="11153"/>
                    </a:cubicBezTo>
                    <a:cubicBezTo>
                      <a:pt x="162372" y="3030"/>
                      <a:pt x="175666" y="75"/>
                      <a:pt x="190067" y="75"/>
                    </a:cubicBezTo>
                    <a:cubicBezTo>
                      <a:pt x="214070" y="75"/>
                      <a:pt x="238072" y="-1032"/>
                      <a:pt x="261336" y="5245"/>
                    </a:cubicBezTo>
                    <a:cubicBezTo>
                      <a:pt x="279799" y="10415"/>
                      <a:pt x="298263" y="15954"/>
                      <a:pt x="310818" y="32202"/>
                    </a:cubicBezTo>
                    <a:cubicBezTo>
                      <a:pt x="334820" y="55835"/>
                      <a:pt x="346267" y="86484"/>
                      <a:pt x="357715" y="117133"/>
                    </a:cubicBezTo>
                    <a:cubicBezTo>
                      <a:pt x="359192" y="121195"/>
                      <a:pt x="359192" y="125626"/>
                      <a:pt x="359561" y="130058"/>
                    </a:cubicBezTo>
                    <a:cubicBezTo>
                      <a:pt x="364731" y="142243"/>
                      <a:pt x="362515" y="155168"/>
                      <a:pt x="361407" y="167723"/>
                    </a:cubicBezTo>
                    <a:cubicBezTo>
                      <a:pt x="359930" y="184709"/>
                      <a:pt x="359192" y="201695"/>
                      <a:pt x="356976" y="218682"/>
                    </a:cubicBezTo>
                    <a:cubicBezTo>
                      <a:pt x="355499" y="229021"/>
                      <a:pt x="353283" y="238991"/>
                      <a:pt x="348852" y="248592"/>
                    </a:cubicBezTo>
                    <a:cubicBezTo>
                      <a:pt x="345898" y="254870"/>
                      <a:pt x="345160" y="260778"/>
                      <a:pt x="348114" y="266687"/>
                    </a:cubicBezTo>
                    <a:cubicBezTo>
                      <a:pt x="364361" y="284411"/>
                      <a:pt x="358084" y="301028"/>
                      <a:pt x="347006" y="318384"/>
                    </a:cubicBezTo>
                    <a:cubicBezTo>
                      <a:pt x="341836" y="326508"/>
                      <a:pt x="337405" y="335740"/>
                      <a:pt x="333343" y="344602"/>
                    </a:cubicBezTo>
                    <a:cubicBezTo>
                      <a:pt x="328912" y="353464"/>
                      <a:pt x="323373" y="360850"/>
                      <a:pt x="312664" y="361958"/>
                    </a:cubicBezTo>
                    <a:cubicBezTo>
                      <a:pt x="307494" y="362696"/>
                      <a:pt x="305648" y="365281"/>
                      <a:pt x="304909" y="370451"/>
                    </a:cubicBezTo>
                    <a:cubicBezTo>
                      <a:pt x="303802" y="385591"/>
                      <a:pt x="301217" y="401100"/>
                      <a:pt x="298632" y="416240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28">
                <a:extLst>
                  <a:ext uri="{FF2B5EF4-FFF2-40B4-BE49-F238E27FC236}">
                    <a16:creationId xmlns:a16="http://schemas.microsoft.com/office/drawing/2014/main" id="{4D3105CF-9C82-60A0-06BD-A5F32BC82B35}"/>
                  </a:ext>
                </a:extLst>
              </p:cNvPr>
              <p:cNvSpPr/>
              <p:nvPr/>
            </p:nvSpPr>
            <p:spPr>
              <a:xfrm>
                <a:off x="6656443" y="6375930"/>
                <a:ext cx="383971" cy="281983"/>
              </a:xfrm>
              <a:custGeom>
                <a:avLst/>
                <a:gdLst>
                  <a:gd name="connsiteX0" fmla="*/ 22581 w 383971"/>
                  <a:gd name="connsiteY0" fmla="*/ 30649 h 281983"/>
                  <a:gd name="connsiteX1" fmla="*/ 31075 w 383971"/>
                  <a:gd name="connsiteY1" fmla="*/ 22156 h 281983"/>
                  <a:gd name="connsiteX2" fmla="*/ 171765 w 383971"/>
                  <a:gd name="connsiteY2" fmla="*/ 0 h 281983"/>
                  <a:gd name="connsiteX3" fmla="*/ 233802 w 383971"/>
                  <a:gd name="connsiteY3" fmla="*/ 127397 h 281983"/>
                  <a:gd name="connsiteX4" fmla="*/ 299901 w 383971"/>
                  <a:gd name="connsiteY4" fmla="*/ 175771 h 281983"/>
                  <a:gd name="connsiteX5" fmla="*/ 332028 w 383971"/>
                  <a:gd name="connsiteY5" fmla="*/ 177248 h 281983"/>
                  <a:gd name="connsiteX6" fmla="*/ 383725 w 383971"/>
                  <a:gd name="connsiteY6" fmla="*/ 237070 h 281983"/>
                  <a:gd name="connsiteX7" fmla="*/ 355661 w 383971"/>
                  <a:gd name="connsiteY7" fmla="*/ 272150 h 281983"/>
                  <a:gd name="connsiteX8" fmla="*/ 285131 w 383971"/>
                  <a:gd name="connsiteY8" fmla="*/ 281382 h 281983"/>
                  <a:gd name="connsiteX9" fmla="*/ 159210 w 383971"/>
                  <a:gd name="connsiteY9" fmla="*/ 268088 h 281983"/>
                  <a:gd name="connsiteX10" fmla="*/ 113421 w 383971"/>
                  <a:gd name="connsiteY10" fmla="*/ 254425 h 281983"/>
                  <a:gd name="connsiteX11" fmla="*/ 16673 w 383971"/>
                  <a:gd name="connsiteY11" fmla="*/ 242239 h 281983"/>
                  <a:gd name="connsiteX12" fmla="*/ 795 w 383971"/>
                  <a:gd name="connsiteY12" fmla="*/ 223407 h 281983"/>
                  <a:gd name="connsiteX13" fmla="*/ 17781 w 383971"/>
                  <a:gd name="connsiteY13" fmla="*/ 62037 h 281983"/>
                  <a:gd name="connsiteX14" fmla="*/ 22581 w 383971"/>
                  <a:gd name="connsiteY14" fmla="*/ 30649 h 281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3971" h="281983">
                    <a:moveTo>
                      <a:pt x="22581" y="30649"/>
                    </a:moveTo>
                    <a:cubicBezTo>
                      <a:pt x="24797" y="26957"/>
                      <a:pt x="25905" y="22895"/>
                      <a:pt x="31075" y="22156"/>
                    </a:cubicBezTo>
                    <a:cubicBezTo>
                      <a:pt x="75017" y="14402"/>
                      <a:pt x="127453" y="5539"/>
                      <a:pt x="171765" y="0"/>
                    </a:cubicBezTo>
                    <a:cubicBezTo>
                      <a:pt x="189860" y="43943"/>
                      <a:pt x="208323" y="87516"/>
                      <a:pt x="233802" y="127397"/>
                    </a:cubicBezTo>
                    <a:cubicBezTo>
                      <a:pt x="249312" y="151769"/>
                      <a:pt x="268883" y="172079"/>
                      <a:pt x="299901" y="175771"/>
                    </a:cubicBezTo>
                    <a:cubicBezTo>
                      <a:pt x="310610" y="176879"/>
                      <a:pt x="321319" y="176510"/>
                      <a:pt x="332028" y="177248"/>
                    </a:cubicBezTo>
                    <a:cubicBezTo>
                      <a:pt x="362677" y="178726"/>
                      <a:pt x="386679" y="206421"/>
                      <a:pt x="383725" y="237070"/>
                    </a:cubicBezTo>
                    <a:cubicBezTo>
                      <a:pt x="382248" y="255164"/>
                      <a:pt x="371539" y="265873"/>
                      <a:pt x="355661" y="272150"/>
                    </a:cubicBezTo>
                    <a:cubicBezTo>
                      <a:pt x="333135" y="281012"/>
                      <a:pt x="309133" y="283228"/>
                      <a:pt x="285131" y="281382"/>
                    </a:cubicBezTo>
                    <a:cubicBezTo>
                      <a:pt x="243034" y="278059"/>
                      <a:pt x="201307" y="272889"/>
                      <a:pt x="159210" y="268088"/>
                    </a:cubicBezTo>
                    <a:cubicBezTo>
                      <a:pt x="143332" y="266242"/>
                      <a:pt x="128561" y="259595"/>
                      <a:pt x="113421" y="254425"/>
                    </a:cubicBezTo>
                    <a:cubicBezTo>
                      <a:pt x="82034" y="243717"/>
                      <a:pt x="49169" y="243347"/>
                      <a:pt x="16673" y="242239"/>
                    </a:cubicBezTo>
                    <a:cubicBezTo>
                      <a:pt x="1533" y="241501"/>
                      <a:pt x="-1790" y="238178"/>
                      <a:pt x="795" y="223407"/>
                    </a:cubicBezTo>
                    <a:cubicBezTo>
                      <a:pt x="9288" y="169494"/>
                      <a:pt x="9288" y="115581"/>
                      <a:pt x="17781" y="62037"/>
                    </a:cubicBezTo>
                    <a:cubicBezTo>
                      <a:pt x="19997" y="51328"/>
                      <a:pt x="21104" y="40989"/>
                      <a:pt x="22581" y="30649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29">
                <a:extLst>
                  <a:ext uri="{FF2B5EF4-FFF2-40B4-BE49-F238E27FC236}">
                    <a16:creationId xmlns:a16="http://schemas.microsoft.com/office/drawing/2014/main" id="{0A9A988F-52C8-2F6C-B2DD-5162E5E02FA4}"/>
                  </a:ext>
                </a:extLst>
              </p:cNvPr>
              <p:cNvSpPr/>
              <p:nvPr/>
            </p:nvSpPr>
            <p:spPr>
              <a:xfrm>
                <a:off x="5315642" y="6383875"/>
                <a:ext cx="330686" cy="279309"/>
              </a:xfrm>
              <a:custGeom>
                <a:avLst/>
                <a:gdLst>
                  <a:gd name="connsiteX0" fmla="*/ 182835 w 330686"/>
                  <a:gd name="connsiteY0" fmla="*/ 1287 h 279309"/>
                  <a:gd name="connsiteX1" fmla="*/ 193913 w 330686"/>
                  <a:gd name="connsiteY1" fmla="*/ 2026 h 279309"/>
                  <a:gd name="connsiteX2" fmla="*/ 252626 w 330686"/>
                  <a:gd name="connsiteY2" fmla="*/ 10519 h 279309"/>
                  <a:gd name="connsiteX3" fmla="*/ 307278 w 330686"/>
                  <a:gd name="connsiteY3" fmla="*/ 12735 h 279309"/>
                  <a:gd name="connsiteX4" fmla="*/ 306170 w 330686"/>
                  <a:gd name="connsiteY4" fmla="*/ 44122 h 279309"/>
                  <a:gd name="connsiteX5" fmla="*/ 326849 w 330686"/>
                  <a:gd name="connsiteY5" fmla="*/ 178536 h 279309"/>
                  <a:gd name="connsiteX6" fmla="*/ 330542 w 330686"/>
                  <a:gd name="connsiteY6" fmla="*/ 216570 h 279309"/>
                  <a:gd name="connsiteX7" fmla="*/ 307647 w 330686"/>
                  <a:gd name="connsiteY7" fmla="*/ 238726 h 279309"/>
                  <a:gd name="connsiteX8" fmla="*/ 262227 w 330686"/>
                  <a:gd name="connsiteY8" fmla="*/ 240203 h 279309"/>
                  <a:gd name="connsiteX9" fmla="*/ 232686 w 330686"/>
                  <a:gd name="connsiteY9" fmla="*/ 257559 h 279309"/>
                  <a:gd name="connsiteX10" fmla="*/ 213484 w 330686"/>
                  <a:gd name="connsiteY10" fmla="*/ 268637 h 279309"/>
                  <a:gd name="connsiteX11" fmla="*/ 51745 w 330686"/>
                  <a:gd name="connsiteY11" fmla="*/ 276391 h 279309"/>
                  <a:gd name="connsiteX12" fmla="*/ 1524 w 330686"/>
                  <a:gd name="connsiteY12" fmla="*/ 231341 h 279309"/>
                  <a:gd name="connsiteX13" fmla="*/ 29589 w 330686"/>
                  <a:gd name="connsiteY13" fmla="*/ 170781 h 279309"/>
                  <a:gd name="connsiteX14" fmla="*/ 118951 w 330686"/>
                  <a:gd name="connsiteY14" fmla="*/ 99512 h 279309"/>
                  <a:gd name="connsiteX15" fmla="*/ 182835 w 330686"/>
                  <a:gd name="connsiteY15" fmla="*/ 1287 h 279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0686" h="279309">
                    <a:moveTo>
                      <a:pt x="182835" y="1287"/>
                    </a:moveTo>
                    <a:cubicBezTo>
                      <a:pt x="186897" y="-1667"/>
                      <a:pt x="190589" y="1287"/>
                      <a:pt x="193913" y="2026"/>
                    </a:cubicBezTo>
                    <a:cubicBezTo>
                      <a:pt x="213115" y="6826"/>
                      <a:pt x="232686" y="10150"/>
                      <a:pt x="252626" y="10519"/>
                    </a:cubicBezTo>
                    <a:cubicBezTo>
                      <a:pt x="267397" y="10888"/>
                      <a:pt x="292507" y="12365"/>
                      <a:pt x="307278" y="12735"/>
                    </a:cubicBezTo>
                    <a:cubicBezTo>
                      <a:pt x="313186" y="12735"/>
                      <a:pt x="308016" y="27874"/>
                      <a:pt x="306170" y="44122"/>
                    </a:cubicBezTo>
                    <a:cubicBezTo>
                      <a:pt x="307278" y="89911"/>
                      <a:pt x="319094" y="133854"/>
                      <a:pt x="326849" y="178536"/>
                    </a:cubicBezTo>
                    <a:cubicBezTo>
                      <a:pt x="329065" y="191091"/>
                      <a:pt x="331280" y="203646"/>
                      <a:pt x="330542" y="216570"/>
                    </a:cubicBezTo>
                    <a:cubicBezTo>
                      <a:pt x="329434" y="231341"/>
                      <a:pt x="322418" y="237987"/>
                      <a:pt x="307647" y="238726"/>
                    </a:cubicBezTo>
                    <a:cubicBezTo>
                      <a:pt x="292507" y="239465"/>
                      <a:pt x="277367" y="237618"/>
                      <a:pt x="262227" y="240203"/>
                    </a:cubicBezTo>
                    <a:cubicBezTo>
                      <a:pt x="250041" y="242419"/>
                      <a:pt x="238963" y="245373"/>
                      <a:pt x="232686" y="257559"/>
                    </a:cubicBezTo>
                    <a:cubicBezTo>
                      <a:pt x="228624" y="264944"/>
                      <a:pt x="220869" y="267160"/>
                      <a:pt x="213484" y="268637"/>
                    </a:cubicBezTo>
                    <a:cubicBezTo>
                      <a:pt x="159940" y="278238"/>
                      <a:pt x="106027" y="282669"/>
                      <a:pt x="51745" y="276391"/>
                    </a:cubicBezTo>
                    <a:cubicBezTo>
                      <a:pt x="22942" y="273068"/>
                      <a:pt x="7063" y="257559"/>
                      <a:pt x="1524" y="231341"/>
                    </a:cubicBezTo>
                    <a:cubicBezTo>
                      <a:pt x="-4015" y="206969"/>
                      <a:pt x="5586" y="186290"/>
                      <a:pt x="29589" y="170781"/>
                    </a:cubicBezTo>
                    <a:cubicBezTo>
                      <a:pt x="61715" y="150102"/>
                      <a:pt x="93841" y="129423"/>
                      <a:pt x="118951" y="99512"/>
                    </a:cubicBezTo>
                    <a:cubicBezTo>
                      <a:pt x="144062" y="68863"/>
                      <a:pt x="166956" y="37106"/>
                      <a:pt x="182835" y="1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30">
                <a:extLst>
                  <a:ext uri="{FF2B5EF4-FFF2-40B4-BE49-F238E27FC236}">
                    <a16:creationId xmlns:a16="http://schemas.microsoft.com/office/drawing/2014/main" id="{B9917084-6036-9343-01AC-31D4F39CAC7A}"/>
                  </a:ext>
                </a:extLst>
              </p:cNvPr>
              <p:cNvSpPr/>
              <p:nvPr/>
            </p:nvSpPr>
            <p:spPr>
              <a:xfrm>
                <a:off x="7212033" y="2960734"/>
                <a:ext cx="219669" cy="309517"/>
              </a:xfrm>
              <a:custGeom>
                <a:avLst/>
                <a:gdLst>
                  <a:gd name="connsiteX0" fmla="*/ 23108 w 219669"/>
                  <a:gd name="connsiteY0" fmla="*/ 274576 h 309517"/>
                  <a:gd name="connsiteX1" fmla="*/ 36401 w 219669"/>
                  <a:gd name="connsiteY1" fmla="*/ 211801 h 309517"/>
                  <a:gd name="connsiteX2" fmla="*/ 29016 w 219669"/>
                  <a:gd name="connsiteY2" fmla="*/ 177090 h 309517"/>
                  <a:gd name="connsiteX3" fmla="*/ 3167 w 219669"/>
                  <a:gd name="connsiteY3" fmla="*/ 85512 h 309517"/>
                  <a:gd name="connsiteX4" fmla="*/ 16830 w 219669"/>
                  <a:gd name="connsiteY4" fmla="*/ 16459 h 309517"/>
                  <a:gd name="connsiteX5" fmla="*/ 63358 w 219669"/>
                  <a:gd name="connsiteY5" fmla="*/ 580 h 309517"/>
                  <a:gd name="connsiteX6" fmla="*/ 183370 w 219669"/>
                  <a:gd name="connsiteY6" fmla="*/ 21259 h 309517"/>
                  <a:gd name="connsiteX7" fmla="*/ 219558 w 219669"/>
                  <a:gd name="connsiteY7" fmla="*/ 79234 h 309517"/>
                  <a:gd name="connsiteX8" fmla="*/ 168230 w 219669"/>
                  <a:gd name="connsiteY8" fmla="*/ 227310 h 309517"/>
                  <a:gd name="connsiteX9" fmla="*/ 164906 w 219669"/>
                  <a:gd name="connsiteY9" fmla="*/ 233219 h 309517"/>
                  <a:gd name="connsiteX10" fmla="*/ 150505 w 219669"/>
                  <a:gd name="connsiteY10" fmla="*/ 308180 h 309517"/>
                  <a:gd name="connsiteX11" fmla="*/ 127241 w 219669"/>
                  <a:gd name="connsiteY11" fmla="*/ 305964 h 309517"/>
                  <a:gd name="connsiteX12" fmla="*/ 37509 w 219669"/>
                  <a:gd name="connsiteY12" fmla="*/ 282700 h 309517"/>
                  <a:gd name="connsiteX13" fmla="*/ 23108 w 219669"/>
                  <a:gd name="connsiteY13" fmla="*/ 274576 h 309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9669" h="309517">
                    <a:moveTo>
                      <a:pt x="23108" y="274576"/>
                    </a:moveTo>
                    <a:cubicBezTo>
                      <a:pt x="27539" y="253528"/>
                      <a:pt x="32709" y="232849"/>
                      <a:pt x="36401" y="211801"/>
                    </a:cubicBezTo>
                    <a:cubicBezTo>
                      <a:pt x="38617" y="199615"/>
                      <a:pt x="32709" y="188537"/>
                      <a:pt x="29016" y="177090"/>
                    </a:cubicBezTo>
                    <a:cubicBezTo>
                      <a:pt x="19415" y="146810"/>
                      <a:pt x="8337" y="116899"/>
                      <a:pt x="3167" y="85512"/>
                    </a:cubicBezTo>
                    <a:cubicBezTo>
                      <a:pt x="-525" y="61509"/>
                      <a:pt x="-5326" y="36030"/>
                      <a:pt x="16830" y="16459"/>
                    </a:cubicBezTo>
                    <a:cubicBezTo>
                      <a:pt x="30124" y="4642"/>
                      <a:pt x="46741" y="1688"/>
                      <a:pt x="63358" y="580"/>
                    </a:cubicBezTo>
                    <a:cubicBezTo>
                      <a:pt x="104716" y="-2005"/>
                      <a:pt x="145335" y="3903"/>
                      <a:pt x="183370" y="21259"/>
                    </a:cubicBezTo>
                    <a:cubicBezTo>
                      <a:pt x="207741" y="32337"/>
                      <a:pt x="221035" y="52647"/>
                      <a:pt x="219558" y="79234"/>
                    </a:cubicBezTo>
                    <a:cubicBezTo>
                      <a:pt x="216604" y="133147"/>
                      <a:pt x="202941" y="184106"/>
                      <a:pt x="168230" y="227310"/>
                    </a:cubicBezTo>
                    <a:cubicBezTo>
                      <a:pt x="166753" y="229157"/>
                      <a:pt x="165276" y="231372"/>
                      <a:pt x="164906" y="233219"/>
                    </a:cubicBezTo>
                    <a:cubicBezTo>
                      <a:pt x="160106" y="257959"/>
                      <a:pt x="155306" y="283070"/>
                      <a:pt x="150505" y="308180"/>
                    </a:cubicBezTo>
                    <a:cubicBezTo>
                      <a:pt x="142381" y="311503"/>
                      <a:pt x="134996" y="307811"/>
                      <a:pt x="127241" y="305964"/>
                    </a:cubicBezTo>
                    <a:cubicBezTo>
                      <a:pt x="97331" y="298210"/>
                      <a:pt x="67420" y="290824"/>
                      <a:pt x="37509" y="282700"/>
                    </a:cubicBezTo>
                    <a:cubicBezTo>
                      <a:pt x="31970" y="280854"/>
                      <a:pt x="26431" y="280115"/>
                      <a:pt x="23108" y="274576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31">
                <a:extLst>
                  <a:ext uri="{FF2B5EF4-FFF2-40B4-BE49-F238E27FC236}">
                    <a16:creationId xmlns:a16="http://schemas.microsoft.com/office/drawing/2014/main" id="{CBDF7DB2-0FC7-BD10-F0A2-75558B3BF73D}"/>
                  </a:ext>
                </a:extLst>
              </p:cNvPr>
              <p:cNvSpPr/>
              <p:nvPr/>
            </p:nvSpPr>
            <p:spPr>
              <a:xfrm>
                <a:off x="5129326" y="2830970"/>
                <a:ext cx="227894" cy="283627"/>
              </a:xfrm>
              <a:custGeom>
                <a:avLst/>
                <a:gdLst>
                  <a:gd name="connsiteX0" fmla="*/ 14284 w 227894"/>
                  <a:gd name="connsiteY0" fmla="*/ 279898 h 283627"/>
                  <a:gd name="connsiteX1" fmla="*/ 19085 w 227894"/>
                  <a:gd name="connsiteY1" fmla="*/ 223031 h 283627"/>
                  <a:gd name="connsiteX2" fmla="*/ 14653 w 227894"/>
                  <a:gd name="connsiteY2" fmla="*/ 197920 h 283627"/>
                  <a:gd name="connsiteX3" fmla="*/ 990 w 227894"/>
                  <a:gd name="connsiteY3" fmla="*/ 130714 h 283627"/>
                  <a:gd name="connsiteX4" fmla="*/ 8376 w 227894"/>
                  <a:gd name="connsiteY4" fmla="*/ 45413 h 283627"/>
                  <a:gd name="connsiteX5" fmla="*/ 64874 w 227894"/>
                  <a:gd name="connsiteY5" fmla="*/ 1101 h 283627"/>
                  <a:gd name="connsiteX6" fmla="*/ 189686 w 227894"/>
                  <a:gd name="connsiteY6" fmla="*/ 19195 h 283627"/>
                  <a:gd name="connsiteX7" fmla="*/ 219966 w 227894"/>
                  <a:gd name="connsiteY7" fmla="*/ 101172 h 283627"/>
                  <a:gd name="connsiteX8" fmla="*/ 173438 w 227894"/>
                  <a:gd name="connsiteY8" fmla="*/ 180196 h 283627"/>
                  <a:gd name="connsiteX9" fmla="*/ 145743 w 227894"/>
                  <a:gd name="connsiteY9" fmla="*/ 268451 h 283627"/>
                  <a:gd name="connsiteX10" fmla="*/ 129865 w 227894"/>
                  <a:gd name="connsiteY10" fmla="*/ 274359 h 283627"/>
                  <a:gd name="connsiteX11" fmla="*/ 30901 w 227894"/>
                  <a:gd name="connsiteY11" fmla="*/ 282852 h 283627"/>
                  <a:gd name="connsiteX12" fmla="*/ 14284 w 227894"/>
                  <a:gd name="connsiteY12" fmla="*/ 279898 h 283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894" h="283627">
                    <a:moveTo>
                      <a:pt x="14284" y="279898"/>
                    </a:moveTo>
                    <a:cubicBezTo>
                      <a:pt x="15761" y="261065"/>
                      <a:pt x="17238" y="241863"/>
                      <a:pt x="19085" y="223031"/>
                    </a:cubicBezTo>
                    <a:cubicBezTo>
                      <a:pt x="19823" y="214168"/>
                      <a:pt x="18715" y="206044"/>
                      <a:pt x="14653" y="197920"/>
                    </a:cubicBezTo>
                    <a:cubicBezTo>
                      <a:pt x="3945" y="176872"/>
                      <a:pt x="2837" y="153608"/>
                      <a:pt x="990" y="130714"/>
                    </a:cubicBezTo>
                    <a:cubicBezTo>
                      <a:pt x="-1225" y="101911"/>
                      <a:pt x="-117" y="73108"/>
                      <a:pt x="8376" y="45413"/>
                    </a:cubicBezTo>
                    <a:cubicBezTo>
                      <a:pt x="16869" y="18457"/>
                      <a:pt x="37179" y="3317"/>
                      <a:pt x="64874" y="1101"/>
                    </a:cubicBezTo>
                    <a:cubicBezTo>
                      <a:pt x="107709" y="-2222"/>
                      <a:pt x="149805" y="1470"/>
                      <a:pt x="189686" y="19195"/>
                    </a:cubicBezTo>
                    <a:cubicBezTo>
                      <a:pt x="227351" y="36181"/>
                      <a:pt x="236583" y="62769"/>
                      <a:pt x="219966" y="101172"/>
                    </a:cubicBezTo>
                    <a:cubicBezTo>
                      <a:pt x="207780" y="129606"/>
                      <a:pt x="191532" y="155455"/>
                      <a:pt x="173438" y="180196"/>
                    </a:cubicBezTo>
                    <a:cubicBezTo>
                      <a:pt x="153867" y="206783"/>
                      <a:pt x="141681" y="234847"/>
                      <a:pt x="145743" y="268451"/>
                    </a:cubicBezTo>
                    <a:cubicBezTo>
                      <a:pt x="142051" y="274359"/>
                      <a:pt x="135773" y="273990"/>
                      <a:pt x="129865" y="274359"/>
                    </a:cubicBezTo>
                    <a:cubicBezTo>
                      <a:pt x="96631" y="276205"/>
                      <a:pt x="63766" y="278790"/>
                      <a:pt x="30901" y="282852"/>
                    </a:cubicBezTo>
                    <a:cubicBezTo>
                      <a:pt x="24993" y="283591"/>
                      <a:pt x="19085" y="285068"/>
                      <a:pt x="14284" y="279898"/>
                    </a:cubicBezTo>
                    <a:close/>
                  </a:path>
                </a:pathLst>
              </a:custGeom>
              <a:solidFill>
                <a:srgbClr val="FDC185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32">
                <a:extLst>
                  <a:ext uri="{FF2B5EF4-FFF2-40B4-BE49-F238E27FC236}">
                    <a16:creationId xmlns:a16="http://schemas.microsoft.com/office/drawing/2014/main" id="{08E5DED2-A959-30E2-49DC-FD9A5385AAEA}"/>
                  </a:ext>
                </a:extLst>
              </p:cNvPr>
              <p:cNvSpPr/>
              <p:nvPr/>
            </p:nvSpPr>
            <p:spPr>
              <a:xfrm>
                <a:off x="5119063" y="3098324"/>
                <a:ext cx="173481" cy="58332"/>
              </a:xfrm>
              <a:custGeom>
                <a:avLst/>
                <a:gdLst>
                  <a:gd name="connsiteX0" fmla="*/ 156006 w 173481"/>
                  <a:gd name="connsiteY0" fmla="*/ 727 h 58332"/>
                  <a:gd name="connsiteX1" fmla="*/ 172254 w 173481"/>
                  <a:gd name="connsiteY1" fmla="*/ 15497 h 58332"/>
                  <a:gd name="connsiteX2" fmla="*/ 173362 w 173481"/>
                  <a:gd name="connsiteY2" fmla="*/ 36546 h 58332"/>
                  <a:gd name="connsiteX3" fmla="*/ 163022 w 173481"/>
                  <a:gd name="connsiteY3" fmla="*/ 50578 h 58332"/>
                  <a:gd name="connsiteX4" fmla="*/ 175 w 173481"/>
                  <a:gd name="connsiteY4" fmla="*/ 58332 h 58332"/>
                  <a:gd name="connsiteX5" fmla="*/ 175 w 173481"/>
                  <a:gd name="connsiteY5" fmla="*/ 28422 h 58332"/>
                  <a:gd name="connsiteX6" fmla="*/ 14577 w 173481"/>
                  <a:gd name="connsiteY6" fmla="*/ 13282 h 58332"/>
                  <a:gd name="connsiteX7" fmla="*/ 156006 w 173481"/>
                  <a:gd name="connsiteY7" fmla="*/ 727 h 58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3481" h="58332">
                    <a:moveTo>
                      <a:pt x="156006" y="727"/>
                    </a:moveTo>
                    <a:cubicBezTo>
                      <a:pt x="168561" y="-2228"/>
                      <a:pt x="172623" y="4050"/>
                      <a:pt x="172254" y="15497"/>
                    </a:cubicBezTo>
                    <a:cubicBezTo>
                      <a:pt x="172254" y="22513"/>
                      <a:pt x="171885" y="29899"/>
                      <a:pt x="173362" y="36546"/>
                    </a:cubicBezTo>
                    <a:cubicBezTo>
                      <a:pt x="174100" y="52424"/>
                      <a:pt x="171515" y="49470"/>
                      <a:pt x="163022" y="50578"/>
                    </a:cubicBezTo>
                    <a:cubicBezTo>
                      <a:pt x="108740" y="53163"/>
                      <a:pt x="54458" y="55747"/>
                      <a:pt x="175" y="58332"/>
                    </a:cubicBezTo>
                    <a:cubicBezTo>
                      <a:pt x="175" y="48362"/>
                      <a:pt x="1283" y="38392"/>
                      <a:pt x="175" y="28422"/>
                    </a:cubicBezTo>
                    <a:cubicBezTo>
                      <a:pt x="-932" y="16974"/>
                      <a:pt x="3130" y="12174"/>
                      <a:pt x="14577" y="13282"/>
                    </a:cubicBezTo>
                    <a:cubicBezTo>
                      <a:pt x="17900" y="13651"/>
                      <a:pt x="112063" y="4789"/>
                      <a:pt x="156006" y="727"/>
                    </a:cubicBezTo>
                    <a:close/>
                  </a:path>
                </a:pathLst>
              </a:custGeom>
              <a:solidFill>
                <a:srgbClr val="FDFEFD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33">
                <a:extLst>
                  <a:ext uri="{FF2B5EF4-FFF2-40B4-BE49-F238E27FC236}">
                    <a16:creationId xmlns:a16="http://schemas.microsoft.com/office/drawing/2014/main" id="{D129E5E6-793F-D1CC-4756-E100A33FC6F0}"/>
                  </a:ext>
                </a:extLst>
              </p:cNvPr>
              <p:cNvSpPr/>
              <p:nvPr/>
            </p:nvSpPr>
            <p:spPr>
              <a:xfrm>
                <a:off x="7216308" y="3234561"/>
                <a:ext cx="161117" cy="83834"/>
              </a:xfrm>
              <a:custGeom>
                <a:avLst/>
                <a:gdLst>
                  <a:gd name="connsiteX0" fmla="*/ 18833 w 161117"/>
                  <a:gd name="connsiteY0" fmla="*/ 750 h 83834"/>
                  <a:gd name="connsiteX1" fmla="*/ 145861 w 161117"/>
                  <a:gd name="connsiteY1" fmla="*/ 33984 h 83834"/>
                  <a:gd name="connsiteX2" fmla="*/ 157677 w 161117"/>
                  <a:gd name="connsiteY2" fmla="*/ 55771 h 83834"/>
                  <a:gd name="connsiteX3" fmla="*/ 149184 w 161117"/>
                  <a:gd name="connsiteY3" fmla="*/ 83835 h 83834"/>
                  <a:gd name="connsiteX4" fmla="*/ 0 w 161117"/>
                  <a:gd name="connsiteY4" fmla="*/ 38784 h 83834"/>
                  <a:gd name="connsiteX5" fmla="*/ 9970 w 161117"/>
                  <a:gd name="connsiteY5" fmla="*/ 2965 h 83834"/>
                  <a:gd name="connsiteX6" fmla="*/ 18833 w 161117"/>
                  <a:gd name="connsiteY6" fmla="*/ 750 h 83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117" h="83834">
                    <a:moveTo>
                      <a:pt x="18833" y="750"/>
                    </a:moveTo>
                    <a:cubicBezTo>
                      <a:pt x="61298" y="11828"/>
                      <a:pt x="103395" y="22906"/>
                      <a:pt x="145861" y="33984"/>
                    </a:cubicBezTo>
                    <a:cubicBezTo>
                      <a:pt x="163216" y="38415"/>
                      <a:pt x="163585" y="38415"/>
                      <a:pt x="157677" y="55771"/>
                    </a:cubicBezTo>
                    <a:cubicBezTo>
                      <a:pt x="154354" y="65002"/>
                      <a:pt x="156200" y="75711"/>
                      <a:pt x="149184" y="83835"/>
                    </a:cubicBezTo>
                    <a:cubicBezTo>
                      <a:pt x="100441" y="69433"/>
                      <a:pt x="48743" y="53186"/>
                      <a:pt x="0" y="38784"/>
                    </a:cubicBezTo>
                    <a:cubicBezTo>
                      <a:pt x="3693" y="20321"/>
                      <a:pt x="6647" y="14782"/>
                      <a:pt x="9970" y="2965"/>
                    </a:cubicBezTo>
                    <a:cubicBezTo>
                      <a:pt x="11447" y="-2574"/>
                      <a:pt x="15878" y="1488"/>
                      <a:pt x="18833" y="750"/>
                    </a:cubicBezTo>
                    <a:close/>
                  </a:path>
                </a:pathLst>
              </a:custGeom>
              <a:solidFill>
                <a:srgbClr val="FDFEFD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34">
                <a:extLst>
                  <a:ext uri="{FF2B5EF4-FFF2-40B4-BE49-F238E27FC236}">
                    <a16:creationId xmlns:a16="http://schemas.microsoft.com/office/drawing/2014/main" id="{D03DFB16-8EA1-9E6D-2C04-09E4F195B5A6}"/>
                  </a:ext>
                </a:extLst>
              </p:cNvPr>
              <p:cNvSpPr/>
              <p:nvPr/>
            </p:nvSpPr>
            <p:spPr>
              <a:xfrm>
                <a:off x="6158357" y="3053558"/>
                <a:ext cx="160262" cy="55093"/>
              </a:xfrm>
              <a:custGeom>
                <a:avLst/>
                <a:gdLst>
                  <a:gd name="connsiteX0" fmla="*/ 160262 w 160262"/>
                  <a:gd name="connsiteY0" fmla="*/ 55094 h 55093"/>
                  <a:gd name="connsiteX1" fmla="*/ 4800 w 160262"/>
                  <a:gd name="connsiteY1" fmla="*/ 33307 h 55093"/>
                  <a:gd name="connsiteX2" fmla="*/ 0 w 160262"/>
                  <a:gd name="connsiteY2" fmla="*/ 34046 h 55093"/>
                  <a:gd name="connsiteX3" fmla="*/ 160262 w 160262"/>
                  <a:gd name="connsiteY3" fmla="*/ 55094 h 55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0262" h="55093">
                    <a:moveTo>
                      <a:pt x="160262" y="55094"/>
                    </a:moveTo>
                    <a:cubicBezTo>
                      <a:pt x="112257" y="21860"/>
                      <a:pt x="59452" y="19644"/>
                      <a:pt x="4800" y="33307"/>
                    </a:cubicBezTo>
                    <a:cubicBezTo>
                      <a:pt x="3323" y="33676"/>
                      <a:pt x="1846" y="34046"/>
                      <a:pt x="0" y="34046"/>
                    </a:cubicBezTo>
                    <a:cubicBezTo>
                      <a:pt x="38773" y="-16544"/>
                      <a:pt x="134783" y="-11744"/>
                      <a:pt x="160262" y="55094"/>
                    </a:cubicBezTo>
                    <a:close/>
                  </a:path>
                </a:pathLst>
              </a:custGeom>
              <a:solidFill>
                <a:srgbClr val="75491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35">
                <a:extLst>
                  <a:ext uri="{FF2B5EF4-FFF2-40B4-BE49-F238E27FC236}">
                    <a16:creationId xmlns:a16="http://schemas.microsoft.com/office/drawing/2014/main" id="{C0A1912F-4513-8E46-DD0F-47AFDD21A909}"/>
                  </a:ext>
                </a:extLst>
              </p:cNvPr>
              <p:cNvSpPr/>
              <p:nvPr/>
            </p:nvSpPr>
            <p:spPr>
              <a:xfrm>
                <a:off x="6036480" y="3149271"/>
                <a:ext cx="48024" cy="124219"/>
              </a:xfrm>
              <a:custGeom>
                <a:avLst/>
                <a:gdLst>
                  <a:gd name="connsiteX0" fmla="*/ 48024 w 48024"/>
                  <a:gd name="connsiteY0" fmla="*/ 0 h 124219"/>
                  <a:gd name="connsiteX1" fmla="*/ 33623 w 48024"/>
                  <a:gd name="connsiteY1" fmla="*/ 77177 h 124219"/>
                  <a:gd name="connsiteX2" fmla="*/ 15159 w 48024"/>
                  <a:gd name="connsiteY2" fmla="*/ 121489 h 124219"/>
                  <a:gd name="connsiteX3" fmla="*/ 389 w 48024"/>
                  <a:gd name="connsiteY3" fmla="*/ 116689 h 124219"/>
                  <a:gd name="connsiteX4" fmla="*/ 9620 w 48024"/>
                  <a:gd name="connsiteY4" fmla="*/ 46528 h 124219"/>
                  <a:gd name="connsiteX5" fmla="*/ 48024 w 48024"/>
                  <a:gd name="connsiteY5" fmla="*/ 0 h 124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024" h="124219">
                    <a:moveTo>
                      <a:pt x="48024" y="0"/>
                    </a:moveTo>
                    <a:cubicBezTo>
                      <a:pt x="35469" y="24372"/>
                      <a:pt x="35100" y="50959"/>
                      <a:pt x="33623" y="77177"/>
                    </a:cubicBezTo>
                    <a:cubicBezTo>
                      <a:pt x="32515" y="94163"/>
                      <a:pt x="24760" y="108565"/>
                      <a:pt x="15159" y="121489"/>
                    </a:cubicBezTo>
                    <a:cubicBezTo>
                      <a:pt x="8882" y="129613"/>
                      <a:pt x="5928" y="117058"/>
                      <a:pt x="389" y="116689"/>
                    </a:cubicBezTo>
                    <a:cubicBezTo>
                      <a:pt x="-719" y="92686"/>
                      <a:pt x="20" y="69053"/>
                      <a:pt x="9620" y="46528"/>
                    </a:cubicBezTo>
                    <a:cubicBezTo>
                      <a:pt x="17744" y="27326"/>
                      <a:pt x="30669" y="11817"/>
                      <a:pt x="48024" y="0"/>
                    </a:cubicBezTo>
                    <a:close/>
                  </a:path>
                </a:pathLst>
              </a:custGeom>
              <a:solidFill>
                <a:srgbClr val="75491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36">
                <a:extLst>
                  <a:ext uri="{FF2B5EF4-FFF2-40B4-BE49-F238E27FC236}">
                    <a16:creationId xmlns:a16="http://schemas.microsoft.com/office/drawing/2014/main" id="{2A6FBEAF-7B8F-7114-80A0-314B0053E8F8}"/>
                  </a:ext>
                </a:extLst>
              </p:cNvPr>
              <p:cNvSpPr/>
              <p:nvPr/>
            </p:nvSpPr>
            <p:spPr>
              <a:xfrm>
                <a:off x="6350109" y="3206877"/>
                <a:ext cx="33038" cy="136259"/>
              </a:xfrm>
              <a:custGeom>
                <a:avLst/>
                <a:gdLst>
                  <a:gd name="connsiteX0" fmla="*/ 6545 w 33038"/>
                  <a:gd name="connsiteY0" fmla="*/ 136260 h 136259"/>
                  <a:gd name="connsiteX1" fmla="*/ 2852 w 33038"/>
                  <a:gd name="connsiteY1" fmla="*/ 119273 h 136259"/>
                  <a:gd name="connsiteX2" fmla="*/ 13930 w 33038"/>
                  <a:gd name="connsiteY2" fmla="*/ 63883 h 136259"/>
                  <a:gd name="connsiteX3" fmla="*/ 17253 w 33038"/>
                  <a:gd name="connsiteY3" fmla="*/ 0 h 136259"/>
                  <a:gd name="connsiteX4" fmla="*/ 30178 w 33038"/>
                  <a:gd name="connsiteY4" fmla="*/ 18463 h 136259"/>
                  <a:gd name="connsiteX5" fmla="*/ 28331 w 33038"/>
                  <a:gd name="connsiteY5" fmla="*/ 90101 h 136259"/>
                  <a:gd name="connsiteX6" fmla="*/ 6545 w 33038"/>
                  <a:gd name="connsiteY6" fmla="*/ 136260 h 136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38" h="136259">
                    <a:moveTo>
                      <a:pt x="6545" y="136260"/>
                    </a:moveTo>
                    <a:cubicBezTo>
                      <a:pt x="-1210" y="131828"/>
                      <a:pt x="-1579" y="127028"/>
                      <a:pt x="2852" y="119273"/>
                    </a:cubicBezTo>
                    <a:cubicBezTo>
                      <a:pt x="12453" y="102287"/>
                      <a:pt x="12453" y="82716"/>
                      <a:pt x="13930" y="63883"/>
                    </a:cubicBezTo>
                    <a:cubicBezTo>
                      <a:pt x="15776" y="42466"/>
                      <a:pt x="16145" y="21048"/>
                      <a:pt x="17253" y="0"/>
                    </a:cubicBezTo>
                    <a:cubicBezTo>
                      <a:pt x="27593" y="1846"/>
                      <a:pt x="28701" y="11817"/>
                      <a:pt x="30178" y="18463"/>
                    </a:cubicBezTo>
                    <a:cubicBezTo>
                      <a:pt x="35347" y="42466"/>
                      <a:pt x="32762" y="66099"/>
                      <a:pt x="28331" y="90101"/>
                    </a:cubicBezTo>
                    <a:cubicBezTo>
                      <a:pt x="25008" y="107457"/>
                      <a:pt x="17623" y="122597"/>
                      <a:pt x="6545" y="136260"/>
                    </a:cubicBezTo>
                    <a:close/>
                  </a:path>
                </a:pathLst>
              </a:custGeom>
              <a:solidFill>
                <a:srgbClr val="73471B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37">
                <a:extLst>
                  <a:ext uri="{FF2B5EF4-FFF2-40B4-BE49-F238E27FC236}">
                    <a16:creationId xmlns:a16="http://schemas.microsoft.com/office/drawing/2014/main" id="{A74F0C36-D133-B103-1FB0-B02140A242A8}"/>
                  </a:ext>
                </a:extLst>
              </p:cNvPr>
              <p:cNvSpPr/>
              <p:nvPr/>
            </p:nvSpPr>
            <p:spPr>
              <a:xfrm>
                <a:off x="5800738" y="3543878"/>
                <a:ext cx="416702" cy="670672"/>
              </a:xfrm>
              <a:custGeom>
                <a:avLst/>
                <a:gdLst>
                  <a:gd name="connsiteX0" fmla="*/ 5707 w 416702"/>
                  <a:gd name="connsiteY0" fmla="*/ 636388 h 670672"/>
                  <a:gd name="connsiteX1" fmla="*/ 76976 w 416702"/>
                  <a:gd name="connsiteY1" fmla="*/ 559949 h 670672"/>
                  <a:gd name="connsiteX2" fmla="*/ 233915 w 416702"/>
                  <a:gd name="connsiteY2" fmla="*/ 338389 h 670672"/>
                  <a:gd name="connsiteX3" fmla="*/ 328816 w 416702"/>
                  <a:gd name="connsiteY3" fmla="*/ 65870 h 670672"/>
                  <a:gd name="connsiteX4" fmla="*/ 348757 w 416702"/>
                  <a:gd name="connsiteY4" fmla="*/ 41867 h 670672"/>
                  <a:gd name="connsiteX5" fmla="*/ 350234 w 416702"/>
                  <a:gd name="connsiteY5" fmla="*/ 30420 h 670672"/>
                  <a:gd name="connsiteX6" fmla="*/ 335833 w 416702"/>
                  <a:gd name="connsiteY6" fmla="*/ 12326 h 670672"/>
                  <a:gd name="connsiteX7" fmla="*/ 355773 w 416702"/>
                  <a:gd name="connsiteY7" fmla="*/ 2356 h 670672"/>
                  <a:gd name="connsiteX8" fmla="*/ 379406 w 416702"/>
                  <a:gd name="connsiteY8" fmla="*/ 140 h 670672"/>
                  <a:gd name="connsiteX9" fmla="*/ 416702 w 416702"/>
                  <a:gd name="connsiteY9" fmla="*/ 24142 h 670672"/>
                  <a:gd name="connsiteX10" fmla="*/ 400454 w 416702"/>
                  <a:gd name="connsiteY10" fmla="*/ 34482 h 670672"/>
                  <a:gd name="connsiteX11" fmla="*/ 392330 w 416702"/>
                  <a:gd name="connsiteY11" fmla="*/ 54053 h 670672"/>
                  <a:gd name="connsiteX12" fmla="*/ 391592 w 416702"/>
                  <a:gd name="connsiteY12" fmla="*/ 83964 h 670672"/>
                  <a:gd name="connsiteX13" fmla="*/ 309984 w 416702"/>
                  <a:gd name="connsiteY13" fmla="*/ 323249 h 670672"/>
                  <a:gd name="connsiteX14" fmla="*/ 142706 w 416702"/>
                  <a:gd name="connsiteY14" fmla="*/ 664822 h 670672"/>
                  <a:gd name="connsiteX15" fmla="*/ 132735 w 416702"/>
                  <a:gd name="connsiteY15" fmla="*/ 670361 h 670672"/>
                  <a:gd name="connsiteX16" fmla="*/ 108364 w 416702"/>
                  <a:gd name="connsiteY16" fmla="*/ 667406 h 670672"/>
                  <a:gd name="connsiteX17" fmla="*/ 166708 w 416702"/>
                  <a:gd name="connsiteY17" fmla="*/ 528931 h 670672"/>
                  <a:gd name="connsiteX18" fmla="*/ 165231 w 416702"/>
                  <a:gd name="connsiteY18" fmla="*/ 527823 h 670672"/>
                  <a:gd name="connsiteX19" fmla="*/ 92855 w 416702"/>
                  <a:gd name="connsiteY19" fmla="*/ 599092 h 670672"/>
                  <a:gd name="connsiteX20" fmla="*/ 4600 w 416702"/>
                  <a:gd name="connsiteY20" fmla="*/ 646727 h 670672"/>
                  <a:gd name="connsiteX21" fmla="*/ 5707 w 416702"/>
                  <a:gd name="connsiteY21" fmla="*/ 636388 h 670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16702" h="670672">
                    <a:moveTo>
                      <a:pt x="5707" y="636388"/>
                    </a:moveTo>
                    <a:cubicBezTo>
                      <a:pt x="23802" y="605739"/>
                      <a:pt x="49281" y="580998"/>
                      <a:pt x="76976" y="559949"/>
                    </a:cubicBezTo>
                    <a:cubicBezTo>
                      <a:pt x="151937" y="501605"/>
                      <a:pt x="199573" y="425167"/>
                      <a:pt x="233915" y="338389"/>
                    </a:cubicBezTo>
                    <a:cubicBezTo>
                      <a:pt x="268995" y="248657"/>
                      <a:pt x="299644" y="157448"/>
                      <a:pt x="328816" y="65870"/>
                    </a:cubicBezTo>
                    <a:cubicBezTo>
                      <a:pt x="332509" y="54422"/>
                      <a:pt x="341372" y="48883"/>
                      <a:pt x="348757" y="41867"/>
                    </a:cubicBezTo>
                    <a:cubicBezTo>
                      <a:pt x="353188" y="37805"/>
                      <a:pt x="354296" y="35220"/>
                      <a:pt x="350234" y="30420"/>
                    </a:cubicBezTo>
                    <a:cubicBezTo>
                      <a:pt x="345064" y="24881"/>
                      <a:pt x="341002" y="18603"/>
                      <a:pt x="335833" y="12326"/>
                    </a:cubicBezTo>
                    <a:cubicBezTo>
                      <a:pt x="341372" y="6787"/>
                      <a:pt x="349126" y="5679"/>
                      <a:pt x="355773" y="2356"/>
                    </a:cubicBezTo>
                    <a:cubicBezTo>
                      <a:pt x="363897" y="4941"/>
                      <a:pt x="371282" y="-968"/>
                      <a:pt x="379406" y="140"/>
                    </a:cubicBezTo>
                    <a:cubicBezTo>
                      <a:pt x="391223" y="7895"/>
                      <a:pt x="403408" y="15649"/>
                      <a:pt x="416702" y="24142"/>
                    </a:cubicBezTo>
                    <a:cubicBezTo>
                      <a:pt x="411163" y="27835"/>
                      <a:pt x="405993" y="31897"/>
                      <a:pt x="400454" y="34482"/>
                    </a:cubicBezTo>
                    <a:cubicBezTo>
                      <a:pt x="391223" y="38544"/>
                      <a:pt x="388638" y="45191"/>
                      <a:pt x="392330" y="54053"/>
                    </a:cubicBezTo>
                    <a:cubicBezTo>
                      <a:pt x="396392" y="64393"/>
                      <a:pt x="394177" y="73994"/>
                      <a:pt x="391592" y="83964"/>
                    </a:cubicBezTo>
                    <a:cubicBezTo>
                      <a:pt x="369436" y="165572"/>
                      <a:pt x="346911" y="246811"/>
                      <a:pt x="309984" y="323249"/>
                    </a:cubicBezTo>
                    <a:cubicBezTo>
                      <a:pt x="254594" y="437353"/>
                      <a:pt x="198465" y="551087"/>
                      <a:pt x="142706" y="664822"/>
                    </a:cubicBezTo>
                    <a:cubicBezTo>
                      <a:pt x="140490" y="669622"/>
                      <a:pt x="137905" y="671468"/>
                      <a:pt x="132735" y="670361"/>
                    </a:cubicBezTo>
                    <a:cubicBezTo>
                      <a:pt x="124981" y="669253"/>
                      <a:pt x="117226" y="668514"/>
                      <a:pt x="108364" y="667406"/>
                    </a:cubicBezTo>
                    <a:cubicBezTo>
                      <a:pt x="127935" y="620879"/>
                      <a:pt x="147506" y="575089"/>
                      <a:pt x="166708" y="528931"/>
                    </a:cubicBezTo>
                    <a:cubicBezTo>
                      <a:pt x="166339" y="528562"/>
                      <a:pt x="165600" y="528193"/>
                      <a:pt x="165231" y="527823"/>
                    </a:cubicBezTo>
                    <a:cubicBezTo>
                      <a:pt x="140859" y="551456"/>
                      <a:pt x="115749" y="574351"/>
                      <a:pt x="92855" y="599092"/>
                    </a:cubicBezTo>
                    <a:cubicBezTo>
                      <a:pt x="68483" y="625310"/>
                      <a:pt x="43742" y="648574"/>
                      <a:pt x="4600" y="646727"/>
                    </a:cubicBezTo>
                    <a:cubicBezTo>
                      <a:pt x="-6848" y="642296"/>
                      <a:pt x="6815" y="640081"/>
                      <a:pt x="5707" y="6363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7" name="Graphic 58">
                <a:extLst>
                  <a:ext uri="{FF2B5EF4-FFF2-40B4-BE49-F238E27FC236}">
                    <a16:creationId xmlns:a16="http://schemas.microsoft.com/office/drawing/2014/main" id="{954357B3-5C6C-0086-EB3D-075873723960}"/>
                  </a:ext>
                </a:extLst>
              </p:cNvPr>
              <p:cNvGrpSpPr/>
              <p:nvPr/>
            </p:nvGrpSpPr>
            <p:grpSpPr>
              <a:xfrm>
                <a:off x="5782940" y="4525838"/>
                <a:ext cx="721881" cy="70961"/>
                <a:chOff x="5782940" y="4525838"/>
                <a:chExt cx="721881" cy="70961"/>
              </a:xfrm>
              <a:solidFill>
                <a:srgbClr val="000912"/>
              </a:solidFill>
            </p:grpSpPr>
            <p:sp>
              <p:nvSpPr>
                <p:cNvPr id="25" name="Freeform: Shape 39">
                  <a:extLst>
                    <a:ext uri="{FF2B5EF4-FFF2-40B4-BE49-F238E27FC236}">
                      <a16:creationId xmlns:a16="http://schemas.microsoft.com/office/drawing/2014/main" id="{499A1A53-1A12-FFA1-3F8B-8AB027819BC2}"/>
                    </a:ext>
                  </a:extLst>
                </p:cNvPr>
                <p:cNvSpPr/>
                <p:nvPr/>
              </p:nvSpPr>
              <p:spPr>
                <a:xfrm>
                  <a:off x="5970400" y="4530331"/>
                  <a:ext cx="415056" cy="66468"/>
                </a:xfrm>
                <a:custGeom>
                  <a:avLst/>
                  <a:gdLst>
                    <a:gd name="connsiteX0" fmla="*/ 0 w 415056"/>
                    <a:gd name="connsiteY0" fmla="*/ 66468 h 66468"/>
                    <a:gd name="connsiteX1" fmla="*/ 415057 w 415056"/>
                    <a:gd name="connsiteY1" fmla="*/ 65360 h 66468"/>
                    <a:gd name="connsiteX2" fmla="*/ 415057 w 415056"/>
                    <a:gd name="connsiteY2" fmla="*/ 0 h 66468"/>
                    <a:gd name="connsiteX3" fmla="*/ 279905 w 415056"/>
                    <a:gd name="connsiteY3" fmla="*/ 3323 h 66468"/>
                    <a:gd name="connsiteX4" fmla="*/ 0 w 415056"/>
                    <a:gd name="connsiteY4" fmla="*/ 4062 h 66468"/>
                    <a:gd name="connsiteX5" fmla="*/ 0 w 415056"/>
                    <a:gd name="connsiteY5" fmla="*/ 66468 h 66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5056" h="66468">
                      <a:moveTo>
                        <a:pt x="0" y="66468"/>
                      </a:moveTo>
                      <a:cubicBezTo>
                        <a:pt x="127397" y="66468"/>
                        <a:pt x="299107" y="65730"/>
                        <a:pt x="415057" y="65360"/>
                      </a:cubicBezTo>
                      <a:lnTo>
                        <a:pt x="415057" y="0"/>
                      </a:lnTo>
                      <a:cubicBezTo>
                        <a:pt x="360036" y="1477"/>
                        <a:pt x="299476" y="2954"/>
                        <a:pt x="279905" y="3323"/>
                      </a:cubicBezTo>
                      <a:cubicBezTo>
                        <a:pt x="281382" y="4431"/>
                        <a:pt x="118904" y="4801"/>
                        <a:pt x="0" y="4062"/>
                      </a:cubicBezTo>
                      <a:lnTo>
                        <a:pt x="0" y="66468"/>
                      </a:ln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40">
                  <a:extLst>
                    <a:ext uri="{FF2B5EF4-FFF2-40B4-BE49-F238E27FC236}">
                      <a16:creationId xmlns:a16="http://schemas.microsoft.com/office/drawing/2014/main" id="{48CCF7A6-8D9C-DEE7-75D6-FCA63FD70084}"/>
                    </a:ext>
                  </a:extLst>
                </p:cNvPr>
                <p:cNvSpPr/>
                <p:nvPr/>
              </p:nvSpPr>
              <p:spPr>
                <a:xfrm>
                  <a:off x="5782940" y="4533216"/>
                  <a:ext cx="171581" cy="63214"/>
                </a:xfrm>
                <a:custGeom>
                  <a:avLst/>
                  <a:gdLst>
                    <a:gd name="connsiteX0" fmla="*/ 171581 w 171581"/>
                    <a:gd name="connsiteY0" fmla="*/ 808 h 63214"/>
                    <a:gd name="connsiteX1" fmla="*/ 107698 w 171581"/>
                    <a:gd name="connsiteY1" fmla="*/ 70 h 63214"/>
                    <a:gd name="connsiteX2" fmla="*/ 31260 w 171581"/>
                    <a:gd name="connsiteY2" fmla="*/ 70 h 63214"/>
                    <a:gd name="connsiteX3" fmla="*/ 5780 w 171581"/>
                    <a:gd name="connsiteY3" fmla="*/ 2655 h 63214"/>
                    <a:gd name="connsiteX4" fmla="*/ 241 w 171581"/>
                    <a:gd name="connsiteY4" fmla="*/ 33304 h 63214"/>
                    <a:gd name="connsiteX5" fmla="*/ 23136 w 171581"/>
                    <a:gd name="connsiteY5" fmla="*/ 62107 h 63214"/>
                    <a:gd name="connsiteX6" fmla="*/ 171581 w 171581"/>
                    <a:gd name="connsiteY6" fmla="*/ 63215 h 63214"/>
                    <a:gd name="connsiteX7" fmla="*/ 171581 w 171581"/>
                    <a:gd name="connsiteY7" fmla="*/ 808 h 63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1581" h="63214">
                      <a:moveTo>
                        <a:pt x="171581" y="808"/>
                      </a:moveTo>
                      <a:cubicBezTo>
                        <a:pt x="146840" y="808"/>
                        <a:pt x="125054" y="439"/>
                        <a:pt x="107698" y="70"/>
                      </a:cubicBezTo>
                      <a:cubicBezTo>
                        <a:pt x="107698" y="1178"/>
                        <a:pt x="41230" y="70"/>
                        <a:pt x="31260" y="70"/>
                      </a:cubicBezTo>
                      <a:cubicBezTo>
                        <a:pt x="23874" y="70"/>
                        <a:pt x="11319" y="-669"/>
                        <a:pt x="5780" y="2655"/>
                      </a:cubicBezTo>
                      <a:cubicBezTo>
                        <a:pt x="-867" y="6717"/>
                        <a:pt x="980" y="22595"/>
                        <a:pt x="241" y="33304"/>
                      </a:cubicBezTo>
                      <a:cubicBezTo>
                        <a:pt x="-1605" y="62476"/>
                        <a:pt x="7257" y="59522"/>
                        <a:pt x="23136" y="62107"/>
                      </a:cubicBezTo>
                      <a:cubicBezTo>
                        <a:pt x="28306" y="62845"/>
                        <a:pt x="88865" y="63215"/>
                        <a:pt x="171581" y="63215"/>
                      </a:cubicBezTo>
                      <a:lnTo>
                        <a:pt x="171581" y="808"/>
                      </a:ln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41">
                  <a:extLst>
                    <a:ext uri="{FF2B5EF4-FFF2-40B4-BE49-F238E27FC236}">
                      <a16:creationId xmlns:a16="http://schemas.microsoft.com/office/drawing/2014/main" id="{61392D87-EB3D-3025-02D2-837C19AD2329}"/>
                    </a:ext>
                  </a:extLst>
                </p:cNvPr>
                <p:cNvSpPr/>
                <p:nvPr/>
              </p:nvSpPr>
              <p:spPr>
                <a:xfrm>
                  <a:off x="6400597" y="4525838"/>
                  <a:ext cx="104225" cy="69484"/>
                </a:xfrm>
                <a:custGeom>
                  <a:avLst/>
                  <a:gdLst>
                    <a:gd name="connsiteX0" fmla="*/ 102656 w 104225"/>
                    <a:gd name="connsiteY0" fmla="*/ 34773 h 69484"/>
                    <a:gd name="connsiteX1" fmla="*/ 96010 w 104225"/>
                    <a:gd name="connsiteY1" fmla="*/ 8186 h 69484"/>
                    <a:gd name="connsiteX2" fmla="*/ 85670 w 104225"/>
                    <a:gd name="connsiteY2" fmla="*/ 62 h 69484"/>
                    <a:gd name="connsiteX3" fmla="*/ 0 w 104225"/>
                    <a:gd name="connsiteY3" fmla="*/ 3755 h 69484"/>
                    <a:gd name="connsiteX4" fmla="*/ 0 w 104225"/>
                    <a:gd name="connsiteY4" fmla="*/ 69484 h 69484"/>
                    <a:gd name="connsiteX5" fmla="*/ 81239 w 104225"/>
                    <a:gd name="connsiteY5" fmla="*/ 69115 h 69484"/>
                    <a:gd name="connsiteX6" fmla="*/ 100441 w 104225"/>
                    <a:gd name="connsiteY6" fmla="*/ 64314 h 69484"/>
                    <a:gd name="connsiteX7" fmla="*/ 102656 w 104225"/>
                    <a:gd name="connsiteY7" fmla="*/ 34773 h 69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4225" h="69484">
                      <a:moveTo>
                        <a:pt x="102656" y="34773"/>
                      </a:moveTo>
                      <a:cubicBezTo>
                        <a:pt x="99702" y="26280"/>
                        <a:pt x="97117" y="17417"/>
                        <a:pt x="96010" y="8186"/>
                      </a:cubicBezTo>
                      <a:cubicBezTo>
                        <a:pt x="95271" y="800"/>
                        <a:pt x="91578" y="-307"/>
                        <a:pt x="85670" y="62"/>
                      </a:cubicBezTo>
                      <a:cubicBezTo>
                        <a:pt x="77915" y="1170"/>
                        <a:pt x="41727" y="2278"/>
                        <a:pt x="0" y="3755"/>
                      </a:cubicBezTo>
                      <a:lnTo>
                        <a:pt x="0" y="69484"/>
                      </a:lnTo>
                      <a:cubicBezTo>
                        <a:pt x="33603" y="69484"/>
                        <a:pt x="61298" y="69115"/>
                        <a:pt x="81239" y="69115"/>
                      </a:cubicBezTo>
                      <a:cubicBezTo>
                        <a:pt x="84932" y="69115"/>
                        <a:pt x="99702" y="68376"/>
                        <a:pt x="100441" y="64314"/>
                      </a:cubicBezTo>
                      <a:cubicBezTo>
                        <a:pt x="102656" y="54713"/>
                        <a:pt x="106349" y="45112"/>
                        <a:pt x="102656" y="34773"/>
                      </a:cubicBezTo>
                      <a:close/>
                    </a:path>
                  </a:pathLst>
                </a:custGeom>
                <a:solidFill>
                  <a:srgbClr val="000912"/>
                </a:solidFill>
                <a:ln w="36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8" name="Freeform: Shape 42">
                <a:extLst>
                  <a:ext uri="{FF2B5EF4-FFF2-40B4-BE49-F238E27FC236}">
                    <a16:creationId xmlns:a16="http://schemas.microsoft.com/office/drawing/2014/main" id="{346E5517-C503-B710-1620-9ED84F8E616D}"/>
                  </a:ext>
                </a:extLst>
              </p:cNvPr>
              <p:cNvSpPr/>
              <p:nvPr/>
            </p:nvSpPr>
            <p:spPr>
              <a:xfrm>
                <a:off x="6100752" y="4521469"/>
                <a:ext cx="110780" cy="89362"/>
              </a:xfrm>
              <a:custGeom>
                <a:avLst/>
                <a:gdLst>
                  <a:gd name="connsiteX0" fmla="*/ 101179 w 110780"/>
                  <a:gd name="connsiteY0" fmla="*/ 0 h 89362"/>
                  <a:gd name="connsiteX1" fmla="*/ 9601 w 110780"/>
                  <a:gd name="connsiteY1" fmla="*/ 0 h 89362"/>
                  <a:gd name="connsiteX2" fmla="*/ 0 w 110780"/>
                  <a:gd name="connsiteY2" fmla="*/ 9601 h 89362"/>
                  <a:gd name="connsiteX3" fmla="*/ 0 w 110780"/>
                  <a:gd name="connsiteY3" fmla="*/ 79762 h 89362"/>
                  <a:gd name="connsiteX4" fmla="*/ 9601 w 110780"/>
                  <a:gd name="connsiteY4" fmla="*/ 89363 h 89362"/>
                  <a:gd name="connsiteX5" fmla="*/ 101179 w 110780"/>
                  <a:gd name="connsiteY5" fmla="*/ 89363 h 89362"/>
                  <a:gd name="connsiteX6" fmla="*/ 110780 w 110780"/>
                  <a:gd name="connsiteY6" fmla="*/ 79762 h 89362"/>
                  <a:gd name="connsiteX7" fmla="*/ 110780 w 110780"/>
                  <a:gd name="connsiteY7" fmla="*/ 9601 h 89362"/>
                  <a:gd name="connsiteX8" fmla="*/ 101179 w 110780"/>
                  <a:gd name="connsiteY8" fmla="*/ 0 h 89362"/>
                  <a:gd name="connsiteX9" fmla="*/ 101549 w 110780"/>
                  <a:gd name="connsiteY9" fmla="*/ 67576 h 89362"/>
                  <a:gd name="connsiteX10" fmla="*/ 91948 w 110780"/>
                  <a:gd name="connsiteY10" fmla="*/ 77177 h 89362"/>
                  <a:gd name="connsiteX11" fmla="*/ 18833 w 110780"/>
                  <a:gd name="connsiteY11" fmla="*/ 77177 h 89362"/>
                  <a:gd name="connsiteX12" fmla="*/ 9232 w 110780"/>
                  <a:gd name="connsiteY12" fmla="*/ 67576 h 89362"/>
                  <a:gd name="connsiteX13" fmla="*/ 9232 w 110780"/>
                  <a:gd name="connsiteY13" fmla="*/ 21787 h 89362"/>
                  <a:gd name="connsiteX14" fmla="*/ 18833 w 110780"/>
                  <a:gd name="connsiteY14" fmla="*/ 12186 h 89362"/>
                  <a:gd name="connsiteX15" fmla="*/ 91948 w 110780"/>
                  <a:gd name="connsiteY15" fmla="*/ 12186 h 89362"/>
                  <a:gd name="connsiteX16" fmla="*/ 101549 w 110780"/>
                  <a:gd name="connsiteY16" fmla="*/ 21787 h 89362"/>
                  <a:gd name="connsiteX17" fmla="*/ 101549 w 110780"/>
                  <a:gd name="connsiteY17" fmla="*/ 67576 h 89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780" h="89362">
                    <a:moveTo>
                      <a:pt x="101179" y="0"/>
                    </a:moveTo>
                    <a:lnTo>
                      <a:pt x="9601" y="0"/>
                    </a:lnTo>
                    <a:cubicBezTo>
                      <a:pt x="4431" y="0"/>
                      <a:pt x="0" y="4431"/>
                      <a:pt x="0" y="9601"/>
                    </a:cubicBezTo>
                    <a:lnTo>
                      <a:pt x="0" y="79762"/>
                    </a:lnTo>
                    <a:cubicBezTo>
                      <a:pt x="0" y="84932"/>
                      <a:pt x="4431" y="89363"/>
                      <a:pt x="9601" y="89363"/>
                    </a:cubicBezTo>
                    <a:lnTo>
                      <a:pt x="101179" y="89363"/>
                    </a:lnTo>
                    <a:cubicBezTo>
                      <a:pt x="106349" y="89363"/>
                      <a:pt x="110780" y="84932"/>
                      <a:pt x="110780" y="79762"/>
                    </a:cubicBezTo>
                    <a:lnTo>
                      <a:pt x="110780" y="9601"/>
                    </a:lnTo>
                    <a:cubicBezTo>
                      <a:pt x="110780" y="4431"/>
                      <a:pt x="106718" y="0"/>
                      <a:pt x="101179" y="0"/>
                    </a:cubicBezTo>
                    <a:close/>
                    <a:moveTo>
                      <a:pt x="101549" y="67576"/>
                    </a:moveTo>
                    <a:cubicBezTo>
                      <a:pt x="101549" y="72746"/>
                      <a:pt x="97117" y="77177"/>
                      <a:pt x="91948" y="77177"/>
                    </a:cubicBezTo>
                    <a:lnTo>
                      <a:pt x="18833" y="77177"/>
                    </a:lnTo>
                    <a:cubicBezTo>
                      <a:pt x="13663" y="77177"/>
                      <a:pt x="9232" y="72746"/>
                      <a:pt x="9232" y="67576"/>
                    </a:cubicBezTo>
                    <a:lnTo>
                      <a:pt x="9232" y="21787"/>
                    </a:lnTo>
                    <a:cubicBezTo>
                      <a:pt x="9232" y="16617"/>
                      <a:pt x="13663" y="12186"/>
                      <a:pt x="18833" y="12186"/>
                    </a:cubicBezTo>
                    <a:lnTo>
                      <a:pt x="91948" y="12186"/>
                    </a:lnTo>
                    <a:cubicBezTo>
                      <a:pt x="97117" y="12186"/>
                      <a:pt x="101549" y="16617"/>
                      <a:pt x="101549" y="21787"/>
                    </a:cubicBezTo>
                    <a:lnTo>
                      <a:pt x="101549" y="67576"/>
                    </a:lnTo>
                    <a:close/>
                  </a:path>
                </a:pathLst>
              </a:custGeom>
              <a:solidFill>
                <a:srgbClr val="979DA3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59">
                <a:extLst>
                  <a:ext uri="{FF2B5EF4-FFF2-40B4-BE49-F238E27FC236}">
                    <a16:creationId xmlns:a16="http://schemas.microsoft.com/office/drawing/2014/main" id="{FDC6CE24-B154-2C43-4261-D3D1C17DDC27}"/>
                  </a:ext>
                </a:extLst>
              </p:cNvPr>
              <p:cNvSpPr/>
              <p:nvPr/>
            </p:nvSpPr>
            <p:spPr>
              <a:xfrm>
                <a:off x="5589641" y="4999062"/>
                <a:ext cx="1040918" cy="1422672"/>
              </a:xfrm>
              <a:custGeom>
                <a:avLst/>
                <a:gdLst>
                  <a:gd name="connsiteX0" fmla="*/ 21831 w 1040918"/>
                  <a:gd name="connsiteY0" fmla="*/ 1397178 h 1422672"/>
                  <a:gd name="connsiteX1" fmla="*/ 12230 w 1040918"/>
                  <a:gd name="connsiteY1" fmla="*/ 1357297 h 1422672"/>
                  <a:gd name="connsiteX2" fmla="*/ 1891 w 1040918"/>
                  <a:gd name="connsiteY2" fmla="*/ 1249471 h 1422672"/>
                  <a:gd name="connsiteX3" fmla="*/ 8168 w 1040918"/>
                  <a:gd name="connsiteY3" fmla="*/ 1202574 h 1422672"/>
                  <a:gd name="connsiteX4" fmla="*/ 30324 w 1040918"/>
                  <a:gd name="connsiteY4" fmla="*/ 1136106 h 1422672"/>
                  <a:gd name="connsiteX5" fmla="*/ 96054 w 1040918"/>
                  <a:gd name="connsiteY5" fmla="*/ 992092 h 1422672"/>
                  <a:gd name="connsiteX6" fmla="*/ 156614 w 1040918"/>
                  <a:gd name="connsiteY6" fmla="*/ 860633 h 1422672"/>
                  <a:gd name="connsiteX7" fmla="*/ 193171 w 1040918"/>
                  <a:gd name="connsiteY7" fmla="*/ 767947 h 1422672"/>
                  <a:gd name="connsiteX8" fmla="*/ 226774 w 1040918"/>
                  <a:gd name="connsiteY8" fmla="*/ 675630 h 1422672"/>
                  <a:gd name="connsiteX9" fmla="*/ 257424 w 1040918"/>
                  <a:gd name="connsiteY9" fmla="*/ 589960 h 1422672"/>
                  <a:gd name="connsiteX10" fmla="*/ 296935 w 1040918"/>
                  <a:gd name="connsiteY10" fmla="*/ 483241 h 1422672"/>
                  <a:gd name="connsiteX11" fmla="*/ 344571 w 1040918"/>
                  <a:gd name="connsiteY11" fmla="*/ 373569 h 1422672"/>
                  <a:gd name="connsiteX12" fmla="*/ 386667 w 1040918"/>
                  <a:gd name="connsiteY12" fmla="*/ 289007 h 1422672"/>
                  <a:gd name="connsiteX13" fmla="*/ 440580 w 1040918"/>
                  <a:gd name="connsiteY13" fmla="*/ 188197 h 1422672"/>
                  <a:gd name="connsiteX14" fmla="*/ 490062 w 1040918"/>
                  <a:gd name="connsiteY14" fmla="*/ 105481 h 1422672"/>
                  <a:gd name="connsiteX15" fmla="*/ 524035 w 1040918"/>
                  <a:gd name="connsiteY15" fmla="*/ 48244 h 1422672"/>
                  <a:gd name="connsiteX16" fmla="*/ 554315 w 1040918"/>
                  <a:gd name="connsiteY16" fmla="*/ 2824 h 1422672"/>
                  <a:gd name="connsiteX17" fmla="*/ 562438 w 1040918"/>
                  <a:gd name="connsiteY17" fmla="*/ 3563 h 1422672"/>
                  <a:gd name="connsiteX18" fmla="*/ 641462 w 1040918"/>
                  <a:gd name="connsiteY18" fmla="*/ 95510 h 1422672"/>
                  <a:gd name="connsiteX19" fmla="*/ 719377 w 1040918"/>
                  <a:gd name="connsiteY19" fmla="*/ 184504 h 1422672"/>
                  <a:gd name="connsiteX20" fmla="*/ 768490 w 1040918"/>
                  <a:gd name="connsiteY20" fmla="*/ 241371 h 1422672"/>
                  <a:gd name="connsiteX21" fmla="*/ 783999 w 1040918"/>
                  <a:gd name="connsiteY21" fmla="*/ 277559 h 1422672"/>
                  <a:gd name="connsiteX22" fmla="*/ 807632 w 1040918"/>
                  <a:gd name="connsiteY22" fmla="*/ 345874 h 1422672"/>
                  <a:gd name="connsiteX23" fmla="*/ 839389 w 1040918"/>
                  <a:gd name="connsiteY23" fmla="*/ 438560 h 1422672"/>
                  <a:gd name="connsiteX24" fmla="*/ 863022 w 1040918"/>
                  <a:gd name="connsiteY24" fmla="*/ 506505 h 1422672"/>
                  <a:gd name="connsiteX25" fmla="*/ 888502 w 1040918"/>
                  <a:gd name="connsiteY25" fmla="*/ 584421 h 1422672"/>
                  <a:gd name="connsiteX26" fmla="*/ 916566 w 1040918"/>
                  <a:gd name="connsiteY26" fmla="*/ 671198 h 1422672"/>
                  <a:gd name="connsiteX27" fmla="*/ 947584 w 1040918"/>
                  <a:gd name="connsiteY27" fmla="*/ 773116 h 1422672"/>
                  <a:gd name="connsiteX28" fmla="*/ 966786 w 1040918"/>
                  <a:gd name="connsiteY28" fmla="*/ 840323 h 1422672"/>
                  <a:gd name="connsiteX29" fmla="*/ 1000020 w 1040918"/>
                  <a:gd name="connsiteY29" fmla="*/ 969197 h 1422672"/>
                  <a:gd name="connsiteX30" fmla="*/ 1014791 w 1040918"/>
                  <a:gd name="connsiteY30" fmla="*/ 1040097 h 1422672"/>
                  <a:gd name="connsiteX31" fmla="*/ 1034362 w 1040918"/>
                  <a:gd name="connsiteY31" fmla="*/ 1166755 h 1422672"/>
                  <a:gd name="connsiteX32" fmla="*/ 1040640 w 1040918"/>
                  <a:gd name="connsiteY32" fmla="*/ 1291568 h 1422672"/>
                  <a:gd name="connsiteX33" fmla="*/ 1031039 w 1040918"/>
                  <a:gd name="connsiteY33" fmla="*/ 1413426 h 1422672"/>
                  <a:gd name="connsiteX34" fmla="*/ 985619 w 1040918"/>
                  <a:gd name="connsiteY34" fmla="*/ 1420442 h 1422672"/>
                  <a:gd name="connsiteX35" fmla="*/ 978603 w 1040918"/>
                  <a:gd name="connsiteY35" fmla="*/ 1392009 h 1422672"/>
                  <a:gd name="connsiteX36" fmla="*/ 978603 w 1040918"/>
                  <a:gd name="connsiteY36" fmla="*/ 1392009 h 1422672"/>
                  <a:gd name="connsiteX37" fmla="*/ 882224 w 1040918"/>
                  <a:gd name="connsiteY37" fmla="*/ 980644 h 1422672"/>
                  <a:gd name="connsiteX38" fmla="*/ 846405 w 1040918"/>
                  <a:gd name="connsiteY38" fmla="*/ 796380 h 1422672"/>
                  <a:gd name="connsiteX39" fmla="*/ 793231 w 1040918"/>
                  <a:gd name="connsiteY39" fmla="*/ 500597 h 1422672"/>
                  <a:gd name="connsiteX40" fmla="*/ 756673 w 1040918"/>
                  <a:gd name="connsiteY40" fmla="*/ 411234 h 1422672"/>
                  <a:gd name="connsiteX41" fmla="*/ 705714 w 1040918"/>
                  <a:gd name="connsiteY41" fmla="*/ 305624 h 1422672"/>
                  <a:gd name="connsiteX42" fmla="*/ 638877 w 1040918"/>
                  <a:gd name="connsiteY42" fmla="*/ 164563 h 1422672"/>
                  <a:gd name="connsiteX43" fmla="*/ 603796 w 1040918"/>
                  <a:gd name="connsiteY43" fmla="*/ 94772 h 1422672"/>
                  <a:gd name="connsiteX44" fmla="*/ 584225 w 1040918"/>
                  <a:gd name="connsiteY44" fmla="*/ 54522 h 1422672"/>
                  <a:gd name="connsiteX45" fmla="*/ 539544 w 1040918"/>
                  <a:gd name="connsiteY45" fmla="*/ 137238 h 1422672"/>
                  <a:gd name="connsiteX46" fmla="*/ 489693 w 1040918"/>
                  <a:gd name="connsiteY46" fmla="*/ 230662 h 1422672"/>
                  <a:gd name="connsiteX47" fmla="*/ 424702 w 1040918"/>
                  <a:gd name="connsiteY47" fmla="*/ 352521 h 1422672"/>
                  <a:gd name="connsiteX48" fmla="*/ 327584 w 1040918"/>
                  <a:gd name="connsiteY48" fmla="*/ 534939 h 1422672"/>
                  <a:gd name="connsiteX49" fmla="*/ 285857 w 1040918"/>
                  <a:gd name="connsiteY49" fmla="*/ 620978 h 1422672"/>
                  <a:gd name="connsiteX50" fmla="*/ 242653 w 1040918"/>
                  <a:gd name="connsiteY50" fmla="*/ 792318 h 1422672"/>
                  <a:gd name="connsiteX51" fmla="*/ 145166 w 1040918"/>
                  <a:gd name="connsiteY51" fmla="*/ 1223253 h 1422672"/>
                  <a:gd name="connsiteX52" fmla="*/ 128180 w 1040918"/>
                  <a:gd name="connsiteY52" fmla="*/ 1300430 h 1422672"/>
                  <a:gd name="connsiteX53" fmla="*/ 116733 w 1040918"/>
                  <a:gd name="connsiteY53" fmla="*/ 1354343 h 1422672"/>
                  <a:gd name="connsiteX54" fmla="*/ 107132 w 1040918"/>
                  <a:gd name="connsiteY54" fmla="*/ 1396809 h 1422672"/>
                  <a:gd name="connsiteX55" fmla="*/ 93469 w 1040918"/>
                  <a:gd name="connsiteY55" fmla="*/ 1399763 h 1422672"/>
                  <a:gd name="connsiteX56" fmla="*/ 21831 w 1040918"/>
                  <a:gd name="connsiteY56" fmla="*/ 1397178 h 1422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040918" h="1422672">
                    <a:moveTo>
                      <a:pt x="21831" y="1397178"/>
                    </a:moveTo>
                    <a:cubicBezTo>
                      <a:pt x="19615" y="1387946"/>
                      <a:pt x="16661" y="1373545"/>
                      <a:pt x="12230" y="1357297"/>
                    </a:cubicBezTo>
                    <a:cubicBezTo>
                      <a:pt x="783" y="1321848"/>
                      <a:pt x="-2541" y="1286029"/>
                      <a:pt x="1891" y="1249471"/>
                    </a:cubicBezTo>
                    <a:cubicBezTo>
                      <a:pt x="3737" y="1233593"/>
                      <a:pt x="4106" y="1217714"/>
                      <a:pt x="8168" y="1202574"/>
                    </a:cubicBezTo>
                    <a:cubicBezTo>
                      <a:pt x="14076" y="1180049"/>
                      <a:pt x="22200" y="1157893"/>
                      <a:pt x="30324" y="1136106"/>
                    </a:cubicBezTo>
                    <a:cubicBezTo>
                      <a:pt x="48418" y="1086255"/>
                      <a:pt x="73159" y="1039727"/>
                      <a:pt x="96054" y="992092"/>
                    </a:cubicBezTo>
                    <a:cubicBezTo>
                      <a:pt x="117102" y="948518"/>
                      <a:pt x="138150" y="904945"/>
                      <a:pt x="156614" y="860633"/>
                    </a:cubicBezTo>
                    <a:cubicBezTo>
                      <a:pt x="169169" y="829983"/>
                      <a:pt x="182462" y="799334"/>
                      <a:pt x="193171" y="767947"/>
                    </a:cubicBezTo>
                    <a:cubicBezTo>
                      <a:pt x="203880" y="736928"/>
                      <a:pt x="216435" y="706648"/>
                      <a:pt x="226774" y="675630"/>
                    </a:cubicBezTo>
                    <a:cubicBezTo>
                      <a:pt x="236375" y="646827"/>
                      <a:pt x="247453" y="618762"/>
                      <a:pt x="257424" y="589960"/>
                    </a:cubicBezTo>
                    <a:cubicBezTo>
                      <a:pt x="269979" y="554141"/>
                      <a:pt x="282903" y="518322"/>
                      <a:pt x="296935" y="483241"/>
                    </a:cubicBezTo>
                    <a:cubicBezTo>
                      <a:pt x="312075" y="446314"/>
                      <a:pt x="327584" y="409757"/>
                      <a:pt x="344571" y="373569"/>
                    </a:cubicBezTo>
                    <a:cubicBezTo>
                      <a:pt x="358234" y="345135"/>
                      <a:pt x="372266" y="317071"/>
                      <a:pt x="386667" y="289007"/>
                    </a:cubicBezTo>
                    <a:cubicBezTo>
                      <a:pt x="404392" y="255034"/>
                      <a:pt x="421378" y="221061"/>
                      <a:pt x="440580" y="188197"/>
                    </a:cubicBezTo>
                    <a:cubicBezTo>
                      <a:pt x="456828" y="160502"/>
                      <a:pt x="471599" y="132068"/>
                      <a:pt x="490062" y="105481"/>
                    </a:cubicBezTo>
                    <a:cubicBezTo>
                      <a:pt x="502617" y="87387"/>
                      <a:pt x="512218" y="67077"/>
                      <a:pt x="524035" y="48244"/>
                    </a:cubicBezTo>
                    <a:cubicBezTo>
                      <a:pt x="533636" y="32735"/>
                      <a:pt x="544344" y="17964"/>
                      <a:pt x="554315" y="2824"/>
                    </a:cubicBezTo>
                    <a:cubicBezTo>
                      <a:pt x="557638" y="-2346"/>
                      <a:pt x="560223" y="609"/>
                      <a:pt x="562438" y="3563"/>
                    </a:cubicBezTo>
                    <a:cubicBezTo>
                      <a:pt x="587179" y="35320"/>
                      <a:pt x="615244" y="64492"/>
                      <a:pt x="641462" y="95510"/>
                    </a:cubicBezTo>
                    <a:cubicBezTo>
                      <a:pt x="666941" y="125790"/>
                      <a:pt x="692790" y="155701"/>
                      <a:pt x="719377" y="184504"/>
                    </a:cubicBezTo>
                    <a:cubicBezTo>
                      <a:pt x="736363" y="202967"/>
                      <a:pt x="752611" y="221800"/>
                      <a:pt x="768490" y="241371"/>
                    </a:cubicBezTo>
                    <a:cubicBezTo>
                      <a:pt x="776614" y="251341"/>
                      <a:pt x="781045" y="265004"/>
                      <a:pt x="783999" y="277559"/>
                    </a:cubicBezTo>
                    <a:cubicBezTo>
                      <a:pt x="789538" y="301192"/>
                      <a:pt x="799877" y="322979"/>
                      <a:pt x="807632" y="345874"/>
                    </a:cubicBezTo>
                    <a:cubicBezTo>
                      <a:pt x="817602" y="376892"/>
                      <a:pt x="828680" y="407911"/>
                      <a:pt x="839389" y="438560"/>
                    </a:cubicBezTo>
                    <a:cubicBezTo>
                      <a:pt x="847144" y="461085"/>
                      <a:pt x="856745" y="483611"/>
                      <a:pt x="863022" y="506505"/>
                    </a:cubicBezTo>
                    <a:cubicBezTo>
                      <a:pt x="870408" y="532723"/>
                      <a:pt x="880008" y="558572"/>
                      <a:pt x="888502" y="584421"/>
                    </a:cubicBezTo>
                    <a:cubicBezTo>
                      <a:pt x="898103" y="613223"/>
                      <a:pt x="906596" y="642765"/>
                      <a:pt x="916566" y="671198"/>
                    </a:cubicBezTo>
                    <a:cubicBezTo>
                      <a:pt x="928382" y="704802"/>
                      <a:pt x="937614" y="738774"/>
                      <a:pt x="947584" y="773116"/>
                    </a:cubicBezTo>
                    <a:cubicBezTo>
                      <a:pt x="954231" y="795642"/>
                      <a:pt x="960509" y="817798"/>
                      <a:pt x="966786" y="840323"/>
                    </a:cubicBezTo>
                    <a:cubicBezTo>
                      <a:pt x="978603" y="883158"/>
                      <a:pt x="990789" y="925624"/>
                      <a:pt x="1000020" y="969197"/>
                    </a:cubicBezTo>
                    <a:cubicBezTo>
                      <a:pt x="1004821" y="992830"/>
                      <a:pt x="1009991" y="1016463"/>
                      <a:pt x="1014791" y="1040097"/>
                    </a:cubicBezTo>
                    <a:cubicBezTo>
                      <a:pt x="1022915" y="1082193"/>
                      <a:pt x="1028823" y="1124290"/>
                      <a:pt x="1034362" y="1166755"/>
                    </a:cubicBezTo>
                    <a:cubicBezTo>
                      <a:pt x="1039532" y="1208483"/>
                      <a:pt x="1041748" y="1249841"/>
                      <a:pt x="1040640" y="1291568"/>
                    </a:cubicBezTo>
                    <a:cubicBezTo>
                      <a:pt x="1039901" y="1328864"/>
                      <a:pt x="1026977" y="1410472"/>
                      <a:pt x="1031039" y="1413426"/>
                    </a:cubicBezTo>
                    <a:cubicBezTo>
                      <a:pt x="1016637" y="1421181"/>
                      <a:pt x="1002236" y="1425612"/>
                      <a:pt x="985619" y="1420442"/>
                    </a:cubicBezTo>
                    <a:cubicBezTo>
                      <a:pt x="986358" y="1410102"/>
                      <a:pt x="982296" y="1400871"/>
                      <a:pt x="978603" y="1392009"/>
                    </a:cubicBezTo>
                    <a:lnTo>
                      <a:pt x="978603" y="1392009"/>
                    </a:lnTo>
                    <a:cubicBezTo>
                      <a:pt x="971587" y="1366529"/>
                      <a:pt x="885917" y="1003170"/>
                      <a:pt x="882224" y="980644"/>
                    </a:cubicBezTo>
                    <a:cubicBezTo>
                      <a:pt x="875947" y="944456"/>
                      <a:pt x="850098" y="821121"/>
                      <a:pt x="846405" y="796380"/>
                    </a:cubicBezTo>
                    <a:cubicBezTo>
                      <a:pt x="831265" y="697416"/>
                      <a:pt x="806894" y="599560"/>
                      <a:pt x="793231" y="500597"/>
                    </a:cubicBezTo>
                    <a:cubicBezTo>
                      <a:pt x="788799" y="468470"/>
                      <a:pt x="770705" y="439668"/>
                      <a:pt x="756673" y="411234"/>
                    </a:cubicBezTo>
                    <a:cubicBezTo>
                      <a:pt x="739687" y="376892"/>
                      <a:pt x="717531" y="341812"/>
                      <a:pt x="705714" y="305624"/>
                    </a:cubicBezTo>
                    <a:cubicBezTo>
                      <a:pt x="685405" y="257619"/>
                      <a:pt x="662510" y="211091"/>
                      <a:pt x="638877" y="164563"/>
                    </a:cubicBezTo>
                    <a:cubicBezTo>
                      <a:pt x="627060" y="141300"/>
                      <a:pt x="615244" y="118036"/>
                      <a:pt x="603796" y="94772"/>
                    </a:cubicBezTo>
                    <a:cubicBezTo>
                      <a:pt x="601581" y="90341"/>
                      <a:pt x="581271" y="58584"/>
                      <a:pt x="584225" y="54522"/>
                    </a:cubicBezTo>
                    <a:cubicBezTo>
                      <a:pt x="566131" y="79632"/>
                      <a:pt x="553945" y="109912"/>
                      <a:pt x="539544" y="137238"/>
                    </a:cubicBezTo>
                    <a:cubicBezTo>
                      <a:pt x="522927" y="168256"/>
                      <a:pt x="506310" y="199644"/>
                      <a:pt x="489693" y="230662"/>
                    </a:cubicBezTo>
                    <a:cubicBezTo>
                      <a:pt x="467906" y="271282"/>
                      <a:pt x="446119" y="311901"/>
                      <a:pt x="424702" y="352521"/>
                    </a:cubicBezTo>
                    <a:cubicBezTo>
                      <a:pt x="392206" y="413450"/>
                      <a:pt x="360080" y="474009"/>
                      <a:pt x="327584" y="534939"/>
                    </a:cubicBezTo>
                    <a:cubicBezTo>
                      <a:pt x="312444" y="563372"/>
                      <a:pt x="296197" y="591067"/>
                      <a:pt x="285857" y="620978"/>
                    </a:cubicBezTo>
                    <a:cubicBezTo>
                      <a:pt x="266655" y="676737"/>
                      <a:pt x="255577" y="734712"/>
                      <a:pt x="242653" y="792318"/>
                    </a:cubicBezTo>
                    <a:cubicBezTo>
                      <a:pt x="210157" y="935963"/>
                      <a:pt x="177293" y="1079239"/>
                      <a:pt x="145166" y="1223253"/>
                    </a:cubicBezTo>
                    <a:cubicBezTo>
                      <a:pt x="139627" y="1249102"/>
                      <a:pt x="133719" y="1274582"/>
                      <a:pt x="128180" y="1300430"/>
                    </a:cubicBezTo>
                    <a:cubicBezTo>
                      <a:pt x="125226" y="1313355"/>
                      <a:pt x="121533" y="1332556"/>
                      <a:pt x="116733" y="1354343"/>
                    </a:cubicBezTo>
                    <a:cubicBezTo>
                      <a:pt x="113779" y="1369114"/>
                      <a:pt x="107132" y="1396809"/>
                      <a:pt x="107132" y="1396809"/>
                    </a:cubicBezTo>
                    <a:cubicBezTo>
                      <a:pt x="103808" y="1402348"/>
                      <a:pt x="98269" y="1399763"/>
                      <a:pt x="93469" y="1399763"/>
                    </a:cubicBezTo>
                    <a:cubicBezTo>
                      <a:pt x="74636" y="1400502"/>
                      <a:pt x="38079" y="1399024"/>
                      <a:pt x="21831" y="1397178"/>
                    </a:cubicBezTo>
                    <a:close/>
                  </a:path>
                </a:pathLst>
              </a:custGeom>
              <a:solidFill>
                <a:srgbClr val="2C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60">
                <a:extLst>
                  <a:ext uri="{FF2B5EF4-FFF2-40B4-BE49-F238E27FC236}">
                    <a16:creationId xmlns:a16="http://schemas.microsoft.com/office/drawing/2014/main" id="{FB4BC074-695C-3FC1-3874-A92D735EF1BF}"/>
                  </a:ext>
                </a:extLst>
              </p:cNvPr>
              <p:cNvSpPr/>
              <p:nvPr/>
            </p:nvSpPr>
            <p:spPr>
              <a:xfrm>
                <a:off x="5336672" y="3995263"/>
                <a:ext cx="490059" cy="735629"/>
              </a:xfrm>
              <a:custGeom>
                <a:avLst/>
                <a:gdLst>
                  <a:gd name="connsiteX0" fmla="*/ 65 w 490059"/>
                  <a:gd name="connsiteY0" fmla="*/ 692746 h 735629"/>
                  <a:gd name="connsiteX1" fmla="*/ 35515 w 490059"/>
                  <a:gd name="connsiteY1" fmla="*/ 670590 h 735629"/>
                  <a:gd name="connsiteX2" fmla="*/ 84258 w 490059"/>
                  <a:gd name="connsiteY2" fmla="*/ 603383 h 735629"/>
                  <a:gd name="connsiteX3" fmla="*/ 137433 w 490059"/>
                  <a:gd name="connsiteY3" fmla="*/ 519190 h 735629"/>
                  <a:gd name="connsiteX4" fmla="*/ 168451 w 490059"/>
                  <a:gd name="connsiteY4" fmla="*/ 467123 h 735629"/>
                  <a:gd name="connsiteX5" fmla="*/ 208701 w 490059"/>
                  <a:gd name="connsiteY5" fmla="*/ 396224 h 735629"/>
                  <a:gd name="connsiteX6" fmla="*/ 254121 w 490059"/>
                  <a:gd name="connsiteY6" fmla="*/ 315724 h 735629"/>
                  <a:gd name="connsiteX7" fmla="*/ 305819 w 490059"/>
                  <a:gd name="connsiteY7" fmla="*/ 218237 h 735629"/>
                  <a:gd name="connsiteX8" fmla="*/ 374502 w 490059"/>
                  <a:gd name="connsiteY8" fmla="*/ 87886 h 735629"/>
                  <a:gd name="connsiteX9" fmla="*/ 428415 w 490059"/>
                  <a:gd name="connsiteY9" fmla="*/ 0 h 735629"/>
                  <a:gd name="connsiteX10" fmla="*/ 429523 w 490059"/>
                  <a:gd name="connsiteY10" fmla="*/ 369 h 735629"/>
                  <a:gd name="connsiteX11" fmla="*/ 430262 w 490059"/>
                  <a:gd name="connsiteY11" fmla="*/ 1477 h 735629"/>
                  <a:gd name="connsiteX12" fmla="*/ 440232 w 490059"/>
                  <a:gd name="connsiteY12" fmla="*/ 71638 h 735629"/>
                  <a:gd name="connsiteX13" fmla="*/ 458326 w 490059"/>
                  <a:gd name="connsiteY13" fmla="*/ 136260 h 735629"/>
                  <a:gd name="connsiteX14" fmla="*/ 486760 w 490059"/>
                  <a:gd name="connsiteY14" fmla="*/ 281751 h 735629"/>
                  <a:gd name="connsiteX15" fmla="*/ 488237 w 490059"/>
                  <a:gd name="connsiteY15" fmla="*/ 380715 h 735629"/>
                  <a:gd name="connsiteX16" fmla="*/ 472727 w 490059"/>
                  <a:gd name="connsiteY16" fmla="*/ 471924 h 735629"/>
                  <a:gd name="connsiteX17" fmla="*/ 447987 w 490059"/>
                  <a:gd name="connsiteY17" fmla="*/ 587135 h 735629"/>
                  <a:gd name="connsiteX18" fmla="*/ 427677 w 490059"/>
                  <a:gd name="connsiteY18" fmla="*/ 666897 h 735629"/>
                  <a:gd name="connsiteX19" fmla="*/ 412906 w 490059"/>
                  <a:gd name="connsiteY19" fmla="*/ 725241 h 735629"/>
                  <a:gd name="connsiteX20" fmla="*/ 393704 w 490059"/>
                  <a:gd name="connsiteY20" fmla="*/ 732257 h 735629"/>
                  <a:gd name="connsiteX21" fmla="*/ 364532 w 490059"/>
                  <a:gd name="connsiteY21" fmla="*/ 734842 h 735629"/>
                  <a:gd name="connsiteX22" fmla="*/ 350869 w 490059"/>
                  <a:gd name="connsiteY22" fmla="*/ 730042 h 735629"/>
                  <a:gd name="connsiteX23" fmla="*/ 317635 w 490059"/>
                  <a:gd name="connsiteY23" fmla="*/ 715271 h 735629"/>
                  <a:gd name="connsiteX24" fmla="*/ 264461 w 490059"/>
                  <a:gd name="connsiteY24" fmla="*/ 692007 h 735629"/>
                  <a:gd name="connsiteX25" fmla="*/ 188392 w 490059"/>
                  <a:gd name="connsiteY25" fmla="*/ 682037 h 735629"/>
                  <a:gd name="connsiteX26" fmla="*/ 19267 w 490059"/>
                  <a:gd name="connsiteY26" fmla="*/ 697177 h 735629"/>
                  <a:gd name="connsiteX27" fmla="*/ 65 w 490059"/>
                  <a:gd name="connsiteY27" fmla="*/ 692746 h 73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0059" h="735629">
                    <a:moveTo>
                      <a:pt x="65" y="692746"/>
                    </a:moveTo>
                    <a:cubicBezTo>
                      <a:pt x="18529" y="695700"/>
                      <a:pt x="26652" y="683145"/>
                      <a:pt x="35515" y="670590"/>
                    </a:cubicBezTo>
                    <a:cubicBezTo>
                      <a:pt x="51393" y="648064"/>
                      <a:pt x="69118" y="626278"/>
                      <a:pt x="84258" y="603383"/>
                    </a:cubicBezTo>
                    <a:cubicBezTo>
                      <a:pt x="102721" y="575688"/>
                      <a:pt x="119339" y="547254"/>
                      <a:pt x="137433" y="519190"/>
                    </a:cubicBezTo>
                    <a:cubicBezTo>
                      <a:pt x="148511" y="502204"/>
                      <a:pt x="157742" y="484479"/>
                      <a:pt x="168451" y="467123"/>
                    </a:cubicBezTo>
                    <a:cubicBezTo>
                      <a:pt x="182853" y="444229"/>
                      <a:pt x="195038" y="419488"/>
                      <a:pt x="208701" y="396224"/>
                    </a:cubicBezTo>
                    <a:cubicBezTo>
                      <a:pt x="224210" y="369637"/>
                      <a:pt x="240458" y="343419"/>
                      <a:pt x="254121" y="315724"/>
                    </a:cubicBezTo>
                    <a:cubicBezTo>
                      <a:pt x="270369" y="282859"/>
                      <a:pt x="290309" y="251840"/>
                      <a:pt x="305819" y="218237"/>
                    </a:cubicBezTo>
                    <a:cubicBezTo>
                      <a:pt x="315419" y="197927"/>
                      <a:pt x="362317" y="111519"/>
                      <a:pt x="374502" y="87886"/>
                    </a:cubicBezTo>
                    <a:cubicBezTo>
                      <a:pt x="385580" y="66837"/>
                      <a:pt x="423246" y="4801"/>
                      <a:pt x="428415" y="0"/>
                    </a:cubicBezTo>
                    <a:cubicBezTo>
                      <a:pt x="428415" y="0"/>
                      <a:pt x="429154" y="369"/>
                      <a:pt x="429523" y="369"/>
                    </a:cubicBezTo>
                    <a:cubicBezTo>
                      <a:pt x="429892" y="739"/>
                      <a:pt x="429892" y="1108"/>
                      <a:pt x="430262" y="1477"/>
                    </a:cubicBezTo>
                    <a:cubicBezTo>
                      <a:pt x="421399" y="26587"/>
                      <a:pt x="434693" y="48743"/>
                      <a:pt x="440232" y="71638"/>
                    </a:cubicBezTo>
                    <a:cubicBezTo>
                      <a:pt x="446509" y="93055"/>
                      <a:pt x="452048" y="114842"/>
                      <a:pt x="458326" y="136260"/>
                    </a:cubicBezTo>
                    <a:cubicBezTo>
                      <a:pt x="462388" y="152508"/>
                      <a:pt x="486390" y="276212"/>
                      <a:pt x="486760" y="281751"/>
                    </a:cubicBezTo>
                    <a:cubicBezTo>
                      <a:pt x="490452" y="314616"/>
                      <a:pt x="491191" y="347481"/>
                      <a:pt x="488237" y="380715"/>
                    </a:cubicBezTo>
                    <a:cubicBezTo>
                      <a:pt x="487867" y="384407"/>
                      <a:pt x="479005" y="461584"/>
                      <a:pt x="472727" y="471924"/>
                    </a:cubicBezTo>
                    <a:cubicBezTo>
                      <a:pt x="471620" y="473401"/>
                      <a:pt x="450941" y="574211"/>
                      <a:pt x="447987" y="587135"/>
                    </a:cubicBezTo>
                    <a:cubicBezTo>
                      <a:pt x="446879" y="591567"/>
                      <a:pt x="433216" y="644741"/>
                      <a:pt x="427677" y="666897"/>
                    </a:cubicBezTo>
                    <a:cubicBezTo>
                      <a:pt x="422876" y="686468"/>
                      <a:pt x="417707" y="706039"/>
                      <a:pt x="412906" y="725241"/>
                    </a:cubicBezTo>
                    <a:cubicBezTo>
                      <a:pt x="409952" y="736319"/>
                      <a:pt x="402567" y="728565"/>
                      <a:pt x="393704" y="732257"/>
                    </a:cubicBezTo>
                    <a:cubicBezTo>
                      <a:pt x="384473" y="737796"/>
                      <a:pt x="374502" y="734842"/>
                      <a:pt x="364532" y="734842"/>
                    </a:cubicBezTo>
                    <a:cubicBezTo>
                      <a:pt x="359732" y="733734"/>
                      <a:pt x="355300" y="732257"/>
                      <a:pt x="350869" y="730042"/>
                    </a:cubicBezTo>
                    <a:cubicBezTo>
                      <a:pt x="339791" y="725241"/>
                      <a:pt x="328713" y="720072"/>
                      <a:pt x="317635" y="715271"/>
                    </a:cubicBezTo>
                    <a:cubicBezTo>
                      <a:pt x="311727" y="712317"/>
                      <a:pt x="269261" y="695331"/>
                      <a:pt x="264461" y="692007"/>
                    </a:cubicBezTo>
                    <a:cubicBezTo>
                      <a:pt x="240089" y="679821"/>
                      <a:pt x="214610" y="677975"/>
                      <a:pt x="188392" y="682037"/>
                    </a:cubicBezTo>
                    <a:cubicBezTo>
                      <a:pt x="174359" y="684253"/>
                      <a:pt x="40685" y="696438"/>
                      <a:pt x="19267" y="697177"/>
                    </a:cubicBezTo>
                    <a:cubicBezTo>
                      <a:pt x="12251" y="697546"/>
                      <a:pt x="-1043" y="692746"/>
                      <a:pt x="65" y="692746"/>
                    </a:cubicBezTo>
                    <a:close/>
                  </a:path>
                </a:pathLst>
              </a:custGeom>
              <a:solidFill>
                <a:srgbClr val="2C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61">
                <a:extLst>
                  <a:ext uri="{FF2B5EF4-FFF2-40B4-BE49-F238E27FC236}">
                    <a16:creationId xmlns:a16="http://schemas.microsoft.com/office/drawing/2014/main" id="{D791036D-1A06-0334-2E2F-6DC555EB0298}"/>
                  </a:ext>
                </a:extLst>
              </p:cNvPr>
              <p:cNvSpPr/>
              <p:nvPr/>
            </p:nvSpPr>
            <p:spPr>
              <a:xfrm>
                <a:off x="6523875" y="4626341"/>
                <a:ext cx="68630" cy="246309"/>
              </a:xfrm>
              <a:custGeom>
                <a:avLst/>
                <a:gdLst>
                  <a:gd name="connsiteX0" fmla="*/ 68372 w 68630"/>
                  <a:gd name="connsiteY0" fmla="*/ 178726 h 246309"/>
                  <a:gd name="connsiteX1" fmla="*/ 68002 w 68630"/>
                  <a:gd name="connsiteY1" fmla="*/ 183157 h 246309"/>
                  <a:gd name="connsiteX2" fmla="*/ 53601 w 68630"/>
                  <a:gd name="connsiteY2" fmla="*/ 232638 h 246309"/>
                  <a:gd name="connsiteX3" fmla="*/ 55078 w 68630"/>
                  <a:gd name="connsiteY3" fmla="*/ 246301 h 246309"/>
                  <a:gd name="connsiteX4" fmla="*/ 44369 w 68630"/>
                  <a:gd name="connsiteY4" fmla="*/ 206051 h 246309"/>
                  <a:gd name="connsiteX5" fmla="*/ 34030 w 68630"/>
                  <a:gd name="connsiteY5" fmla="*/ 139214 h 246309"/>
                  <a:gd name="connsiteX6" fmla="*/ 23321 w 68630"/>
                  <a:gd name="connsiteY6" fmla="*/ 90471 h 246309"/>
                  <a:gd name="connsiteX7" fmla="*/ 426 w 68630"/>
                  <a:gd name="connsiteY7" fmla="*/ 4801 h 246309"/>
                  <a:gd name="connsiteX8" fmla="*/ 426 w 68630"/>
                  <a:gd name="connsiteY8" fmla="*/ 0 h 246309"/>
                  <a:gd name="connsiteX9" fmla="*/ 17043 w 68630"/>
                  <a:gd name="connsiteY9" fmla="*/ 33973 h 246309"/>
                  <a:gd name="connsiteX10" fmla="*/ 34399 w 68630"/>
                  <a:gd name="connsiteY10" fmla="*/ 73853 h 246309"/>
                  <a:gd name="connsiteX11" fmla="*/ 67264 w 68630"/>
                  <a:gd name="connsiteY11" fmla="*/ 149923 h 246309"/>
                  <a:gd name="connsiteX12" fmla="*/ 66895 w 68630"/>
                  <a:gd name="connsiteY12" fmla="*/ 166170 h 246309"/>
                  <a:gd name="connsiteX13" fmla="*/ 68372 w 68630"/>
                  <a:gd name="connsiteY13" fmla="*/ 178726 h 24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8630" h="246309">
                    <a:moveTo>
                      <a:pt x="68372" y="178726"/>
                    </a:moveTo>
                    <a:cubicBezTo>
                      <a:pt x="68372" y="180202"/>
                      <a:pt x="68372" y="181680"/>
                      <a:pt x="68002" y="183157"/>
                    </a:cubicBezTo>
                    <a:cubicBezTo>
                      <a:pt x="61356" y="199404"/>
                      <a:pt x="52862" y="199774"/>
                      <a:pt x="53601" y="232638"/>
                    </a:cubicBezTo>
                    <a:cubicBezTo>
                      <a:pt x="53601" y="233746"/>
                      <a:pt x="55078" y="246671"/>
                      <a:pt x="55078" y="246301"/>
                    </a:cubicBezTo>
                    <a:cubicBezTo>
                      <a:pt x="49539" y="238178"/>
                      <a:pt x="45108" y="215652"/>
                      <a:pt x="44369" y="206051"/>
                    </a:cubicBezTo>
                    <a:cubicBezTo>
                      <a:pt x="42892" y="183526"/>
                      <a:pt x="39569" y="161370"/>
                      <a:pt x="34030" y="139214"/>
                    </a:cubicBezTo>
                    <a:cubicBezTo>
                      <a:pt x="29968" y="122966"/>
                      <a:pt x="28860" y="106718"/>
                      <a:pt x="23321" y="90471"/>
                    </a:cubicBezTo>
                    <a:cubicBezTo>
                      <a:pt x="14089" y="62406"/>
                      <a:pt x="10766" y="32865"/>
                      <a:pt x="426" y="4801"/>
                    </a:cubicBezTo>
                    <a:cubicBezTo>
                      <a:pt x="57" y="3323"/>
                      <a:pt x="-312" y="1846"/>
                      <a:pt x="426" y="0"/>
                    </a:cubicBezTo>
                    <a:cubicBezTo>
                      <a:pt x="8550" y="9970"/>
                      <a:pt x="11504" y="22525"/>
                      <a:pt x="17043" y="33973"/>
                    </a:cubicBezTo>
                    <a:cubicBezTo>
                      <a:pt x="23321" y="46897"/>
                      <a:pt x="28121" y="60560"/>
                      <a:pt x="34399" y="73853"/>
                    </a:cubicBezTo>
                    <a:cubicBezTo>
                      <a:pt x="45846" y="98964"/>
                      <a:pt x="54709" y="125182"/>
                      <a:pt x="67264" y="149923"/>
                    </a:cubicBezTo>
                    <a:cubicBezTo>
                      <a:pt x="69479" y="154354"/>
                      <a:pt x="68741" y="161001"/>
                      <a:pt x="66895" y="166170"/>
                    </a:cubicBezTo>
                    <a:cubicBezTo>
                      <a:pt x="65418" y="170971"/>
                      <a:pt x="66156" y="175033"/>
                      <a:pt x="68372" y="178726"/>
                    </a:cubicBezTo>
                    <a:close/>
                  </a:path>
                </a:pathLst>
              </a:custGeom>
              <a:solidFill>
                <a:srgbClr val="2B3441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62">
                <a:extLst>
                  <a:ext uri="{FF2B5EF4-FFF2-40B4-BE49-F238E27FC236}">
                    <a16:creationId xmlns:a16="http://schemas.microsoft.com/office/drawing/2014/main" id="{6D611DFE-7B4F-6C65-6C35-DAC9E1C209FA}"/>
                  </a:ext>
                </a:extLst>
              </p:cNvPr>
              <p:cNvSpPr/>
              <p:nvPr/>
            </p:nvSpPr>
            <p:spPr>
              <a:xfrm>
                <a:off x="6057547" y="3423619"/>
                <a:ext cx="243347" cy="125199"/>
              </a:xfrm>
              <a:custGeom>
                <a:avLst/>
                <a:gdLst>
                  <a:gd name="connsiteX0" fmla="*/ 99702 w 243347"/>
                  <a:gd name="connsiteY0" fmla="*/ 125200 h 125199"/>
                  <a:gd name="connsiteX1" fmla="*/ 14401 w 243347"/>
                  <a:gd name="connsiteY1" fmla="*/ 92704 h 125199"/>
                  <a:gd name="connsiteX2" fmla="*/ 24741 w 243347"/>
                  <a:gd name="connsiteY2" fmla="*/ 83842 h 125199"/>
                  <a:gd name="connsiteX3" fmla="*/ 0 w 243347"/>
                  <a:gd name="connsiteY3" fmla="*/ 17004 h 125199"/>
                  <a:gd name="connsiteX4" fmla="*/ 33234 w 243347"/>
                  <a:gd name="connsiteY4" fmla="*/ 33991 h 125199"/>
                  <a:gd name="connsiteX5" fmla="*/ 57236 w 243347"/>
                  <a:gd name="connsiteY5" fmla="*/ 27344 h 125199"/>
                  <a:gd name="connsiteX6" fmla="*/ 132936 w 243347"/>
                  <a:gd name="connsiteY6" fmla="*/ 4080 h 125199"/>
                  <a:gd name="connsiteX7" fmla="*/ 172448 w 243347"/>
                  <a:gd name="connsiteY7" fmla="*/ 32514 h 125199"/>
                  <a:gd name="connsiteX8" fmla="*/ 203097 w 243347"/>
                  <a:gd name="connsiteY8" fmla="*/ 43961 h 125199"/>
                  <a:gd name="connsiteX9" fmla="*/ 243347 w 243347"/>
                  <a:gd name="connsiteY9" fmla="*/ 29559 h 125199"/>
                  <a:gd name="connsiteX10" fmla="*/ 231531 w 243347"/>
                  <a:gd name="connsiteY10" fmla="*/ 52823 h 125199"/>
                  <a:gd name="connsiteX11" fmla="*/ 216021 w 243347"/>
                  <a:gd name="connsiteY11" fmla="*/ 76826 h 125199"/>
                  <a:gd name="connsiteX12" fmla="*/ 223407 w 243347"/>
                  <a:gd name="connsiteY12" fmla="*/ 88273 h 125199"/>
                  <a:gd name="connsiteX13" fmla="*/ 99702 w 243347"/>
                  <a:gd name="connsiteY13" fmla="*/ 125200 h 125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3347" h="125199">
                    <a:moveTo>
                      <a:pt x="99702" y="125200"/>
                    </a:moveTo>
                    <a:cubicBezTo>
                      <a:pt x="88255" y="121138"/>
                      <a:pt x="18463" y="94181"/>
                      <a:pt x="14401" y="92704"/>
                    </a:cubicBezTo>
                    <a:cubicBezTo>
                      <a:pt x="19202" y="87904"/>
                      <a:pt x="22895" y="86796"/>
                      <a:pt x="24741" y="83842"/>
                    </a:cubicBezTo>
                    <a:cubicBezTo>
                      <a:pt x="14401" y="62424"/>
                      <a:pt x="8493" y="40268"/>
                      <a:pt x="0" y="17004"/>
                    </a:cubicBezTo>
                    <a:cubicBezTo>
                      <a:pt x="11816" y="22913"/>
                      <a:pt x="22525" y="28452"/>
                      <a:pt x="33234" y="33991"/>
                    </a:cubicBezTo>
                    <a:cubicBezTo>
                      <a:pt x="43204" y="38791"/>
                      <a:pt x="50959" y="36945"/>
                      <a:pt x="57236" y="27344"/>
                    </a:cubicBezTo>
                    <a:cubicBezTo>
                      <a:pt x="77177" y="-1828"/>
                      <a:pt x="94532" y="-4044"/>
                      <a:pt x="132936" y="4080"/>
                    </a:cubicBezTo>
                    <a:cubicBezTo>
                      <a:pt x="150292" y="7773"/>
                      <a:pt x="162847" y="18112"/>
                      <a:pt x="172448" y="32514"/>
                    </a:cubicBezTo>
                    <a:cubicBezTo>
                      <a:pt x="181310" y="45807"/>
                      <a:pt x="187957" y="48761"/>
                      <a:pt x="203097" y="43961"/>
                    </a:cubicBezTo>
                    <a:cubicBezTo>
                      <a:pt x="216021" y="39530"/>
                      <a:pt x="229684" y="38053"/>
                      <a:pt x="243347" y="29559"/>
                    </a:cubicBezTo>
                    <a:cubicBezTo>
                      <a:pt x="241870" y="40637"/>
                      <a:pt x="236700" y="46915"/>
                      <a:pt x="231531" y="52823"/>
                    </a:cubicBezTo>
                    <a:cubicBezTo>
                      <a:pt x="224884" y="60209"/>
                      <a:pt x="221560" y="69071"/>
                      <a:pt x="216021" y="76826"/>
                    </a:cubicBezTo>
                    <a:cubicBezTo>
                      <a:pt x="210113" y="84950"/>
                      <a:pt x="221191" y="84211"/>
                      <a:pt x="223407" y="88273"/>
                    </a:cubicBezTo>
                    <a:cubicBezTo>
                      <a:pt x="210852" y="92704"/>
                      <a:pt x="123705" y="121507"/>
                      <a:pt x="99702" y="125200"/>
                    </a:cubicBezTo>
                    <a:close/>
                  </a:path>
                </a:pathLst>
              </a:custGeom>
              <a:solidFill>
                <a:srgbClr val="F8BC82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63">
                <a:extLst>
                  <a:ext uri="{FF2B5EF4-FFF2-40B4-BE49-F238E27FC236}">
                    <a16:creationId xmlns:a16="http://schemas.microsoft.com/office/drawing/2014/main" id="{FFF2A1CE-2AF5-087E-7DAE-0E0C3A55F638}"/>
                  </a:ext>
                </a:extLst>
              </p:cNvPr>
              <p:cNvSpPr/>
              <p:nvPr/>
            </p:nvSpPr>
            <p:spPr>
              <a:xfrm>
                <a:off x="7265790" y="3015966"/>
                <a:ext cx="147337" cy="75484"/>
              </a:xfrm>
              <a:custGeom>
                <a:avLst/>
                <a:gdLst>
                  <a:gd name="connsiteX0" fmla="*/ 147338 w 147337"/>
                  <a:gd name="connsiteY0" fmla="*/ 59083 h 75484"/>
                  <a:gd name="connsiteX1" fmla="*/ 95640 w 147337"/>
                  <a:gd name="connsiteY1" fmla="*/ 74961 h 75484"/>
                  <a:gd name="connsiteX2" fmla="*/ 45050 w 147337"/>
                  <a:gd name="connsiteY2" fmla="*/ 55390 h 75484"/>
                  <a:gd name="connsiteX3" fmla="*/ 0 w 147337"/>
                  <a:gd name="connsiteY3" fmla="*/ 0 h 75484"/>
                  <a:gd name="connsiteX4" fmla="*/ 147338 w 147337"/>
                  <a:gd name="connsiteY4" fmla="*/ 59083 h 75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337" h="75484">
                    <a:moveTo>
                      <a:pt x="147338" y="59083"/>
                    </a:moveTo>
                    <a:cubicBezTo>
                      <a:pt x="130351" y="67207"/>
                      <a:pt x="113365" y="72746"/>
                      <a:pt x="95640" y="74961"/>
                    </a:cubicBezTo>
                    <a:cubicBezTo>
                      <a:pt x="75700" y="77915"/>
                      <a:pt x="59452" y="67945"/>
                      <a:pt x="45050" y="55390"/>
                    </a:cubicBezTo>
                    <a:cubicBezTo>
                      <a:pt x="26956" y="39881"/>
                      <a:pt x="13294" y="20310"/>
                      <a:pt x="0" y="0"/>
                    </a:cubicBezTo>
                    <a:cubicBezTo>
                      <a:pt x="44681" y="31018"/>
                      <a:pt x="87516" y="66099"/>
                      <a:pt x="147338" y="59083"/>
                    </a:cubicBezTo>
                    <a:close/>
                  </a:path>
                </a:pathLst>
              </a:custGeom>
              <a:solidFill>
                <a:srgbClr val="EBB47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64">
                <a:extLst>
                  <a:ext uri="{FF2B5EF4-FFF2-40B4-BE49-F238E27FC236}">
                    <a16:creationId xmlns:a16="http://schemas.microsoft.com/office/drawing/2014/main" id="{F7629139-E40A-89F9-06DB-6967F78E1CFC}"/>
                  </a:ext>
                </a:extLst>
              </p:cNvPr>
              <p:cNvSpPr/>
              <p:nvPr/>
            </p:nvSpPr>
            <p:spPr>
              <a:xfrm>
                <a:off x="5185338" y="2895954"/>
                <a:ext cx="132197" cy="57564"/>
              </a:xfrm>
              <a:custGeom>
                <a:avLst/>
                <a:gdLst>
                  <a:gd name="connsiteX0" fmla="*/ 0 w 132197"/>
                  <a:gd name="connsiteY0" fmla="*/ 0 h 57564"/>
                  <a:gd name="connsiteX1" fmla="*/ 33603 w 132197"/>
                  <a:gd name="connsiteY1" fmla="*/ 22525 h 57564"/>
                  <a:gd name="connsiteX2" fmla="*/ 88993 w 132197"/>
                  <a:gd name="connsiteY2" fmla="*/ 21787 h 57564"/>
                  <a:gd name="connsiteX3" fmla="*/ 132198 w 132197"/>
                  <a:gd name="connsiteY3" fmla="*/ 6278 h 57564"/>
                  <a:gd name="connsiteX4" fmla="*/ 94532 w 132197"/>
                  <a:gd name="connsiteY4" fmla="*/ 29911 h 57564"/>
                  <a:gd name="connsiteX5" fmla="*/ 52805 w 132197"/>
                  <a:gd name="connsiteY5" fmla="*/ 55390 h 57564"/>
                  <a:gd name="connsiteX6" fmla="*/ 40250 w 132197"/>
                  <a:gd name="connsiteY6" fmla="*/ 52805 h 57564"/>
                  <a:gd name="connsiteX7" fmla="*/ 0 w 132197"/>
                  <a:gd name="connsiteY7" fmla="*/ 0 h 57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197" h="57564">
                    <a:moveTo>
                      <a:pt x="0" y="0"/>
                    </a:moveTo>
                    <a:cubicBezTo>
                      <a:pt x="11447" y="7385"/>
                      <a:pt x="21048" y="16617"/>
                      <a:pt x="33603" y="22525"/>
                    </a:cubicBezTo>
                    <a:cubicBezTo>
                      <a:pt x="52805" y="31388"/>
                      <a:pt x="70899" y="26957"/>
                      <a:pt x="88993" y="21787"/>
                    </a:cubicBezTo>
                    <a:cubicBezTo>
                      <a:pt x="103764" y="17725"/>
                      <a:pt x="117427" y="10709"/>
                      <a:pt x="132198" y="6278"/>
                    </a:cubicBezTo>
                    <a:cubicBezTo>
                      <a:pt x="119643" y="14032"/>
                      <a:pt x="107088" y="22156"/>
                      <a:pt x="94532" y="29911"/>
                    </a:cubicBezTo>
                    <a:cubicBezTo>
                      <a:pt x="80870" y="38404"/>
                      <a:pt x="66468" y="46528"/>
                      <a:pt x="52805" y="55390"/>
                    </a:cubicBezTo>
                    <a:cubicBezTo>
                      <a:pt x="46897" y="59083"/>
                      <a:pt x="43943" y="57975"/>
                      <a:pt x="40250" y="52805"/>
                    </a:cubicBezTo>
                    <a:cubicBezTo>
                      <a:pt x="26957" y="34711"/>
                      <a:pt x="13294" y="17356"/>
                      <a:pt x="0" y="0"/>
                    </a:cubicBezTo>
                    <a:close/>
                  </a:path>
                </a:pathLst>
              </a:custGeom>
              <a:solidFill>
                <a:srgbClr val="ECB47C"/>
              </a:solidFill>
              <a:ln w="3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oup 255">
              <a:extLst>
                <a:ext uri="{FF2B5EF4-FFF2-40B4-BE49-F238E27FC236}">
                  <a16:creationId xmlns:a16="http://schemas.microsoft.com/office/drawing/2014/main" id="{B70A6B36-C55D-97CC-9F85-4EA9419CBCE8}"/>
                </a:ext>
              </a:extLst>
            </p:cNvPr>
            <p:cNvGrpSpPr/>
            <p:nvPr/>
          </p:nvGrpSpPr>
          <p:grpSpPr>
            <a:xfrm rot="5733685">
              <a:off x="2602272" y="2103009"/>
              <a:ext cx="385033" cy="2204068"/>
              <a:chOff x="8796027" y="-28515"/>
              <a:chExt cx="2666861" cy="6858265"/>
            </a:xfrm>
          </p:grpSpPr>
          <p:grpSp>
            <p:nvGrpSpPr>
              <p:cNvPr id="29" name="Group 256">
                <a:extLst>
                  <a:ext uri="{FF2B5EF4-FFF2-40B4-BE49-F238E27FC236}">
                    <a16:creationId xmlns:a16="http://schemas.microsoft.com/office/drawing/2014/main" id="{0AE2407C-E0E5-2566-92DA-9B273D31E752}"/>
                  </a:ext>
                </a:extLst>
              </p:cNvPr>
              <p:cNvGrpSpPr/>
              <p:nvPr/>
            </p:nvGrpSpPr>
            <p:grpSpPr>
              <a:xfrm>
                <a:off x="8796027" y="-28515"/>
                <a:ext cx="2666861" cy="6858265"/>
                <a:chOff x="8796027" y="-28515"/>
                <a:chExt cx="2666861" cy="6858265"/>
              </a:xfrm>
            </p:grpSpPr>
            <p:sp>
              <p:nvSpPr>
                <p:cNvPr id="56" name="Graphic 20">
                  <a:extLst>
                    <a:ext uri="{FF2B5EF4-FFF2-40B4-BE49-F238E27FC236}">
                      <a16:creationId xmlns:a16="http://schemas.microsoft.com/office/drawing/2014/main" id="{E42BA22A-887E-F140-4E08-90EC1389DA58}"/>
                    </a:ext>
                  </a:extLst>
                </p:cNvPr>
                <p:cNvSpPr/>
                <p:nvPr/>
              </p:nvSpPr>
              <p:spPr>
                <a:xfrm>
                  <a:off x="8796027" y="60633"/>
                  <a:ext cx="2434188" cy="6769117"/>
                </a:xfrm>
                <a:custGeom>
                  <a:avLst/>
                  <a:gdLst>
                    <a:gd name="connsiteX0" fmla="*/ 2233572 w 2434188"/>
                    <a:gd name="connsiteY0" fmla="*/ 6769052 h 6769117"/>
                    <a:gd name="connsiteX1" fmla="*/ 249613 w 2434188"/>
                    <a:gd name="connsiteY1" fmla="*/ 5631373 h 6769117"/>
                    <a:gd name="connsiteX2" fmla="*/ 387 w 2434188"/>
                    <a:gd name="connsiteY2" fmla="*/ 5202222 h 6769117"/>
                    <a:gd name="connsiteX3" fmla="*/ 58 w 2434188"/>
                    <a:gd name="connsiteY3" fmla="*/ 180773 h 6769117"/>
                    <a:gd name="connsiteX4" fmla="*/ 140765 w 2434188"/>
                    <a:gd name="connsiteY4" fmla="*/ 2426 h 6769117"/>
                    <a:gd name="connsiteX5" fmla="*/ 265182 w 2434188"/>
                    <a:gd name="connsiteY5" fmla="*/ 31132 h 6769117"/>
                    <a:gd name="connsiteX6" fmla="*/ 2190414 w 2434188"/>
                    <a:gd name="connsiteY6" fmla="*/ 1143981 h 6769117"/>
                    <a:gd name="connsiteX7" fmla="*/ 2426240 w 2434188"/>
                    <a:gd name="connsiteY7" fmla="*/ 1497128 h 6769117"/>
                    <a:gd name="connsiteX8" fmla="*/ 2434057 w 2434188"/>
                    <a:gd name="connsiteY8" fmla="*/ 1606436 h 6769117"/>
                    <a:gd name="connsiteX9" fmla="*/ 2434188 w 2434188"/>
                    <a:gd name="connsiteY9" fmla="*/ 6563969 h 6769117"/>
                    <a:gd name="connsiteX10" fmla="*/ 2426306 w 2434188"/>
                    <a:gd name="connsiteY10" fmla="*/ 6646475 h 6769117"/>
                    <a:gd name="connsiteX11" fmla="*/ 2362981 w 2434188"/>
                    <a:gd name="connsiteY11" fmla="*/ 6742908 h 6769117"/>
                    <a:gd name="connsiteX12" fmla="*/ 2292430 w 2434188"/>
                    <a:gd name="connsiteY12" fmla="*/ 6769118 h 6769117"/>
                    <a:gd name="connsiteX13" fmla="*/ 2233572 w 2434188"/>
                    <a:gd name="connsiteY13" fmla="*/ 6769052 h 6769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34188" h="6769117">
                      <a:moveTo>
                        <a:pt x="2233572" y="6769052"/>
                      </a:moveTo>
                      <a:cubicBezTo>
                        <a:pt x="2139176" y="6732462"/>
                        <a:pt x="822296" y="5963368"/>
                        <a:pt x="249613" y="5631373"/>
                      </a:cubicBezTo>
                      <a:cubicBezTo>
                        <a:pt x="85980" y="5536517"/>
                        <a:pt x="452" y="5392197"/>
                        <a:pt x="387" y="5202222"/>
                      </a:cubicBezTo>
                      <a:cubicBezTo>
                        <a:pt x="-205" y="3528450"/>
                        <a:pt x="58" y="1854611"/>
                        <a:pt x="58" y="180773"/>
                      </a:cubicBezTo>
                      <a:cubicBezTo>
                        <a:pt x="58" y="85852"/>
                        <a:pt x="43808" y="30804"/>
                        <a:pt x="140765" y="2426"/>
                      </a:cubicBezTo>
                      <a:cubicBezTo>
                        <a:pt x="186354" y="-5982"/>
                        <a:pt x="226096" y="8404"/>
                        <a:pt x="265182" y="31132"/>
                      </a:cubicBezTo>
                      <a:cubicBezTo>
                        <a:pt x="500285" y="167964"/>
                        <a:pt x="2061334" y="1066139"/>
                        <a:pt x="2190414" y="1143981"/>
                      </a:cubicBezTo>
                      <a:cubicBezTo>
                        <a:pt x="2323370" y="1224122"/>
                        <a:pt x="2402001" y="1343677"/>
                        <a:pt x="2426240" y="1497128"/>
                      </a:cubicBezTo>
                      <a:cubicBezTo>
                        <a:pt x="2431889" y="1532929"/>
                        <a:pt x="2434057" y="1569781"/>
                        <a:pt x="2434057" y="1606436"/>
                      </a:cubicBezTo>
                      <a:cubicBezTo>
                        <a:pt x="2434057" y="3258925"/>
                        <a:pt x="2433991" y="4911480"/>
                        <a:pt x="2434188" y="6563969"/>
                      </a:cubicBezTo>
                      <a:cubicBezTo>
                        <a:pt x="2434188" y="6591821"/>
                        <a:pt x="2431167" y="6619345"/>
                        <a:pt x="2426306" y="6646475"/>
                      </a:cubicBezTo>
                      <a:cubicBezTo>
                        <a:pt x="2419014" y="6687137"/>
                        <a:pt x="2393132" y="6716698"/>
                        <a:pt x="2362981" y="6742908"/>
                      </a:cubicBezTo>
                      <a:cubicBezTo>
                        <a:pt x="2339464" y="6751644"/>
                        <a:pt x="2315947" y="6760381"/>
                        <a:pt x="2292430" y="6769118"/>
                      </a:cubicBezTo>
                      <a:cubicBezTo>
                        <a:pt x="2272789" y="6769052"/>
                        <a:pt x="2253214" y="6769052"/>
                        <a:pt x="2233572" y="6769052"/>
                      </a:cubicBezTo>
                      <a:close/>
                    </a:path>
                  </a:pathLst>
                </a:custGeom>
                <a:solidFill>
                  <a:srgbClr val="4E4E4E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Graphic 20">
                  <a:extLst>
                    <a:ext uri="{FF2B5EF4-FFF2-40B4-BE49-F238E27FC236}">
                      <a16:creationId xmlns:a16="http://schemas.microsoft.com/office/drawing/2014/main" id="{049A432F-3952-E0FF-AE29-780F8AF7A940}"/>
                    </a:ext>
                  </a:extLst>
                </p:cNvPr>
                <p:cNvSpPr/>
                <p:nvPr/>
              </p:nvSpPr>
              <p:spPr>
                <a:xfrm>
                  <a:off x="8936858" y="-28515"/>
                  <a:ext cx="2526030" cy="6831991"/>
                </a:xfrm>
                <a:custGeom>
                  <a:avLst/>
                  <a:gdLst>
                    <a:gd name="connsiteX0" fmla="*/ 2222150 w 2526030"/>
                    <a:gd name="connsiteY0" fmla="*/ 6831991 h 6831991"/>
                    <a:gd name="connsiteX1" fmla="*/ 2227274 w 2526030"/>
                    <a:gd name="connsiteY1" fmla="*/ 6817736 h 6831991"/>
                    <a:gd name="connsiteX2" fmla="*/ 2285277 w 2526030"/>
                    <a:gd name="connsiteY2" fmla="*/ 6671511 h 6831991"/>
                    <a:gd name="connsiteX3" fmla="*/ 2285277 w 2526030"/>
                    <a:gd name="connsiteY3" fmla="*/ 6658111 h 6831991"/>
                    <a:gd name="connsiteX4" fmla="*/ 2285146 w 2526030"/>
                    <a:gd name="connsiteY4" fmla="*/ 1688951 h 6831991"/>
                    <a:gd name="connsiteX5" fmla="*/ 2178203 w 2526030"/>
                    <a:gd name="connsiteY5" fmla="*/ 1355576 h 6831991"/>
                    <a:gd name="connsiteX6" fmla="*/ 94527 w 2526030"/>
                    <a:gd name="connsiteY6" fmla="*/ 112530 h 6831991"/>
                    <a:gd name="connsiteX7" fmla="*/ 27918 w 2526030"/>
                    <a:gd name="connsiteY7" fmla="*/ 96239 h 6831991"/>
                    <a:gd name="connsiteX8" fmla="*/ 0 w 2526030"/>
                    <a:gd name="connsiteY8" fmla="*/ 91510 h 6831991"/>
                    <a:gd name="connsiteX9" fmla="*/ 231687 w 2526030"/>
                    <a:gd name="connsiteY9" fmla="*/ 2960 h 6831991"/>
                    <a:gd name="connsiteX10" fmla="*/ 284042 w 2526030"/>
                    <a:gd name="connsiteY10" fmla="*/ 7033 h 6831991"/>
                    <a:gd name="connsiteX11" fmla="*/ 2265571 w 2526030"/>
                    <a:gd name="connsiteY11" fmla="*/ 1142413 h 6831991"/>
                    <a:gd name="connsiteX12" fmla="*/ 2525439 w 2526030"/>
                    <a:gd name="connsiteY12" fmla="*/ 1593372 h 6831991"/>
                    <a:gd name="connsiteX13" fmla="*/ 2526030 w 2526030"/>
                    <a:gd name="connsiteY13" fmla="*/ 6588282 h 6831991"/>
                    <a:gd name="connsiteX14" fmla="*/ 2407198 w 2526030"/>
                    <a:gd name="connsiteY14" fmla="*/ 6771556 h 6831991"/>
                    <a:gd name="connsiteX15" fmla="*/ 2222150 w 2526030"/>
                    <a:gd name="connsiteY15" fmla="*/ 6831991 h 6831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26030" h="6831991">
                      <a:moveTo>
                        <a:pt x="2222150" y="6831991"/>
                      </a:moveTo>
                      <a:cubicBezTo>
                        <a:pt x="2214136" y="6823846"/>
                        <a:pt x="2223792" y="6820627"/>
                        <a:pt x="2227274" y="6817736"/>
                      </a:cubicBezTo>
                      <a:cubicBezTo>
                        <a:pt x="2273191" y="6779440"/>
                        <a:pt x="2283898" y="6727413"/>
                        <a:pt x="2285277" y="6671511"/>
                      </a:cubicBezTo>
                      <a:cubicBezTo>
                        <a:pt x="2285409" y="6667044"/>
                        <a:pt x="2285277" y="6662577"/>
                        <a:pt x="2285277" y="6658111"/>
                      </a:cubicBezTo>
                      <a:cubicBezTo>
                        <a:pt x="2285277" y="5001746"/>
                        <a:pt x="2285343" y="3345315"/>
                        <a:pt x="2285146" y="1688951"/>
                      </a:cubicBezTo>
                      <a:cubicBezTo>
                        <a:pt x="2285146" y="1566637"/>
                        <a:pt x="2256571" y="1452862"/>
                        <a:pt x="2178203" y="1355576"/>
                      </a:cubicBezTo>
                      <a:cubicBezTo>
                        <a:pt x="2129462" y="1295075"/>
                        <a:pt x="169742" y="154637"/>
                        <a:pt x="94527" y="112530"/>
                      </a:cubicBezTo>
                      <a:cubicBezTo>
                        <a:pt x="74558" y="101363"/>
                        <a:pt x="51961" y="94794"/>
                        <a:pt x="27918" y="96239"/>
                      </a:cubicBezTo>
                      <a:cubicBezTo>
                        <a:pt x="18656" y="96765"/>
                        <a:pt x="8146" y="99918"/>
                        <a:pt x="0" y="91510"/>
                      </a:cubicBezTo>
                      <a:cubicBezTo>
                        <a:pt x="75872" y="58599"/>
                        <a:pt x="153845" y="30944"/>
                        <a:pt x="231687" y="2960"/>
                      </a:cubicBezTo>
                      <a:cubicBezTo>
                        <a:pt x="249818" y="-3543"/>
                        <a:pt x="266963" y="1975"/>
                        <a:pt x="284042" y="7033"/>
                      </a:cubicBezTo>
                      <a:cubicBezTo>
                        <a:pt x="322011" y="18266"/>
                        <a:pt x="1640139" y="781251"/>
                        <a:pt x="2265571" y="1142413"/>
                      </a:cubicBezTo>
                      <a:cubicBezTo>
                        <a:pt x="2438991" y="1242589"/>
                        <a:pt x="2525439" y="1393019"/>
                        <a:pt x="2525439" y="1593372"/>
                      </a:cubicBezTo>
                      <a:cubicBezTo>
                        <a:pt x="2525439" y="3258342"/>
                        <a:pt x="2525242" y="4923312"/>
                        <a:pt x="2526030" y="6588282"/>
                      </a:cubicBezTo>
                      <a:cubicBezTo>
                        <a:pt x="2526096" y="6677752"/>
                        <a:pt x="2489375" y="6737858"/>
                        <a:pt x="2407198" y="6771556"/>
                      </a:cubicBezTo>
                      <a:cubicBezTo>
                        <a:pt x="2346894" y="6796256"/>
                        <a:pt x="2285475" y="6816817"/>
                        <a:pt x="2222150" y="683199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" name="Graphic 20">
                  <a:extLst>
                    <a:ext uri="{FF2B5EF4-FFF2-40B4-BE49-F238E27FC236}">
                      <a16:creationId xmlns:a16="http://schemas.microsoft.com/office/drawing/2014/main" id="{F75C882A-7D2F-C364-1D2E-C08A3731B2BE}"/>
                    </a:ext>
                  </a:extLst>
                </p:cNvPr>
                <p:cNvSpPr/>
                <p:nvPr/>
              </p:nvSpPr>
              <p:spPr>
                <a:xfrm>
                  <a:off x="8906311" y="253351"/>
                  <a:ext cx="2215738" cy="6197214"/>
                </a:xfrm>
                <a:custGeom>
                  <a:avLst/>
                  <a:gdLst>
                    <a:gd name="connsiteX0" fmla="*/ 2215516 w 2215738"/>
                    <a:gd name="connsiteY0" fmla="*/ 6025986 h 6197214"/>
                    <a:gd name="connsiteX1" fmla="*/ 2084663 w 2215738"/>
                    <a:gd name="connsiteY1" fmla="*/ 6193889 h 6197214"/>
                    <a:gd name="connsiteX2" fmla="*/ 1969311 w 2215738"/>
                    <a:gd name="connsiteY2" fmla="*/ 6172540 h 6197214"/>
                    <a:gd name="connsiteX3" fmla="*/ 258030 w 2215738"/>
                    <a:gd name="connsiteY3" fmla="*/ 5178787 h 6197214"/>
                    <a:gd name="connsiteX4" fmla="*/ 7227 w 2215738"/>
                    <a:gd name="connsiteY4" fmla="*/ 4828135 h 6197214"/>
                    <a:gd name="connsiteX5" fmla="*/ 1 w 2215738"/>
                    <a:gd name="connsiteY5" fmla="*/ 170739 h 6197214"/>
                    <a:gd name="connsiteX6" fmla="*/ 248899 w 2215738"/>
                    <a:gd name="connsiteY6" fmla="*/ 25499 h 6197214"/>
                    <a:gd name="connsiteX7" fmla="*/ 1975815 w 2215738"/>
                    <a:gd name="connsiteY7" fmla="*/ 1029565 h 6197214"/>
                    <a:gd name="connsiteX8" fmla="*/ 2214925 w 2215738"/>
                    <a:gd name="connsiteY8" fmla="*/ 1451030 h 6197214"/>
                    <a:gd name="connsiteX9" fmla="*/ 2215516 w 2215738"/>
                    <a:gd name="connsiteY9" fmla="*/ 6025986 h 61972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15738" h="6197214">
                      <a:moveTo>
                        <a:pt x="2215516" y="6025986"/>
                      </a:moveTo>
                      <a:cubicBezTo>
                        <a:pt x="2215516" y="6113747"/>
                        <a:pt x="2166643" y="6176416"/>
                        <a:pt x="2084663" y="6193889"/>
                      </a:cubicBezTo>
                      <a:cubicBezTo>
                        <a:pt x="2043475" y="6202692"/>
                        <a:pt x="2005375" y="6193495"/>
                        <a:pt x="1969311" y="6172540"/>
                      </a:cubicBezTo>
                      <a:cubicBezTo>
                        <a:pt x="1720676" y="6028088"/>
                        <a:pt x="580107" y="5365148"/>
                        <a:pt x="258030" y="5178787"/>
                      </a:cubicBezTo>
                      <a:cubicBezTo>
                        <a:pt x="121067" y="5099565"/>
                        <a:pt x="35277" y="4984739"/>
                        <a:pt x="7227" y="4828135"/>
                      </a:cubicBezTo>
                      <a:cubicBezTo>
                        <a:pt x="2366" y="4800940"/>
                        <a:pt x="-64" y="1695724"/>
                        <a:pt x="1" y="170739"/>
                      </a:cubicBezTo>
                      <a:cubicBezTo>
                        <a:pt x="1" y="33644"/>
                        <a:pt x="130789" y="-43016"/>
                        <a:pt x="248899" y="25499"/>
                      </a:cubicBezTo>
                      <a:cubicBezTo>
                        <a:pt x="824866" y="359596"/>
                        <a:pt x="1401227" y="693103"/>
                        <a:pt x="1975815" y="1029565"/>
                      </a:cubicBezTo>
                      <a:cubicBezTo>
                        <a:pt x="2134061" y="1122253"/>
                        <a:pt x="2214662" y="1267033"/>
                        <a:pt x="2214925" y="1451030"/>
                      </a:cubicBezTo>
                      <a:cubicBezTo>
                        <a:pt x="2216239" y="2210862"/>
                        <a:pt x="2215582" y="5260833"/>
                        <a:pt x="2215516" y="6025986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9" name="Graphic 20">
                  <a:extLst>
                    <a:ext uri="{FF2B5EF4-FFF2-40B4-BE49-F238E27FC236}">
                      <a16:creationId xmlns:a16="http://schemas.microsoft.com/office/drawing/2014/main" id="{CD180E36-BBB9-921C-C411-F45DA44FD56B}"/>
                    </a:ext>
                  </a:extLst>
                </p:cNvPr>
                <p:cNvSpPr/>
                <p:nvPr/>
              </p:nvSpPr>
              <p:spPr>
                <a:xfrm>
                  <a:off x="9476558" y="5451345"/>
                  <a:ext cx="810157" cy="513720"/>
                </a:xfrm>
                <a:custGeom>
                  <a:avLst/>
                  <a:gdLst>
                    <a:gd name="connsiteX0" fmla="*/ 810157 w 810157"/>
                    <a:gd name="connsiteY0" fmla="*/ 480953 h 513720"/>
                    <a:gd name="connsiteX1" fmla="*/ 766211 w 810157"/>
                    <a:gd name="connsiteY1" fmla="*/ 505915 h 513720"/>
                    <a:gd name="connsiteX2" fmla="*/ 42902 w 810157"/>
                    <a:gd name="connsiteY2" fmla="*/ 87341 h 513720"/>
                    <a:gd name="connsiteX3" fmla="*/ 3225 w 810157"/>
                    <a:gd name="connsiteY3" fmla="*/ 42737 h 513720"/>
                    <a:gd name="connsiteX4" fmla="*/ 8941 w 810157"/>
                    <a:gd name="connsiteY4" fmla="*/ 5688 h 513720"/>
                    <a:gd name="connsiteX5" fmla="*/ 45792 w 810157"/>
                    <a:gd name="connsiteY5" fmla="*/ 8250 h 513720"/>
                    <a:gd name="connsiteX6" fmla="*/ 767919 w 810157"/>
                    <a:gd name="connsiteY6" fmla="*/ 423540 h 513720"/>
                    <a:gd name="connsiteX7" fmla="*/ 810157 w 810157"/>
                    <a:gd name="connsiteY7" fmla="*/ 480953 h 513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10157" h="513720">
                      <a:moveTo>
                        <a:pt x="810157" y="480953"/>
                      </a:moveTo>
                      <a:cubicBezTo>
                        <a:pt x="809895" y="513929"/>
                        <a:pt x="793341" y="521549"/>
                        <a:pt x="766211" y="505915"/>
                      </a:cubicBezTo>
                      <a:cubicBezTo>
                        <a:pt x="661370" y="445415"/>
                        <a:pt x="179405" y="165971"/>
                        <a:pt x="42902" y="87341"/>
                      </a:cubicBezTo>
                      <a:cubicBezTo>
                        <a:pt x="24443" y="76699"/>
                        <a:pt x="9269" y="63758"/>
                        <a:pt x="3225" y="42737"/>
                      </a:cubicBezTo>
                      <a:cubicBezTo>
                        <a:pt x="-519" y="29731"/>
                        <a:pt x="-3409" y="16002"/>
                        <a:pt x="8941" y="5688"/>
                      </a:cubicBezTo>
                      <a:cubicBezTo>
                        <a:pt x="21684" y="-4953"/>
                        <a:pt x="33837" y="1353"/>
                        <a:pt x="45792" y="8250"/>
                      </a:cubicBezTo>
                      <a:cubicBezTo>
                        <a:pt x="135262" y="59751"/>
                        <a:pt x="616570" y="336764"/>
                        <a:pt x="767919" y="423540"/>
                      </a:cubicBezTo>
                      <a:cubicBezTo>
                        <a:pt x="792947" y="437795"/>
                        <a:pt x="808909" y="457107"/>
                        <a:pt x="810157" y="480953"/>
                      </a:cubicBezTo>
                      <a:close/>
                    </a:path>
                  </a:pathLst>
                </a:custGeom>
                <a:solidFill>
                  <a:srgbClr val="676767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Graphic 20">
                  <a:extLst>
                    <a:ext uri="{FF2B5EF4-FFF2-40B4-BE49-F238E27FC236}">
                      <a16:creationId xmlns:a16="http://schemas.microsoft.com/office/drawing/2014/main" id="{00517E2D-49B7-394F-C391-C41009909F5B}"/>
                    </a:ext>
                  </a:extLst>
                </p:cNvPr>
                <p:cNvSpPr/>
                <p:nvPr/>
              </p:nvSpPr>
              <p:spPr>
                <a:xfrm>
                  <a:off x="9926074" y="796640"/>
                  <a:ext cx="167428" cy="193515"/>
                </a:xfrm>
                <a:custGeom>
                  <a:avLst/>
                  <a:gdLst>
                    <a:gd name="connsiteX0" fmla="*/ 201 w 167428"/>
                    <a:gd name="connsiteY0" fmla="*/ 57651 h 193515"/>
                    <a:gd name="connsiteX1" fmla="*/ 26083 w 167428"/>
                    <a:gd name="connsiteY1" fmla="*/ 8187 h 193515"/>
                    <a:gd name="connsiteX2" fmla="*/ 84087 w 167428"/>
                    <a:gd name="connsiteY2" fmla="*/ 9238 h 193515"/>
                    <a:gd name="connsiteX3" fmla="*/ 165674 w 167428"/>
                    <a:gd name="connsiteY3" fmla="*/ 125837 h 193515"/>
                    <a:gd name="connsiteX4" fmla="*/ 144982 w 167428"/>
                    <a:gd name="connsiteY4" fmla="*/ 184695 h 193515"/>
                    <a:gd name="connsiteX5" fmla="*/ 82248 w 167428"/>
                    <a:gd name="connsiteY5" fmla="*/ 183250 h 193515"/>
                    <a:gd name="connsiteX6" fmla="*/ 201 w 167428"/>
                    <a:gd name="connsiteY6" fmla="*/ 57651 h 193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428" h="193515">
                      <a:moveTo>
                        <a:pt x="201" y="57651"/>
                      </a:moveTo>
                      <a:cubicBezTo>
                        <a:pt x="-1506" y="35514"/>
                        <a:pt x="7690" y="19223"/>
                        <a:pt x="26083" y="8187"/>
                      </a:cubicBezTo>
                      <a:cubicBezTo>
                        <a:pt x="45396" y="-3374"/>
                        <a:pt x="64643" y="-2389"/>
                        <a:pt x="84087" y="9238"/>
                      </a:cubicBezTo>
                      <a:cubicBezTo>
                        <a:pt x="128887" y="35908"/>
                        <a:pt x="155952" y="74862"/>
                        <a:pt x="165674" y="125837"/>
                      </a:cubicBezTo>
                      <a:cubicBezTo>
                        <a:pt x="170141" y="149354"/>
                        <a:pt x="167053" y="170769"/>
                        <a:pt x="144982" y="184695"/>
                      </a:cubicBezTo>
                      <a:cubicBezTo>
                        <a:pt x="124026" y="197899"/>
                        <a:pt x="103794" y="195337"/>
                        <a:pt x="82248" y="183250"/>
                      </a:cubicBezTo>
                      <a:cubicBezTo>
                        <a:pt x="32652" y="155397"/>
                        <a:pt x="3814" y="114933"/>
                        <a:pt x="201" y="57651"/>
                      </a:cubicBezTo>
                      <a:close/>
                    </a:path>
                  </a:pathLst>
                </a:custGeom>
                <a:solidFill>
                  <a:srgbClr val="4E4E4E"/>
                </a:solidFill>
                <a:ln w="656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7" name="Graphic 20">
                <a:extLst>
                  <a:ext uri="{FF2B5EF4-FFF2-40B4-BE49-F238E27FC236}">
                    <a16:creationId xmlns:a16="http://schemas.microsoft.com/office/drawing/2014/main" id="{31E6660B-9F35-B567-6561-756EE95A4F24}"/>
                  </a:ext>
                </a:extLst>
              </p:cNvPr>
              <p:cNvSpPr/>
              <p:nvPr/>
            </p:nvSpPr>
            <p:spPr>
              <a:xfrm>
                <a:off x="9419545" y="3574464"/>
                <a:ext cx="27196" cy="7588"/>
              </a:xfrm>
              <a:custGeom>
                <a:avLst/>
                <a:gdLst>
                  <a:gd name="connsiteX0" fmla="*/ 27196 w 27195"/>
                  <a:gd name="connsiteY0" fmla="*/ 7587 h 7587"/>
                  <a:gd name="connsiteX1" fmla="*/ 0 w 27195"/>
                  <a:gd name="connsiteY1" fmla="*/ 7587 h 7587"/>
                  <a:gd name="connsiteX2" fmla="*/ 27196 w 27195"/>
                  <a:gd name="connsiteY2" fmla="*/ 7587 h 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195" h="7587">
                    <a:moveTo>
                      <a:pt x="27196" y="7587"/>
                    </a:moveTo>
                    <a:cubicBezTo>
                      <a:pt x="17342" y="7587"/>
                      <a:pt x="8737" y="7587"/>
                      <a:pt x="0" y="7587"/>
                    </a:cubicBezTo>
                    <a:cubicBezTo>
                      <a:pt x="11430" y="-2529"/>
                      <a:pt x="11430" y="-2529"/>
                      <a:pt x="27196" y="7587"/>
                    </a:cubicBezTo>
                    <a:close/>
                  </a:path>
                </a:pathLst>
              </a:custGeom>
              <a:solidFill>
                <a:srgbClr val="9FD3B4"/>
              </a:solidFill>
              <a:ln w="6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Graphic 20">
                <a:extLst>
                  <a:ext uri="{FF2B5EF4-FFF2-40B4-BE49-F238E27FC236}">
                    <a16:creationId xmlns:a16="http://schemas.microsoft.com/office/drawing/2014/main" id="{9208ACCA-7548-716C-BEE5-49FF500E0915}"/>
                  </a:ext>
                </a:extLst>
              </p:cNvPr>
              <p:cNvSpPr/>
              <p:nvPr/>
            </p:nvSpPr>
            <p:spPr>
              <a:xfrm>
                <a:off x="9522547" y="936780"/>
                <a:ext cx="47361" cy="15288"/>
              </a:xfrm>
              <a:custGeom>
                <a:avLst/>
                <a:gdLst>
                  <a:gd name="connsiteX0" fmla="*/ 45721 w 47362"/>
                  <a:gd name="connsiteY0" fmla="*/ 15259 h 15288"/>
                  <a:gd name="connsiteX1" fmla="*/ 9394 w 47362"/>
                  <a:gd name="connsiteY1" fmla="*/ 15259 h 15288"/>
                  <a:gd name="connsiteX2" fmla="*/ 1 w 47362"/>
                  <a:gd name="connsiteY2" fmla="*/ 8756 h 15288"/>
                  <a:gd name="connsiteX3" fmla="*/ 8672 w 47362"/>
                  <a:gd name="connsiteY3" fmla="*/ 282 h 15288"/>
                  <a:gd name="connsiteX4" fmla="*/ 47363 w 47362"/>
                  <a:gd name="connsiteY4" fmla="*/ 7902 h 15288"/>
                  <a:gd name="connsiteX5" fmla="*/ 45721 w 47362"/>
                  <a:gd name="connsiteY5" fmla="*/ 15259 h 15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362" h="15288">
                    <a:moveTo>
                      <a:pt x="45721" y="15259"/>
                    </a:moveTo>
                    <a:cubicBezTo>
                      <a:pt x="33634" y="15259"/>
                      <a:pt x="21547" y="15325"/>
                      <a:pt x="9394" y="15259"/>
                    </a:cubicBezTo>
                    <a:cubicBezTo>
                      <a:pt x="4862" y="15194"/>
                      <a:pt x="-65" y="14143"/>
                      <a:pt x="1" y="8756"/>
                    </a:cubicBezTo>
                    <a:cubicBezTo>
                      <a:pt x="132" y="4224"/>
                      <a:pt x="4139" y="873"/>
                      <a:pt x="8672" y="282"/>
                    </a:cubicBezTo>
                    <a:cubicBezTo>
                      <a:pt x="22795" y="-1557"/>
                      <a:pt x="34225" y="6129"/>
                      <a:pt x="47363" y="7902"/>
                    </a:cubicBezTo>
                    <a:cubicBezTo>
                      <a:pt x="46837" y="10267"/>
                      <a:pt x="46246" y="12763"/>
                      <a:pt x="45721" y="15259"/>
                    </a:cubicBezTo>
                    <a:close/>
                  </a:path>
                </a:pathLst>
              </a:custGeom>
              <a:solidFill>
                <a:srgbClr val="9FD3B4"/>
              </a:solidFill>
              <a:ln w="65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2" name="Group 7">
            <a:extLst>
              <a:ext uri="{FF2B5EF4-FFF2-40B4-BE49-F238E27FC236}">
                <a16:creationId xmlns:a16="http://schemas.microsoft.com/office/drawing/2014/main" id="{90C72140-62A4-4CE8-88AD-9ED5C9BF198D}"/>
              </a:ext>
            </a:extLst>
          </p:cNvPr>
          <p:cNvGrpSpPr/>
          <p:nvPr/>
        </p:nvGrpSpPr>
        <p:grpSpPr>
          <a:xfrm>
            <a:off x="9598775" y="1758997"/>
            <a:ext cx="646620" cy="795013"/>
            <a:chOff x="5519241" y="2959908"/>
            <a:chExt cx="2085238" cy="2563780"/>
          </a:xfrm>
        </p:grpSpPr>
        <p:sp>
          <p:nvSpPr>
            <p:cNvPr id="63" name="Graphic 454">
              <a:extLst>
                <a:ext uri="{FF2B5EF4-FFF2-40B4-BE49-F238E27FC236}">
                  <a16:creationId xmlns:a16="http://schemas.microsoft.com/office/drawing/2014/main" id="{376CC76D-E338-1466-5417-315574025765}"/>
                </a:ext>
              </a:extLst>
            </p:cNvPr>
            <p:cNvSpPr/>
            <p:nvPr/>
          </p:nvSpPr>
          <p:spPr>
            <a:xfrm>
              <a:off x="5519241" y="2959908"/>
              <a:ext cx="2057810" cy="2552889"/>
            </a:xfrm>
            <a:custGeom>
              <a:avLst/>
              <a:gdLst>
                <a:gd name="connsiteX0" fmla="*/ 3473542 w 3473543"/>
                <a:gd name="connsiteY0" fmla="*/ 40049 h 4309228"/>
                <a:gd name="connsiteX1" fmla="*/ 3431907 w 3473543"/>
                <a:gd name="connsiteY1" fmla="*/ 11794 h 4309228"/>
                <a:gd name="connsiteX2" fmla="*/ 3431814 w 3473543"/>
                <a:gd name="connsiteY2" fmla="*/ 11607 h 4309228"/>
                <a:gd name="connsiteX3" fmla="*/ 3431627 w 3473543"/>
                <a:gd name="connsiteY3" fmla="*/ 11701 h 4309228"/>
                <a:gd name="connsiteX4" fmla="*/ 3273977 w 3473543"/>
                <a:gd name="connsiteY4" fmla="*/ 37149 h 4309228"/>
                <a:gd name="connsiteX5" fmla="*/ 100304 w 3473543"/>
                <a:gd name="connsiteY5" fmla="*/ 1874307 h 4309228"/>
                <a:gd name="connsiteX6" fmla="*/ 1410 w 3473543"/>
                <a:gd name="connsiteY6" fmla="*/ 2045055 h 4309228"/>
                <a:gd name="connsiteX7" fmla="*/ 7 w 3473543"/>
                <a:gd name="connsiteY7" fmla="*/ 4148675 h 4309228"/>
                <a:gd name="connsiteX8" fmla="*/ 100865 w 3473543"/>
                <a:gd name="connsiteY8" fmla="*/ 4308851 h 4309228"/>
                <a:gd name="connsiteX9" fmla="*/ 169913 w 3473543"/>
                <a:gd name="connsiteY9" fmla="*/ 4276292 h 4309228"/>
                <a:gd name="connsiteX10" fmla="*/ 3407675 w 3473543"/>
                <a:gd name="connsiteY10" fmla="*/ 2377570 h 4309228"/>
                <a:gd name="connsiteX11" fmla="*/ 3473542 w 3473543"/>
                <a:gd name="connsiteY11" fmla="*/ 2168181 h 4309228"/>
                <a:gd name="connsiteX12" fmla="*/ 3473542 w 3473543"/>
                <a:gd name="connsiteY12" fmla="*/ 40049 h 430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73543" h="4309228">
                  <a:moveTo>
                    <a:pt x="3473542" y="40049"/>
                  </a:moveTo>
                  <a:cubicBezTo>
                    <a:pt x="3473542" y="40049"/>
                    <a:pt x="3445661" y="18250"/>
                    <a:pt x="3431907" y="11794"/>
                  </a:cubicBezTo>
                  <a:lnTo>
                    <a:pt x="3431814" y="11607"/>
                  </a:lnTo>
                  <a:lnTo>
                    <a:pt x="3431627" y="11701"/>
                  </a:lnTo>
                  <a:cubicBezTo>
                    <a:pt x="3381291" y="-12064"/>
                    <a:pt x="3331891" y="2344"/>
                    <a:pt x="3273977" y="37149"/>
                  </a:cubicBezTo>
                  <a:cubicBezTo>
                    <a:pt x="2992172" y="206494"/>
                    <a:pt x="874145" y="1427648"/>
                    <a:pt x="100304" y="1874307"/>
                  </a:cubicBezTo>
                  <a:cubicBezTo>
                    <a:pt x="33689" y="1912761"/>
                    <a:pt x="1317" y="1966371"/>
                    <a:pt x="1410" y="2045055"/>
                  </a:cubicBezTo>
                  <a:cubicBezTo>
                    <a:pt x="2720" y="2746293"/>
                    <a:pt x="3936" y="3447437"/>
                    <a:pt x="7" y="4148675"/>
                  </a:cubicBezTo>
                  <a:cubicBezTo>
                    <a:pt x="-461" y="4231569"/>
                    <a:pt x="22929" y="4281437"/>
                    <a:pt x="100865" y="4308851"/>
                  </a:cubicBezTo>
                  <a:cubicBezTo>
                    <a:pt x="113777" y="4313341"/>
                    <a:pt x="169913" y="4276292"/>
                    <a:pt x="169913" y="4276292"/>
                  </a:cubicBezTo>
                  <a:cubicBezTo>
                    <a:pt x="169913" y="4276292"/>
                    <a:pt x="3349293" y="2410691"/>
                    <a:pt x="3407675" y="2377570"/>
                  </a:cubicBezTo>
                  <a:cubicBezTo>
                    <a:pt x="3468677" y="2342953"/>
                    <a:pt x="3473635" y="2269320"/>
                    <a:pt x="3473542" y="2168181"/>
                  </a:cubicBezTo>
                  <a:cubicBezTo>
                    <a:pt x="3473542" y="2131038"/>
                    <a:pt x="3472887" y="114524"/>
                    <a:pt x="3473542" y="40049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Graphic 454">
              <a:extLst>
                <a:ext uri="{FF2B5EF4-FFF2-40B4-BE49-F238E27FC236}">
                  <a16:creationId xmlns:a16="http://schemas.microsoft.com/office/drawing/2014/main" id="{6F454A6D-3252-77A2-560F-82ABA3D91180}"/>
                </a:ext>
              </a:extLst>
            </p:cNvPr>
            <p:cNvSpPr/>
            <p:nvPr/>
          </p:nvSpPr>
          <p:spPr>
            <a:xfrm>
              <a:off x="5575557" y="2983690"/>
              <a:ext cx="2028922" cy="2539998"/>
            </a:xfrm>
            <a:custGeom>
              <a:avLst/>
              <a:gdLst>
                <a:gd name="connsiteX0" fmla="*/ 3423111 w 3424781"/>
                <a:gd name="connsiteY0" fmla="*/ 67364 h 4287467"/>
                <a:gd name="connsiteX1" fmla="*/ 3377921 w 3424781"/>
                <a:gd name="connsiteY1" fmla="*/ 0 h 4287467"/>
                <a:gd name="connsiteX2" fmla="*/ 99647 w 3424781"/>
                <a:gd name="connsiteY2" fmla="*/ 1889646 h 4287467"/>
                <a:gd name="connsiteX3" fmla="*/ 5 w 3424781"/>
                <a:gd name="connsiteY3" fmla="*/ 2061517 h 4287467"/>
                <a:gd name="connsiteX4" fmla="*/ 660 w 3424781"/>
                <a:gd name="connsiteY4" fmla="*/ 4200315 h 4287467"/>
                <a:gd name="connsiteX5" fmla="*/ 7958 w 3424781"/>
                <a:gd name="connsiteY5" fmla="*/ 4269643 h 4287467"/>
                <a:gd name="connsiteX6" fmla="*/ 99741 w 3424781"/>
                <a:gd name="connsiteY6" fmla="*/ 4266275 h 4287467"/>
                <a:gd name="connsiteX7" fmla="*/ 3301482 w 3424781"/>
                <a:gd name="connsiteY7" fmla="*/ 2416486 h 4287467"/>
                <a:gd name="connsiteX8" fmla="*/ 3405989 w 3424781"/>
                <a:gd name="connsiteY8" fmla="*/ 2322177 h 4287467"/>
                <a:gd name="connsiteX9" fmla="*/ 3424140 w 3424781"/>
                <a:gd name="connsiteY9" fmla="*/ 2241434 h 4287467"/>
                <a:gd name="connsiteX10" fmla="*/ 3423111 w 3424781"/>
                <a:gd name="connsiteY10" fmla="*/ 67364 h 428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4781" h="4287467">
                  <a:moveTo>
                    <a:pt x="3423111" y="67364"/>
                  </a:moveTo>
                  <a:cubicBezTo>
                    <a:pt x="3423298" y="33121"/>
                    <a:pt x="3409544" y="11321"/>
                    <a:pt x="3377921" y="0"/>
                  </a:cubicBezTo>
                  <a:cubicBezTo>
                    <a:pt x="3356495" y="0"/>
                    <a:pt x="778243" y="1498281"/>
                    <a:pt x="99647" y="1889646"/>
                  </a:cubicBezTo>
                  <a:cubicBezTo>
                    <a:pt x="32470" y="1928380"/>
                    <a:pt x="-463" y="1984049"/>
                    <a:pt x="5" y="2061517"/>
                  </a:cubicBezTo>
                  <a:cubicBezTo>
                    <a:pt x="753" y="2177906"/>
                    <a:pt x="753" y="3987932"/>
                    <a:pt x="660" y="4200315"/>
                  </a:cubicBezTo>
                  <a:cubicBezTo>
                    <a:pt x="660" y="4223799"/>
                    <a:pt x="1408" y="4247002"/>
                    <a:pt x="7958" y="4269643"/>
                  </a:cubicBezTo>
                  <a:cubicBezTo>
                    <a:pt x="39768" y="4301922"/>
                    <a:pt x="69240" y="4283864"/>
                    <a:pt x="99741" y="4266275"/>
                  </a:cubicBezTo>
                  <a:cubicBezTo>
                    <a:pt x="405029" y="4090194"/>
                    <a:pt x="2967564" y="2608192"/>
                    <a:pt x="3301482" y="2416486"/>
                  </a:cubicBezTo>
                  <a:cubicBezTo>
                    <a:pt x="3356402" y="2383740"/>
                    <a:pt x="3384470" y="2368583"/>
                    <a:pt x="3405989" y="2322177"/>
                  </a:cubicBezTo>
                  <a:cubicBezTo>
                    <a:pt x="3418058" y="2296167"/>
                    <a:pt x="3423391" y="2269970"/>
                    <a:pt x="3424140" y="2241434"/>
                  </a:cubicBezTo>
                  <a:cubicBezTo>
                    <a:pt x="3426292" y="2163779"/>
                    <a:pt x="3422269" y="193203"/>
                    <a:pt x="3423111" y="67364"/>
                  </a:cubicBezTo>
                  <a:close/>
                </a:path>
              </a:pathLst>
            </a:custGeom>
            <a:solidFill>
              <a:schemeClr val="accent2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Graphic 454">
              <a:extLst>
                <a:ext uri="{FF2B5EF4-FFF2-40B4-BE49-F238E27FC236}">
                  <a16:creationId xmlns:a16="http://schemas.microsoft.com/office/drawing/2014/main" id="{DDC6CA5E-0E26-EC47-0601-32117840468C}"/>
                </a:ext>
              </a:extLst>
            </p:cNvPr>
            <p:cNvSpPr/>
            <p:nvPr/>
          </p:nvSpPr>
          <p:spPr>
            <a:xfrm>
              <a:off x="5673431" y="4690061"/>
              <a:ext cx="645468" cy="477583"/>
            </a:xfrm>
            <a:custGeom>
              <a:avLst/>
              <a:gdLst>
                <a:gd name="connsiteX0" fmla="*/ 1072978 w 1089538"/>
                <a:gd name="connsiteY0" fmla="*/ 1254 h 806151"/>
                <a:gd name="connsiteX1" fmla="*/ 1089445 w 1089538"/>
                <a:gd name="connsiteY1" fmla="*/ 11265 h 806151"/>
                <a:gd name="connsiteX2" fmla="*/ 1089538 w 1089538"/>
                <a:gd name="connsiteY2" fmla="*/ 183978 h 806151"/>
                <a:gd name="connsiteX3" fmla="*/ 1061564 w 1089538"/>
                <a:gd name="connsiteY3" fmla="*/ 217566 h 806151"/>
                <a:gd name="connsiteX4" fmla="*/ 48020 w 1089538"/>
                <a:gd name="connsiteY4" fmla="*/ 795959 h 806151"/>
                <a:gd name="connsiteX5" fmla="*/ 4234 w 1089538"/>
                <a:gd name="connsiteY5" fmla="*/ 771446 h 806151"/>
                <a:gd name="connsiteX6" fmla="*/ 12000 w 1089538"/>
                <a:gd name="connsiteY6" fmla="*/ 614825 h 806151"/>
                <a:gd name="connsiteX7" fmla="*/ 138587 w 1089538"/>
                <a:gd name="connsiteY7" fmla="*/ 533334 h 806151"/>
                <a:gd name="connsiteX8" fmla="*/ 1072978 w 1089538"/>
                <a:gd name="connsiteY8" fmla="*/ 1254 h 80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538" h="806151">
                  <a:moveTo>
                    <a:pt x="1072978" y="1254"/>
                  </a:moveTo>
                  <a:cubicBezTo>
                    <a:pt x="1080463" y="-2582"/>
                    <a:pt x="1089445" y="2845"/>
                    <a:pt x="1089445" y="11265"/>
                  </a:cubicBezTo>
                  <a:cubicBezTo>
                    <a:pt x="1089445" y="71986"/>
                    <a:pt x="1089351" y="127935"/>
                    <a:pt x="1089538" y="183978"/>
                  </a:cubicBezTo>
                  <a:cubicBezTo>
                    <a:pt x="1089632" y="203345"/>
                    <a:pt x="1075224" y="209801"/>
                    <a:pt x="1061564" y="217566"/>
                  </a:cubicBezTo>
                  <a:cubicBezTo>
                    <a:pt x="723622" y="410114"/>
                    <a:pt x="385494" y="602569"/>
                    <a:pt x="48020" y="795959"/>
                  </a:cubicBezTo>
                  <a:cubicBezTo>
                    <a:pt x="14806" y="814952"/>
                    <a:pt x="3953" y="807747"/>
                    <a:pt x="4234" y="771446"/>
                  </a:cubicBezTo>
                  <a:cubicBezTo>
                    <a:pt x="2924" y="714093"/>
                    <a:pt x="-8210" y="658986"/>
                    <a:pt x="12000" y="614825"/>
                  </a:cubicBezTo>
                  <a:cubicBezTo>
                    <a:pt x="20420" y="593025"/>
                    <a:pt x="94333" y="558689"/>
                    <a:pt x="138587" y="533334"/>
                  </a:cubicBezTo>
                  <a:cubicBezTo>
                    <a:pt x="439759" y="360808"/>
                    <a:pt x="1061283" y="7242"/>
                    <a:pt x="1072978" y="1254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Graphic 454">
              <a:extLst>
                <a:ext uri="{FF2B5EF4-FFF2-40B4-BE49-F238E27FC236}">
                  <a16:creationId xmlns:a16="http://schemas.microsoft.com/office/drawing/2014/main" id="{ACC35835-094A-5ECF-9B4C-E3B6F54EF4C7}"/>
                </a:ext>
              </a:extLst>
            </p:cNvPr>
            <p:cNvSpPr/>
            <p:nvPr/>
          </p:nvSpPr>
          <p:spPr>
            <a:xfrm>
              <a:off x="5675498" y="4974679"/>
              <a:ext cx="476074" cy="383103"/>
            </a:xfrm>
            <a:custGeom>
              <a:avLst/>
              <a:gdLst>
                <a:gd name="connsiteX0" fmla="*/ 802653 w 803603"/>
                <a:gd name="connsiteY0" fmla="*/ 112877 h 646670"/>
                <a:gd name="connsiteX1" fmla="*/ 713677 w 803603"/>
                <a:gd name="connsiteY1" fmla="*/ 254154 h 646670"/>
                <a:gd name="connsiteX2" fmla="*/ 44156 w 803603"/>
                <a:gd name="connsiteY2" fmla="*/ 635414 h 646670"/>
                <a:gd name="connsiteX3" fmla="*/ 744 w 803603"/>
                <a:gd name="connsiteY3" fmla="*/ 609311 h 646670"/>
                <a:gd name="connsiteX4" fmla="*/ 136501 w 803603"/>
                <a:gd name="connsiteY4" fmla="*/ 371199 h 646670"/>
                <a:gd name="connsiteX5" fmla="*/ 760738 w 803603"/>
                <a:gd name="connsiteY5" fmla="*/ 14264 h 646670"/>
                <a:gd name="connsiteX6" fmla="*/ 802840 w 803603"/>
                <a:gd name="connsiteY6" fmla="*/ 39713 h 646670"/>
                <a:gd name="connsiteX7" fmla="*/ 802653 w 803603"/>
                <a:gd name="connsiteY7" fmla="*/ 112877 h 64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3603" h="646670">
                  <a:moveTo>
                    <a:pt x="802653" y="112877"/>
                  </a:moveTo>
                  <a:cubicBezTo>
                    <a:pt x="802840" y="209058"/>
                    <a:pt x="818652" y="187071"/>
                    <a:pt x="713677" y="254154"/>
                  </a:cubicBezTo>
                  <a:cubicBezTo>
                    <a:pt x="488757" y="378122"/>
                    <a:pt x="266457" y="506862"/>
                    <a:pt x="44156" y="635414"/>
                  </a:cubicBezTo>
                  <a:cubicBezTo>
                    <a:pt x="6451" y="657214"/>
                    <a:pt x="1119" y="646735"/>
                    <a:pt x="744" y="609311"/>
                  </a:cubicBezTo>
                  <a:cubicBezTo>
                    <a:pt x="89" y="419569"/>
                    <a:pt x="-15535" y="458116"/>
                    <a:pt x="136501" y="371199"/>
                  </a:cubicBezTo>
                  <a:cubicBezTo>
                    <a:pt x="345048" y="253031"/>
                    <a:pt x="553407" y="134490"/>
                    <a:pt x="760738" y="14264"/>
                  </a:cubicBezTo>
                  <a:cubicBezTo>
                    <a:pt x="797975" y="-7348"/>
                    <a:pt x="803589" y="-8471"/>
                    <a:pt x="802840" y="39713"/>
                  </a:cubicBezTo>
                  <a:cubicBezTo>
                    <a:pt x="802185" y="73114"/>
                    <a:pt x="802653" y="80131"/>
                    <a:pt x="802653" y="112877"/>
                  </a:cubicBezTo>
                  <a:close/>
                </a:path>
              </a:pathLst>
            </a:custGeom>
            <a:solidFill>
              <a:srgbClr val="2B3783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12">
              <a:extLst>
                <a:ext uri="{FF2B5EF4-FFF2-40B4-BE49-F238E27FC236}">
                  <a16:creationId xmlns:a16="http://schemas.microsoft.com/office/drawing/2014/main" id="{57820DE5-9026-F4E2-44BA-8E5694A72638}"/>
                </a:ext>
              </a:extLst>
            </p:cNvPr>
            <p:cNvSpPr/>
            <p:nvPr/>
          </p:nvSpPr>
          <p:spPr>
            <a:xfrm>
              <a:off x="7119075" y="4032787"/>
              <a:ext cx="407426" cy="502074"/>
            </a:xfrm>
            <a:custGeom>
              <a:avLst/>
              <a:gdLst>
                <a:gd name="connsiteX0" fmla="*/ 133390 w 407426"/>
                <a:gd name="connsiteY0" fmla="*/ 345960 h 502074"/>
                <a:gd name="connsiteX1" fmla="*/ 133501 w 407426"/>
                <a:gd name="connsiteY1" fmla="*/ 422949 h 502074"/>
                <a:gd name="connsiteX2" fmla="*/ 120586 w 407426"/>
                <a:gd name="connsiteY2" fmla="*/ 445453 h 502074"/>
                <a:gd name="connsiteX3" fmla="*/ 32124 w 407426"/>
                <a:gd name="connsiteY3" fmla="*/ 496169 h 502074"/>
                <a:gd name="connsiteX4" fmla="*/ 11228 w 407426"/>
                <a:gd name="connsiteY4" fmla="*/ 481481 h 502074"/>
                <a:gd name="connsiteX5" fmla="*/ 8346 w 407426"/>
                <a:gd name="connsiteY5" fmla="*/ 430875 h 502074"/>
                <a:gd name="connsiteX6" fmla="*/ 45260 w 407426"/>
                <a:gd name="connsiteY6" fmla="*/ 395900 h 502074"/>
                <a:gd name="connsiteX7" fmla="*/ 133390 w 407426"/>
                <a:gd name="connsiteY7" fmla="*/ 345960 h 502074"/>
                <a:gd name="connsiteX8" fmla="*/ 130383 w 407426"/>
                <a:gd name="connsiteY8" fmla="*/ 257443 h 502074"/>
                <a:gd name="connsiteX9" fmla="*/ 133501 w 407426"/>
                <a:gd name="connsiteY9" fmla="*/ 281831 h 502074"/>
                <a:gd name="connsiteX10" fmla="*/ 133446 w 407426"/>
                <a:gd name="connsiteY10" fmla="*/ 300011 h 502074"/>
                <a:gd name="connsiteX11" fmla="*/ 104235 w 407426"/>
                <a:gd name="connsiteY11" fmla="*/ 347069 h 502074"/>
                <a:gd name="connsiteX12" fmla="*/ 18378 w 407426"/>
                <a:gd name="connsiteY12" fmla="*/ 396677 h 502074"/>
                <a:gd name="connsiteX13" fmla="*/ 3800 w 407426"/>
                <a:gd name="connsiteY13" fmla="*/ 387864 h 502074"/>
                <a:gd name="connsiteX14" fmla="*/ 697 w 407426"/>
                <a:gd name="connsiteY14" fmla="*/ 345961 h 502074"/>
                <a:gd name="connsiteX15" fmla="*/ 18212 w 407426"/>
                <a:gd name="connsiteY15" fmla="*/ 320408 h 502074"/>
                <a:gd name="connsiteX16" fmla="*/ 108558 w 407426"/>
                <a:gd name="connsiteY16" fmla="*/ 267642 h 502074"/>
                <a:gd name="connsiteX17" fmla="*/ 130383 w 407426"/>
                <a:gd name="connsiteY17" fmla="*/ 257443 h 502074"/>
                <a:gd name="connsiteX18" fmla="*/ 407426 w 407426"/>
                <a:gd name="connsiteY18" fmla="*/ 187825 h 502074"/>
                <a:gd name="connsiteX19" fmla="*/ 406982 w 407426"/>
                <a:gd name="connsiteY19" fmla="*/ 257276 h 502074"/>
                <a:gd name="connsiteX20" fmla="*/ 394012 w 407426"/>
                <a:gd name="connsiteY20" fmla="*/ 286265 h 502074"/>
                <a:gd name="connsiteX21" fmla="*/ 280052 w 407426"/>
                <a:gd name="connsiteY21" fmla="*/ 353221 h 502074"/>
                <a:gd name="connsiteX22" fmla="*/ 278833 w 407426"/>
                <a:gd name="connsiteY22" fmla="*/ 278782 h 502074"/>
                <a:gd name="connsiteX23" fmla="*/ 288589 w 407426"/>
                <a:gd name="connsiteY23" fmla="*/ 257276 h 502074"/>
                <a:gd name="connsiteX24" fmla="*/ 407426 w 407426"/>
                <a:gd name="connsiteY24" fmla="*/ 187825 h 502074"/>
                <a:gd name="connsiteX25" fmla="*/ 132725 w 407426"/>
                <a:gd name="connsiteY25" fmla="*/ 145755 h 502074"/>
                <a:gd name="connsiteX26" fmla="*/ 132559 w 407426"/>
                <a:gd name="connsiteY26" fmla="*/ 230171 h 502074"/>
                <a:gd name="connsiteX27" fmla="*/ 122859 w 407426"/>
                <a:gd name="connsiteY27" fmla="*/ 242642 h 502074"/>
                <a:gd name="connsiteX28" fmla="*/ 697 w 407426"/>
                <a:gd name="connsiteY28" fmla="*/ 311760 h 502074"/>
                <a:gd name="connsiteX29" fmla="*/ 58951 w 407426"/>
                <a:gd name="connsiteY29" fmla="*/ 188767 h 502074"/>
                <a:gd name="connsiteX30" fmla="*/ 132725 w 407426"/>
                <a:gd name="connsiteY30" fmla="*/ 145755 h 502074"/>
                <a:gd name="connsiteX31" fmla="*/ 406871 w 407426"/>
                <a:gd name="connsiteY31" fmla="*/ 100637 h 502074"/>
                <a:gd name="connsiteX32" fmla="*/ 406871 w 407426"/>
                <a:gd name="connsiteY32" fmla="*/ 164545 h 502074"/>
                <a:gd name="connsiteX33" fmla="*/ 396062 w 407426"/>
                <a:gd name="connsiteY33" fmla="*/ 182449 h 502074"/>
                <a:gd name="connsiteX34" fmla="*/ 279886 w 407426"/>
                <a:gd name="connsiteY34" fmla="*/ 247410 h 502074"/>
                <a:gd name="connsiteX35" fmla="*/ 278279 w 407426"/>
                <a:gd name="connsiteY35" fmla="*/ 179677 h 502074"/>
                <a:gd name="connsiteX36" fmla="*/ 295239 w 407426"/>
                <a:gd name="connsiteY36" fmla="*/ 163492 h 502074"/>
                <a:gd name="connsiteX37" fmla="*/ 406871 w 407426"/>
                <a:gd name="connsiteY37" fmla="*/ 100637 h 502074"/>
                <a:gd name="connsiteX38" fmla="*/ 262703 w 407426"/>
                <a:gd name="connsiteY38" fmla="*/ 70041 h 502074"/>
                <a:gd name="connsiteX39" fmla="*/ 262869 w 407426"/>
                <a:gd name="connsiteY39" fmla="*/ 346514 h 502074"/>
                <a:gd name="connsiteX40" fmla="*/ 249456 w 407426"/>
                <a:gd name="connsiteY40" fmla="*/ 371124 h 502074"/>
                <a:gd name="connsiteX41" fmla="*/ 158942 w 407426"/>
                <a:gd name="connsiteY41" fmla="*/ 423558 h 502074"/>
                <a:gd name="connsiteX42" fmla="*/ 146582 w 407426"/>
                <a:gd name="connsiteY42" fmla="*/ 409701 h 502074"/>
                <a:gd name="connsiteX43" fmla="*/ 146083 w 407426"/>
                <a:gd name="connsiteY43" fmla="*/ 157894 h 502074"/>
                <a:gd name="connsiteX44" fmla="*/ 163321 w 407426"/>
                <a:gd name="connsiteY44" fmla="*/ 127408 h 502074"/>
                <a:gd name="connsiteX45" fmla="*/ 262703 w 407426"/>
                <a:gd name="connsiteY45" fmla="*/ 70041 h 502074"/>
                <a:gd name="connsiteX46" fmla="*/ 399796 w 407426"/>
                <a:gd name="connsiteY46" fmla="*/ 1616 h 502074"/>
                <a:gd name="connsiteX47" fmla="*/ 407147 w 407426"/>
                <a:gd name="connsiteY47" fmla="*/ 21597 h 502074"/>
                <a:gd name="connsiteX48" fmla="*/ 407037 w 407426"/>
                <a:gd name="connsiteY48" fmla="*/ 72979 h 502074"/>
                <a:gd name="connsiteX49" fmla="*/ 392736 w 407426"/>
                <a:gd name="connsiteY49" fmla="*/ 95981 h 502074"/>
                <a:gd name="connsiteX50" fmla="*/ 278833 w 407426"/>
                <a:gd name="connsiteY50" fmla="*/ 157949 h 502074"/>
                <a:gd name="connsiteX51" fmla="*/ 278334 w 407426"/>
                <a:gd name="connsiteY51" fmla="*/ 75141 h 502074"/>
                <a:gd name="connsiteX52" fmla="*/ 290417 w 407426"/>
                <a:gd name="connsiteY52" fmla="*/ 55630 h 502074"/>
                <a:gd name="connsiteX53" fmla="*/ 378935 w 407426"/>
                <a:gd name="connsiteY53" fmla="*/ 4914 h 502074"/>
                <a:gd name="connsiteX54" fmla="*/ 399796 w 407426"/>
                <a:gd name="connsiteY54" fmla="*/ 1616 h 50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07426" h="502074">
                  <a:moveTo>
                    <a:pt x="133390" y="345960"/>
                  </a:moveTo>
                  <a:cubicBezTo>
                    <a:pt x="133390" y="375337"/>
                    <a:pt x="133113" y="399171"/>
                    <a:pt x="133501" y="422949"/>
                  </a:cubicBezTo>
                  <a:cubicBezTo>
                    <a:pt x="133667" y="433425"/>
                    <a:pt x="129233" y="440464"/>
                    <a:pt x="120586" y="445453"/>
                  </a:cubicBezTo>
                  <a:cubicBezTo>
                    <a:pt x="91154" y="462414"/>
                    <a:pt x="61999" y="479984"/>
                    <a:pt x="32124" y="496169"/>
                  </a:cubicBezTo>
                  <a:cubicBezTo>
                    <a:pt x="12724" y="506700"/>
                    <a:pt x="12613" y="503929"/>
                    <a:pt x="11228" y="481481"/>
                  </a:cubicBezTo>
                  <a:cubicBezTo>
                    <a:pt x="11172" y="480538"/>
                    <a:pt x="8512" y="431762"/>
                    <a:pt x="8346" y="430875"/>
                  </a:cubicBezTo>
                  <a:cubicBezTo>
                    <a:pt x="6350" y="418570"/>
                    <a:pt x="6350" y="415633"/>
                    <a:pt x="45260" y="395900"/>
                  </a:cubicBezTo>
                  <a:cubicBezTo>
                    <a:pt x="81177" y="372843"/>
                    <a:pt x="100909" y="364695"/>
                    <a:pt x="133390" y="345960"/>
                  </a:cubicBezTo>
                  <a:close/>
                  <a:moveTo>
                    <a:pt x="130383" y="257443"/>
                  </a:moveTo>
                  <a:cubicBezTo>
                    <a:pt x="133501" y="258482"/>
                    <a:pt x="133501" y="265286"/>
                    <a:pt x="133501" y="281831"/>
                  </a:cubicBezTo>
                  <a:cubicBezTo>
                    <a:pt x="133335" y="292252"/>
                    <a:pt x="133446" y="290977"/>
                    <a:pt x="133446" y="300011"/>
                  </a:cubicBezTo>
                  <a:cubicBezTo>
                    <a:pt x="133556" y="335152"/>
                    <a:pt x="137215" y="327559"/>
                    <a:pt x="104235" y="347069"/>
                  </a:cubicBezTo>
                  <a:cubicBezTo>
                    <a:pt x="73917" y="364972"/>
                    <a:pt x="46757" y="379716"/>
                    <a:pt x="18378" y="396677"/>
                  </a:cubicBezTo>
                  <a:cubicBezTo>
                    <a:pt x="6683" y="403661"/>
                    <a:pt x="4854" y="403439"/>
                    <a:pt x="3800" y="387864"/>
                  </a:cubicBezTo>
                  <a:cubicBezTo>
                    <a:pt x="2803" y="372843"/>
                    <a:pt x="1694" y="359707"/>
                    <a:pt x="697" y="345961"/>
                  </a:cubicBezTo>
                  <a:cubicBezTo>
                    <a:pt x="-246" y="332824"/>
                    <a:pt x="2027" y="328889"/>
                    <a:pt x="18212" y="320408"/>
                  </a:cubicBezTo>
                  <a:cubicBezTo>
                    <a:pt x="51025" y="301286"/>
                    <a:pt x="73528" y="286986"/>
                    <a:pt x="108558" y="267642"/>
                  </a:cubicBezTo>
                  <a:cubicBezTo>
                    <a:pt x="121030" y="261129"/>
                    <a:pt x="127265" y="256404"/>
                    <a:pt x="130383" y="257443"/>
                  </a:cubicBezTo>
                  <a:close/>
                  <a:moveTo>
                    <a:pt x="407426" y="187825"/>
                  </a:moveTo>
                  <a:cubicBezTo>
                    <a:pt x="407426" y="212435"/>
                    <a:pt x="407038" y="238985"/>
                    <a:pt x="406982" y="257276"/>
                  </a:cubicBezTo>
                  <a:cubicBezTo>
                    <a:pt x="406927" y="274126"/>
                    <a:pt x="407370" y="277784"/>
                    <a:pt x="394012" y="286265"/>
                  </a:cubicBezTo>
                  <a:cubicBezTo>
                    <a:pt x="360201" y="307715"/>
                    <a:pt x="319074" y="330441"/>
                    <a:pt x="280052" y="353221"/>
                  </a:cubicBezTo>
                  <a:cubicBezTo>
                    <a:pt x="280052" y="322459"/>
                    <a:pt x="278833" y="304168"/>
                    <a:pt x="278833" y="278782"/>
                  </a:cubicBezTo>
                  <a:cubicBezTo>
                    <a:pt x="278833" y="271465"/>
                    <a:pt x="279942" y="262653"/>
                    <a:pt x="288589" y="257276"/>
                  </a:cubicBezTo>
                  <a:cubicBezTo>
                    <a:pt x="326557" y="235438"/>
                    <a:pt x="364857" y="212324"/>
                    <a:pt x="407426" y="187825"/>
                  </a:cubicBezTo>
                  <a:close/>
                  <a:moveTo>
                    <a:pt x="132725" y="145755"/>
                  </a:moveTo>
                  <a:cubicBezTo>
                    <a:pt x="132725" y="176074"/>
                    <a:pt x="132947" y="203122"/>
                    <a:pt x="132559" y="230171"/>
                  </a:cubicBezTo>
                  <a:cubicBezTo>
                    <a:pt x="132503" y="235936"/>
                    <a:pt x="128014" y="239649"/>
                    <a:pt x="122859" y="242642"/>
                  </a:cubicBezTo>
                  <a:cubicBezTo>
                    <a:pt x="89381" y="261931"/>
                    <a:pt x="6739" y="308712"/>
                    <a:pt x="697" y="311760"/>
                  </a:cubicBezTo>
                  <a:cubicBezTo>
                    <a:pt x="-1964" y="220860"/>
                    <a:pt x="198" y="223021"/>
                    <a:pt x="58951" y="188767"/>
                  </a:cubicBezTo>
                  <a:cubicBezTo>
                    <a:pt x="82009" y="175353"/>
                    <a:pt x="105011" y="161885"/>
                    <a:pt x="132725" y="145755"/>
                  </a:cubicBezTo>
                  <a:close/>
                  <a:moveTo>
                    <a:pt x="406871" y="100637"/>
                  </a:moveTo>
                  <a:cubicBezTo>
                    <a:pt x="406871" y="124803"/>
                    <a:pt x="406316" y="144869"/>
                    <a:pt x="406871" y="164545"/>
                  </a:cubicBezTo>
                  <a:cubicBezTo>
                    <a:pt x="407148" y="174301"/>
                    <a:pt x="403822" y="178014"/>
                    <a:pt x="396062" y="182449"/>
                  </a:cubicBezTo>
                  <a:cubicBezTo>
                    <a:pt x="358760" y="203844"/>
                    <a:pt x="320681" y="225571"/>
                    <a:pt x="279886" y="247410"/>
                  </a:cubicBezTo>
                  <a:cubicBezTo>
                    <a:pt x="279830" y="233331"/>
                    <a:pt x="277225" y="191317"/>
                    <a:pt x="278279" y="179677"/>
                  </a:cubicBezTo>
                  <a:cubicBezTo>
                    <a:pt x="278778" y="174023"/>
                    <a:pt x="280053" y="172028"/>
                    <a:pt x="295239" y="163492"/>
                  </a:cubicBezTo>
                  <a:cubicBezTo>
                    <a:pt x="320958" y="149913"/>
                    <a:pt x="378658" y="116766"/>
                    <a:pt x="406871" y="100637"/>
                  </a:cubicBezTo>
                  <a:close/>
                  <a:moveTo>
                    <a:pt x="262703" y="70041"/>
                  </a:moveTo>
                  <a:cubicBezTo>
                    <a:pt x="262703" y="165820"/>
                    <a:pt x="262592" y="256167"/>
                    <a:pt x="262869" y="346514"/>
                  </a:cubicBezTo>
                  <a:cubicBezTo>
                    <a:pt x="262925" y="357766"/>
                    <a:pt x="259821" y="365304"/>
                    <a:pt x="249456" y="371124"/>
                  </a:cubicBezTo>
                  <a:cubicBezTo>
                    <a:pt x="216643" y="389470"/>
                    <a:pt x="190924" y="404935"/>
                    <a:pt x="158942" y="423558"/>
                  </a:cubicBezTo>
                  <a:cubicBezTo>
                    <a:pt x="151182" y="428436"/>
                    <a:pt x="146083" y="423558"/>
                    <a:pt x="146582" y="409701"/>
                  </a:cubicBezTo>
                  <a:cubicBezTo>
                    <a:pt x="146305" y="325784"/>
                    <a:pt x="146748" y="241867"/>
                    <a:pt x="146083" y="157894"/>
                  </a:cubicBezTo>
                  <a:cubicBezTo>
                    <a:pt x="145972" y="143150"/>
                    <a:pt x="150019" y="134559"/>
                    <a:pt x="163321" y="127408"/>
                  </a:cubicBezTo>
                  <a:cubicBezTo>
                    <a:pt x="195525" y="110060"/>
                    <a:pt x="226786" y="90937"/>
                    <a:pt x="262703" y="70041"/>
                  </a:cubicBezTo>
                  <a:close/>
                  <a:moveTo>
                    <a:pt x="399796" y="1616"/>
                  </a:moveTo>
                  <a:cubicBezTo>
                    <a:pt x="404473" y="4526"/>
                    <a:pt x="406898" y="11316"/>
                    <a:pt x="407147" y="21597"/>
                  </a:cubicBezTo>
                  <a:cubicBezTo>
                    <a:pt x="407203" y="24369"/>
                    <a:pt x="407092" y="69098"/>
                    <a:pt x="407037" y="72979"/>
                  </a:cubicBezTo>
                  <a:cubicBezTo>
                    <a:pt x="407147" y="91159"/>
                    <a:pt x="405595" y="89718"/>
                    <a:pt x="392736" y="95981"/>
                  </a:cubicBezTo>
                  <a:cubicBezTo>
                    <a:pt x="362584" y="111667"/>
                    <a:pt x="321456" y="136721"/>
                    <a:pt x="278833" y="157949"/>
                  </a:cubicBezTo>
                  <a:cubicBezTo>
                    <a:pt x="278833" y="128185"/>
                    <a:pt x="278666" y="99695"/>
                    <a:pt x="278334" y="75141"/>
                  </a:cubicBezTo>
                  <a:cubicBezTo>
                    <a:pt x="278168" y="65607"/>
                    <a:pt x="282380" y="60120"/>
                    <a:pt x="290417" y="55630"/>
                  </a:cubicBezTo>
                  <a:cubicBezTo>
                    <a:pt x="320071" y="39002"/>
                    <a:pt x="349336" y="21653"/>
                    <a:pt x="378935" y="4914"/>
                  </a:cubicBezTo>
                  <a:cubicBezTo>
                    <a:pt x="388192" y="-324"/>
                    <a:pt x="395120" y="-1294"/>
                    <a:pt x="399796" y="1616"/>
                  </a:cubicBezTo>
                  <a:close/>
                </a:path>
              </a:pathLst>
            </a:custGeom>
            <a:solidFill>
              <a:srgbClr val="73CCD7"/>
            </a:solidFill>
            <a:ln w="93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85850B2-E5A2-64D3-7192-E6143E31E228}"/>
              </a:ext>
            </a:extLst>
          </p:cNvPr>
          <p:cNvGrpSpPr/>
          <p:nvPr/>
        </p:nvGrpSpPr>
        <p:grpSpPr>
          <a:xfrm>
            <a:off x="10297832" y="1723772"/>
            <a:ext cx="1012219" cy="1235922"/>
            <a:chOff x="1981186" y="3657497"/>
            <a:chExt cx="1517213" cy="1852521"/>
          </a:xfrm>
        </p:grpSpPr>
        <p:sp>
          <p:nvSpPr>
            <p:cNvPr id="77" name="Freeform 65">
              <a:extLst>
                <a:ext uri="{FF2B5EF4-FFF2-40B4-BE49-F238E27FC236}">
                  <a16:creationId xmlns:a16="http://schemas.microsoft.com/office/drawing/2014/main" id="{EE460D21-AC1A-2D16-43DA-0FECF43DF482}"/>
                </a:ext>
              </a:extLst>
            </p:cNvPr>
            <p:cNvSpPr/>
            <p:nvPr/>
          </p:nvSpPr>
          <p:spPr>
            <a:xfrm>
              <a:off x="1981186" y="3775253"/>
              <a:ext cx="474299" cy="548451"/>
            </a:xfrm>
            <a:custGeom>
              <a:avLst/>
              <a:gdLst>
                <a:gd name="connsiteX0" fmla="*/ 679905 w 679905"/>
                <a:gd name="connsiteY0" fmla="*/ 1118161 h 1118161"/>
                <a:gd name="connsiteX1" fmla="*/ 11995 w 679905"/>
                <a:gd name="connsiteY1" fmla="*/ 60637 h 1118161"/>
                <a:gd name="connsiteX2" fmla="*/ 250534 w 679905"/>
                <a:gd name="connsiteY2" fmla="*/ 132199 h 1118161"/>
                <a:gd name="connsiteX3" fmla="*/ 250534 w 679905"/>
                <a:gd name="connsiteY3" fmla="*/ 156053 h 1118161"/>
                <a:gd name="connsiteX0" fmla="*/ 551259 w 551259"/>
                <a:gd name="connsiteY0" fmla="*/ 985962 h 985962"/>
                <a:gd name="connsiteX1" fmla="*/ 18521 w 551259"/>
                <a:gd name="connsiteY1" fmla="*/ 127221 h 985962"/>
                <a:gd name="connsiteX2" fmla="*/ 121888 w 551259"/>
                <a:gd name="connsiteY2" fmla="*/ 0 h 985962"/>
                <a:gd name="connsiteX3" fmla="*/ 121888 w 551259"/>
                <a:gd name="connsiteY3" fmla="*/ 23854 h 985962"/>
                <a:gd name="connsiteX0" fmla="*/ 551618 w 551618"/>
                <a:gd name="connsiteY0" fmla="*/ 962935 h 962935"/>
                <a:gd name="connsiteX1" fmla="*/ 18880 w 551618"/>
                <a:gd name="connsiteY1" fmla="*/ 104194 h 962935"/>
                <a:gd name="connsiteX2" fmla="*/ 122247 w 551618"/>
                <a:gd name="connsiteY2" fmla="*/ 827 h 962935"/>
                <a:gd name="connsiteX0" fmla="*/ 537530 w 708154"/>
                <a:gd name="connsiteY0" fmla="*/ 878895 h 878895"/>
                <a:gd name="connsiteX1" fmla="*/ 4792 w 708154"/>
                <a:gd name="connsiteY1" fmla="*/ 20154 h 878895"/>
                <a:gd name="connsiteX2" fmla="*/ 708154 w 708154"/>
                <a:gd name="connsiteY2" fmla="*/ 688083 h 878895"/>
                <a:gd name="connsiteX0" fmla="*/ 534847 w 705471"/>
                <a:gd name="connsiteY0" fmla="*/ 929622 h 929622"/>
                <a:gd name="connsiteX1" fmla="*/ 2109 w 705471"/>
                <a:gd name="connsiteY1" fmla="*/ 70881 h 929622"/>
                <a:gd name="connsiteX2" fmla="*/ 705471 w 705471"/>
                <a:gd name="connsiteY2" fmla="*/ 738810 h 929622"/>
                <a:gd name="connsiteX0" fmla="*/ 535024 w 646494"/>
                <a:gd name="connsiteY0" fmla="*/ 937389 h 937389"/>
                <a:gd name="connsiteX1" fmla="*/ 2286 w 646494"/>
                <a:gd name="connsiteY1" fmla="*/ 78648 h 937389"/>
                <a:gd name="connsiteX2" fmla="*/ 646493 w 646494"/>
                <a:gd name="connsiteY2" fmla="*/ 621126 h 937389"/>
                <a:gd name="connsiteX0" fmla="*/ 534848 w 705471"/>
                <a:gd name="connsiteY0" fmla="*/ 928601 h 928601"/>
                <a:gd name="connsiteX1" fmla="*/ 2110 w 705471"/>
                <a:gd name="connsiteY1" fmla="*/ 69860 h 928601"/>
                <a:gd name="connsiteX2" fmla="*/ 705471 w 705471"/>
                <a:gd name="connsiteY2" fmla="*/ 756375 h 928601"/>
                <a:gd name="connsiteX0" fmla="*/ 535082 w 629650"/>
                <a:gd name="connsiteY0" fmla="*/ 937710 h 937710"/>
                <a:gd name="connsiteX1" fmla="*/ 2344 w 629650"/>
                <a:gd name="connsiteY1" fmla="*/ 78969 h 937710"/>
                <a:gd name="connsiteX2" fmla="*/ 629650 w 629650"/>
                <a:gd name="connsiteY2" fmla="*/ 616799 h 937710"/>
                <a:gd name="connsiteX0" fmla="*/ 534769 w 734969"/>
                <a:gd name="connsiteY0" fmla="*/ 926882 h 926882"/>
                <a:gd name="connsiteX1" fmla="*/ 2031 w 734969"/>
                <a:gd name="connsiteY1" fmla="*/ 68141 h 926882"/>
                <a:gd name="connsiteX2" fmla="*/ 734969 w 734969"/>
                <a:gd name="connsiteY2" fmla="*/ 787180 h 926882"/>
                <a:gd name="connsiteX0" fmla="*/ 534887 w 735087"/>
                <a:gd name="connsiteY0" fmla="*/ 924393 h 924393"/>
                <a:gd name="connsiteX1" fmla="*/ 2149 w 735087"/>
                <a:gd name="connsiteY1" fmla="*/ 65652 h 924393"/>
                <a:gd name="connsiteX2" fmla="*/ 735087 w 735087"/>
                <a:gd name="connsiteY2" fmla="*/ 784691 h 924393"/>
                <a:gd name="connsiteX0" fmla="*/ 534693 w 734973"/>
                <a:gd name="connsiteY0" fmla="*/ 939106 h 939106"/>
                <a:gd name="connsiteX1" fmla="*/ 1955 w 734973"/>
                <a:gd name="connsiteY1" fmla="*/ 80365 h 939106"/>
                <a:gd name="connsiteX2" fmla="*/ 734893 w 734973"/>
                <a:gd name="connsiteY2" fmla="*/ 799404 h 939106"/>
                <a:gd name="connsiteX0" fmla="*/ 534979 w 735180"/>
                <a:gd name="connsiteY0" fmla="*/ 934833 h 934833"/>
                <a:gd name="connsiteX1" fmla="*/ 2241 w 735180"/>
                <a:gd name="connsiteY1" fmla="*/ 76092 h 934833"/>
                <a:gd name="connsiteX2" fmla="*/ 735179 w 735180"/>
                <a:gd name="connsiteY2" fmla="*/ 795131 h 9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5180" h="934833">
                  <a:moveTo>
                    <a:pt x="534979" y="934833"/>
                  </a:moveTo>
                  <a:cubicBezTo>
                    <a:pt x="236805" y="488234"/>
                    <a:pt x="73803" y="236443"/>
                    <a:pt x="2241" y="76092"/>
                  </a:cubicBezTo>
                  <a:cubicBezTo>
                    <a:pt x="-43968" y="-270114"/>
                    <a:pt x="638503" y="670190"/>
                    <a:pt x="735179" y="795131"/>
                  </a:cubicBezTo>
                </a:path>
              </a:pathLst>
            </a:cu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Freeform 3">
              <a:extLst>
                <a:ext uri="{FF2B5EF4-FFF2-40B4-BE49-F238E27FC236}">
                  <a16:creationId xmlns:a16="http://schemas.microsoft.com/office/drawing/2014/main" id="{94C4469F-64C8-9750-29E4-649542C344FF}"/>
                </a:ext>
              </a:extLst>
            </p:cNvPr>
            <p:cNvSpPr/>
            <p:nvPr/>
          </p:nvSpPr>
          <p:spPr>
            <a:xfrm>
              <a:off x="2328317" y="4066199"/>
              <a:ext cx="1170082" cy="1265418"/>
            </a:xfrm>
            <a:custGeom>
              <a:avLst/>
              <a:gdLst>
                <a:gd name="connsiteX0" fmla="*/ 609600 w 2057400"/>
                <a:gd name="connsiteY0" fmla="*/ 0 h 2349500"/>
                <a:gd name="connsiteX1" fmla="*/ 0 w 2057400"/>
                <a:gd name="connsiteY1" fmla="*/ 330200 h 2349500"/>
                <a:gd name="connsiteX2" fmla="*/ 1701800 w 2057400"/>
                <a:gd name="connsiteY2" fmla="*/ 2349500 h 2349500"/>
                <a:gd name="connsiteX3" fmla="*/ 2057400 w 2057400"/>
                <a:gd name="connsiteY3" fmla="*/ 1625600 h 2349500"/>
                <a:gd name="connsiteX4" fmla="*/ 609600 w 2057400"/>
                <a:gd name="connsiteY4" fmla="*/ 0 h 2349500"/>
                <a:gd name="connsiteX0" fmla="*/ 647700 w 2057400"/>
                <a:gd name="connsiteY0" fmla="*/ 0 h 2349500"/>
                <a:gd name="connsiteX1" fmla="*/ 0 w 2057400"/>
                <a:gd name="connsiteY1" fmla="*/ 330200 h 2349500"/>
                <a:gd name="connsiteX2" fmla="*/ 1701800 w 2057400"/>
                <a:gd name="connsiteY2" fmla="*/ 2349500 h 2349500"/>
                <a:gd name="connsiteX3" fmla="*/ 2057400 w 2057400"/>
                <a:gd name="connsiteY3" fmla="*/ 1625600 h 2349500"/>
                <a:gd name="connsiteX4" fmla="*/ 647700 w 2057400"/>
                <a:gd name="connsiteY4" fmla="*/ 0 h 2349500"/>
                <a:gd name="connsiteX0" fmla="*/ 657225 w 2057400"/>
                <a:gd name="connsiteY0" fmla="*/ 0 h 2363788"/>
                <a:gd name="connsiteX1" fmla="*/ 0 w 2057400"/>
                <a:gd name="connsiteY1" fmla="*/ 344488 h 2363788"/>
                <a:gd name="connsiteX2" fmla="*/ 1701800 w 2057400"/>
                <a:gd name="connsiteY2" fmla="*/ 2363788 h 2363788"/>
                <a:gd name="connsiteX3" fmla="*/ 2057400 w 2057400"/>
                <a:gd name="connsiteY3" fmla="*/ 1639888 h 2363788"/>
                <a:gd name="connsiteX4" fmla="*/ 657225 w 2057400"/>
                <a:gd name="connsiteY4" fmla="*/ 0 h 2363788"/>
                <a:gd name="connsiteX0" fmla="*/ 657225 w 2066925"/>
                <a:gd name="connsiteY0" fmla="*/ 0 h 2363788"/>
                <a:gd name="connsiteX1" fmla="*/ 0 w 2066925"/>
                <a:gd name="connsiteY1" fmla="*/ 344488 h 2363788"/>
                <a:gd name="connsiteX2" fmla="*/ 1701800 w 2066925"/>
                <a:gd name="connsiteY2" fmla="*/ 2363788 h 2363788"/>
                <a:gd name="connsiteX3" fmla="*/ 2066925 w 2066925"/>
                <a:gd name="connsiteY3" fmla="*/ 1601788 h 2363788"/>
                <a:gd name="connsiteX4" fmla="*/ 657225 w 2066925"/>
                <a:gd name="connsiteY4" fmla="*/ 0 h 2363788"/>
                <a:gd name="connsiteX0" fmla="*/ 657225 w 2066925"/>
                <a:gd name="connsiteY0" fmla="*/ 0 h 2363788"/>
                <a:gd name="connsiteX1" fmla="*/ 0 w 2066925"/>
                <a:gd name="connsiteY1" fmla="*/ 344488 h 2363788"/>
                <a:gd name="connsiteX2" fmla="*/ 1677987 w 2066925"/>
                <a:gd name="connsiteY2" fmla="*/ 2363788 h 2363788"/>
                <a:gd name="connsiteX3" fmla="*/ 2066925 w 2066925"/>
                <a:gd name="connsiteY3" fmla="*/ 1601788 h 2363788"/>
                <a:gd name="connsiteX4" fmla="*/ 657225 w 2066925"/>
                <a:gd name="connsiteY4" fmla="*/ 0 h 2363788"/>
                <a:gd name="connsiteX0" fmla="*/ 614363 w 2024063"/>
                <a:gd name="connsiteY0" fmla="*/ 0 h 2363788"/>
                <a:gd name="connsiteX1" fmla="*/ 0 w 2024063"/>
                <a:gd name="connsiteY1" fmla="*/ 354013 h 2363788"/>
                <a:gd name="connsiteX2" fmla="*/ 1635125 w 2024063"/>
                <a:gd name="connsiteY2" fmla="*/ 2363788 h 2363788"/>
                <a:gd name="connsiteX3" fmla="*/ 2024063 w 2024063"/>
                <a:gd name="connsiteY3" fmla="*/ 1601788 h 2363788"/>
                <a:gd name="connsiteX4" fmla="*/ 614363 w 2024063"/>
                <a:gd name="connsiteY4" fmla="*/ 0 h 236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63" h="2363788">
                  <a:moveTo>
                    <a:pt x="614363" y="0"/>
                  </a:moveTo>
                  <a:lnTo>
                    <a:pt x="0" y="354013"/>
                  </a:lnTo>
                  <a:lnTo>
                    <a:pt x="1635125" y="2363788"/>
                  </a:lnTo>
                  <a:lnTo>
                    <a:pt x="2024063" y="1601788"/>
                  </a:lnTo>
                  <a:lnTo>
                    <a:pt x="61436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accent1">
                    <a:lumMod val="70000"/>
                    <a:lumOff val="3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Freeform 4">
              <a:extLst>
                <a:ext uri="{FF2B5EF4-FFF2-40B4-BE49-F238E27FC236}">
                  <a16:creationId xmlns:a16="http://schemas.microsoft.com/office/drawing/2014/main" id="{E0D6C5B2-FB3F-7E8D-1193-E5E7C974FECC}"/>
                </a:ext>
              </a:extLst>
            </p:cNvPr>
            <p:cNvSpPr/>
            <p:nvPr/>
          </p:nvSpPr>
          <p:spPr>
            <a:xfrm>
              <a:off x="2154870" y="4289708"/>
              <a:ext cx="765371" cy="1210947"/>
            </a:xfrm>
            <a:custGeom>
              <a:avLst/>
              <a:gdLst>
                <a:gd name="connsiteX0" fmla="*/ 317500 w 1333500"/>
                <a:gd name="connsiteY0" fmla="*/ 0 h 2463800"/>
                <a:gd name="connsiteX1" fmla="*/ 0 w 1333500"/>
                <a:gd name="connsiteY1" fmla="*/ 165100 h 2463800"/>
                <a:gd name="connsiteX2" fmla="*/ 1104900 w 1333500"/>
                <a:gd name="connsiteY2" fmla="*/ 2463800 h 2463800"/>
                <a:gd name="connsiteX3" fmla="*/ 1333500 w 1333500"/>
                <a:gd name="connsiteY3" fmla="*/ 1689100 h 2463800"/>
                <a:gd name="connsiteX4" fmla="*/ 317500 w 1333500"/>
                <a:gd name="connsiteY4" fmla="*/ 0 h 2463800"/>
                <a:gd name="connsiteX0" fmla="*/ 331788 w 1333500"/>
                <a:gd name="connsiteY0" fmla="*/ 0 h 2416175"/>
                <a:gd name="connsiteX1" fmla="*/ 0 w 1333500"/>
                <a:gd name="connsiteY1" fmla="*/ 117475 h 2416175"/>
                <a:gd name="connsiteX2" fmla="*/ 1104900 w 1333500"/>
                <a:gd name="connsiteY2" fmla="*/ 2416175 h 2416175"/>
                <a:gd name="connsiteX3" fmla="*/ 1333500 w 1333500"/>
                <a:gd name="connsiteY3" fmla="*/ 1641475 h 2416175"/>
                <a:gd name="connsiteX4" fmla="*/ 331788 w 1333500"/>
                <a:gd name="connsiteY4" fmla="*/ 0 h 2416175"/>
                <a:gd name="connsiteX0" fmla="*/ 331788 w 1362075"/>
                <a:gd name="connsiteY0" fmla="*/ 0 h 2416175"/>
                <a:gd name="connsiteX1" fmla="*/ 0 w 1362075"/>
                <a:gd name="connsiteY1" fmla="*/ 117475 h 2416175"/>
                <a:gd name="connsiteX2" fmla="*/ 1104900 w 1362075"/>
                <a:gd name="connsiteY2" fmla="*/ 2416175 h 2416175"/>
                <a:gd name="connsiteX3" fmla="*/ 1362075 w 1362075"/>
                <a:gd name="connsiteY3" fmla="*/ 1736725 h 2416175"/>
                <a:gd name="connsiteX4" fmla="*/ 331788 w 1362075"/>
                <a:gd name="connsiteY4" fmla="*/ 0 h 2416175"/>
                <a:gd name="connsiteX0" fmla="*/ 331788 w 1381125"/>
                <a:gd name="connsiteY0" fmla="*/ 0 h 2416175"/>
                <a:gd name="connsiteX1" fmla="*/ 0 w 1381125"/>
                <a:gd name="connsiteY1" fmla="*/ 117475 h 2416175"/>
                <a:gd name="connsiteX2" fmla="*/ 1104900 w 1381125"/>
                <a:gd name="connsiteY2" fmla="*/ 2416175 h 2416175"/>
                <a:gd name="connsiteX3" fmla="*/ 1381125 w 1381125"/>
                <a:gd name="connsiteY3" fmla="*/ 1722437 h 2416175"/>
                <a:gd name="connsiteX4" fmla="*/ 331788 w 1381125"/>
                <a:gd name="connsiteY4" fmla="*/ 0 h 2416175"/>
                <a:gd name="connsiteX0" fmla="*/ 331788 w 1381125"/>
                <a:gd name="connsiteY0" fmla="*/ 0 h 2349500"/>
                <a:gd name="connsiteX1" fmla="*/ 0 w 1381125"/>
                <a:gd name="connsiteY1" fmla="*/ 117475 h 2349500"/>
                <a:gd name="connsiteX2" fmla="*/ 1152525 w 1381125"/>
                <a:gd name="connsiteY2" fmla="*/ 2349500 h 2349500"/>
                <a:gd name="connsiteX3" fmla="*/ 1381125 w 1381125"/>
                <a:gd name="connsiteY3" fmla="*/ 1722437 h 2349500"/>
                <a:gd name="connsiteX4" fmla="*/ 331788 w 1381125"/>
                <a:gd name="connsiteY4" fmla="*/ 0 h 2349500"/>
                <a:gd name="connsiteX0" fmla="*/ 284163 w 1333500"/>
                <a:gd name="connsiteY0" fmla="*/ 0 h 2349500"/>
                <a:gd name="connsiteX1" fmla="*/ 0 w 1333500"/>
                <a:gd name="connsiteY1" fmla="*/ 117475 h 2349500"/>
                <a:gd name="connsiteX2" fmla="*/ 1104900 w 1333500"/>
                <a:gd name="connsiteY2" fmla="*/ 2349500 h 2349500"/>
                <a:gd name="connsiteX3" fmla="*/ 1333500 w 1333500"/>
                <a:gd name="connsiteY3" fmla="*/ 1722437 h 2349500"/>
                <a:gd name="connsiteX4" fmla="*/ 284163 w 1333500"/>
                <a:gd name="connsiteY4" fmla="*/ 0 h 2349500"/>
                <a:gd name="connsiteX0" fmla="*/ 284163 w 1333500"/>
                <a:gd name="connsiteY0" fmla="*/ 0 h 2335212"/>
                <a:gd name="connsiteX1" fmla="*/ 0 w 1333500"/>
                <a:gd name="connsiteY1" fmla="*/ 117475 h 2335212"/>
                <a:gd name="connsiteX2" fmla="*/ 1109663 w 1333500"/>
                <a:gd name="connsiteY2" fmla="*/ 2335212 h 2335212"/>
                <a:gd name="connsiteX3" fmla="*/ 1333500 w 1333500"/>
                <a:gd name="connsiteY3" fmla="*/ 1722437 h 2335212"/>
                <a:gd name="connsiteX4" fmla="*/ 284163 w 1333500"/>
                <a:gd name="connsiteY4" fmla="*/ 0 h 2335212"/>
                <a:gd name="connsiteX0" fmla="*/ 284163 w 1333500"/>
                <a:gd name="connsiteY0" fmla="*/ 0 h 2349500"/>
                <a:gd name="connsiteX1" fmla="*/ 0 w 1333500"/>
                <a:gd name="connsiteY1" fmla="*/ 117475 h 2349500"/>
                <a:gd name="connsiteX2" fmla="*/ 1109663 w 1333500"/>
                <a:gd name="connsiteY2" fmla="*/ 2349500 h 2349500"/>
                <a:gd name="connsiteX3" fmla="*/ 1333500 w 1333500"/>
                <a:gd name="connsiteY3" fmla="*/ 1722437 h 2349500"/>
                <a:gd name="connsiteX4" fmla="*/ 284163 w 1333500"/>
                <a:gd name="connsiteY4" fmla="*/ 0 h 2349500"/>
                <a:gd name="connsiteX0" fmla="*/ 284163 w 1323975"/>
                <a:gd name="connsiteY0" fmla="*/ 0 h 2349500"/>
                <a:gd name="connsiteX1" fmla="*/ 0 w 1323975"/>
                <a:gd name="connsiteY1" fmla="*/ 117475 h 2349500"/>
                <a:gd name="connsiteX2" fmla="*/ 1109663 w 1323975"/>
                <a:gd name="connsiteY2" fmla="*/ 2349500 h 2349500"/>
                <a:gd name="connsiteX3" fmla="*/ 1323975 w 1323975"/>
                <a:gd name="connsiteY3" fmla="*/ 1727199 h 2349500"/>
                <a:gd name="connsiteX4" fmla="*/ 284163 w 1323975"/>
                <a:gd name="connsiteY4" fmla="*/ 0 h 2349500"/>
                <a:gd name="connsiteX0" fmla="*/ 284163 w 1323975"/>
                <a:gd name="connsiteY0" fmla="*/ 0 h 2262036"/>
                <a:gd name="connsiteX1" fmla="*/ 0 w 1323975"/>
                <a:gd name="connsiteY1" fmla="*/ 117475 h 2262036"/>
                <a:gd name="connsiteX2" fmla="*/ 1157371 w 1323975"/>
                <a:gd name="connsiteY2" fmla="*/ 2262036 h 2262036"/>
                <a:gd name="connsiteX3" fmla="*/ 1323975 w 1323975"/>
                <a:gd name="connsiteY3" fmla="*/ 1727199 h 2262036"/>
                <a:gd name="connsiteX4" fmla="*/ 284163 w 1323975"/>
                <a:gd name="connsiteY4" fmla="*/ 0 h 226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975" h="2262036">
                  <a:moveTo>
                    <a:pt x="284163" y="0"/>
                  </a:moveTo>
                  <a:lnTo>
                    <a:pt x="0" y="117475"/>
                  </a:lnTo>
                  <a:lnTo>
                    <a:pt x="1157371" y="2262036"/>
                  </a:lnTo>
                  <a:lnTo>
                    <a:pt x="1323975" y="1727199"/>
                  </a:lnTo>
                  <a:lnTo>
                    <a:pt x="2841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B31E36EC-8382-F5C0-DB8F-6DC5643CFAFB}"/>
                </a:ext>
              </a:extLst>
            </p:cNvPr>
            <p:cNvSpPr/>
            <p:nvPr/>
          </p:nvSpPr>
          <p:spPr>
            <a:xfrm>
              <a:off x="2321062" y="4255714"/>
              <a:ext cx="952497" cy="1075903"/>
            </a:xfrm>
            <a:custGeom>
              <a:avLst/>
              <a:gdLst>
                <a:gd name="connsiteX0" fmla="*/ 1625600 w 1625600"/>
                <a:gd name="connsiteY0" fmla="*/ 1981200 h 1981200"/>
                <a:gd name="connsiteX1" fmla="*/ 1016000 w 1625600"/>
                <a:gd name="connsiteY1" fmla="*/ 1752600 h 1981200"/>
                <a:gd name="connsiteX2" fmla="*/ 0 w 1625600"/>
                <a:gd name="connsiteY2" fmla="*/ 0 h 1981200"/>
                <a:gd name="connsiteX3" fmla="*/ 1625600 w 1625600"/>
                <a:gd name="connsiteY3" fmla="*/ 1981200 h 1981200"/>
                <a:gd name="connsiteX0" fmla="*/ 1611312 w 1611312"/>
                <a:gd name="connsiteY0" fmla="*/ 2009775 h 2009775"/>
                <a:gd name="connsiteX1" fmla="*/ 1001712 w 1611312"/>
                <a:gd name="connsiteY1" fmla="*/ 1781175 h 2009775"/>
                <a:gd name="connsiteX2" fmla="*/ 0 w 1611312"/>
                <a:gd name="connsiteY2" fmla="*/ 0 h 2009775"/>
                <a:gd name="connsiteX3" fmla="*/ 1611312 w 1611312"/>
                <a:gd name="connsiteY3" fmla="*/ 2009775 h 2009775"/>
                <a:gd name="connsiteX0" fmla="*/ 1642913 w 1642913"/>
                <a:gd name="connsiteY0" fmla="*/ 2009775 h 2009775"/>
                <a:gd name="connsiteX1" fmla="*/ 1033313 w 1642913"/>
                <a:gd name="connsiteY1" fmla="*/ 1781175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42913 w 1642913"/>
                <a:gd name="connsiteY0" fmla="*/ 2009775 h 2009775"/>
                <a:gd name="connsiteX1" fmla="*/ 1033313 w 1642913"/>
                <a:gd name="connsiteY1" fmla="*/ 1781175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42913 w 1642913"/>
                <a:gd name="connsiteY0" fmla="*/ 2009775 h 2009775"/>
                <a:gd name="connsiteX1" fmla="*/ 1028550 w 1642913"/>
                <a:gd name="connsiteY1" fmla="*/ 1785937 h 2009775"/>
                <a:gd name="connsiteX2" fmla="*/ 0 w 1642913"/>
                <a:gd name="connsiteY2" fmla="*/ 55564 h 2009775"/>
                <a:gd name="connsiteX3" fmla="*/ 31601 w 1642913"/>
                <a:gd name="connsiteY3" fmla="*/ 0 h 2009775"/>
                <a:gd name="connsiteX4" fmla="*/ 1642913 w 1642913"/>
                <a:gd name="connsiteY4" fmla="*/ 2009775 h 2009775"/>
                <a:gd name="connsiteX0" fmla="*/ 1652438 w 1652438"/>
                <a:gd name="connsiteY0" fmla="*/ 2000250 h 2000250"/>
                <a:gd name="connsiteX1" fmla="*/ 1028550 w 1652438"/>
                <a:gd name="connsiteY1" fmla="*/ 1785937 h 2000250"/>
                <a:gd name="connsiteX2" fmla="*/ 0 w 1652438"/>
                <a:gd name="connsiteY2" fmla="*/ 55564 h 2000250"/>
                <a:gd name="connsiteX3" fmla="*/ 31601 w 1652438"/>
                <a:gd name="connsiteY3" fmla="*/ 0 h 2000250"/>
                <a:gd name="connsiteX4" fmla="*/ 1652438 w 1652438"/>
                <a:gd name="connsiteY4" fmla="*/ 2000250 h 2000250"/>
                <a:gd name="connsiteX0" fmla="*/ 1671488 w 1671488"/>
                <a:gd name="connsiteY0" fmla="*/ 2014538 h 2014538"/>
                <a:gd name="connsiteX1" fmla="*/ 1028550 w 1671488"/>
                <a:gd name="connsiteY1" fmla="*/ 1785937 h 2014538"/>
                <a:gd name="connsiteX2" fmla="*/ 0 w 1671488"/>
                <a:gd name="connsiteY2" fmla="*/ 55564 h 2014538"/>
                <a:gd name="connsiteX3" fmla="*/ 31601 w 1671488"/>
                <a:gd name="connsiteY3" fmla="*/ 0 h 2014538"/>
                <a:gd name="connsiteX4" fmla="*/ 1671488 w 1671488"/>
                <a:gd name="connsiteY4" fmla="*/ 2014538 h 2014538"/>
                <a:gd name="connsiteX0" fmla="*/ 1657200 w 1657200"/>
                <a:gd name="connsiteY0" fmla="*/ 2009776 h 2009776"/>
                <a:gd name="connsiteX1" fmla="*/ 1028550 w 1657200"/>
                <a:gd name="connsiteY1" fmla="*/ 1785937 h 2009776"/>
                <a:gd name="connsiteX2" fmla="*/ 0 w 1657200"/>
                <a:gd name="connsiteY2" fmla="*/ 55564 h 2009776"/>
                <a:gd name="connsiteX3" fmla="*/ 31601 w 1657200"/>
                <a:gd name="connsiteY3" fmla="*/ 0 h 2009776"/>
                <a:gd name="connsiteX4" fmla="*/ 1657200 w 1657200"/>
                <a:gd name="connsiteY4" fmla="*/ 2009776 h 2009776"/>
                <a:gd name="connsiteX0" fmla="*/ 1642912 w 1642912"/>
                <a:gd name="connsiteY0" fmla="*/ 2009776 h 2009776"/>
                <a:gd name="connsiteX1" fmla="*/ 1014262 w 1642912"/>
                <a:gd name="connsiteY1" fmla="*/ 1785937 h 2009776"/>
                <a:gd name="connsiteX2" fmla="*/ 0 w 1642912"/>
                <a:gd name="connsiteY2" fmla="*/ 65089 h 2009776"/>
                <a:gd name="connsiteX3" fmla="*/ 17313 w 1642912"/>
                <a:gd name="connsiteY3" fmla="*/ 0 h 2009776"/>
                <a:gd name="connsiteX4" fmla="*/ 1642912 w 1642912"/>
                <a:gd name="connsiteY4" fmla="*/ 2009776 h 2009776"/>
                <a:gd name="connsiteX0" fmla="*/ 1647675 w 1647675"/>
                <a:gd name="connsiteY0" fmla="*/ 2009776 h 2009776"/>
                <a:gd name="connsiteX1" fmla="*/ 1019025 w 1647675"/>
                <a:gd name="connsiteY1" fmla="*/ 1785937 h 2009776"/>
                <a:gd name="connsiteX2" fmla="*/ 0 w 1647675"/>
                <a:gd name="connsiteY2" fmla="*/ 74614 h 2009776"/>
                <a:gd name="connsiteX3" fmla="*/ 22076 w 1647675"/>
                <a:gd name="connsiteY3" fmla="*/ 0 h 2009776"/>
                <a:gd name="connsiteX4" fmla="*/ 1647675 w 1647675"/>
                <a:gd name="connsiteY4" fmla="*/ 2009776 h 2009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675" h="2009776">
                  <a:moveTo>
                    <a:pt x="1647675" y="2009776"/>
                  </a:moveTo>
                  <a:lnTo>
                    <a:pt x="1019025" y="1785937"/>
                  </a:lnTo>
                  <a:cubicBezTo>
                    <a:pt x="707925" y="1234546"/>
                    <a:pt x="330150" y="621242"/>
                    <a:pt x="0" y="74614"/>
                  </a:cubicBezTo>
                  <a:lnTo>
                    <a:pt x="22076" y="0"/>
                  </a:lnTo>
                  <a:lnTo>
                    <a:pt x="1647675" y="200977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</a:schemeClr>
                </a:gs>
                <a:gs pos="100000">
                  <a:schemeClr val="accent1">
                    <a:lumMod val="7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1844EDCB-885F-6DA0-A04F-4AD3DD32DEBF}"/>
                </a:ext>
              </a:extLst>
            </p:cNvPr>
            <p:cNvSpPr/>
            <p:nvPr/>
          </p:nvSpPr>
          <p:spPr>
            <a:xfrm>
              <a:off x="2821184" y="5207539"/>
              <a:ext cx="459717" cy="302479"/>
            </a:xfrm>
            <a:custGeom>
              <a:avLst/>
              <a:gdLst>
                <a:gd name="connsiteX0" fmla="*/ 889000 w 889000"/>
                <a:gd name="connsiteY0" fmla="*/ 215900 h 622300"/>
                <a:gd name="connsiteX1" fmla="*/ 0 w 889000"/>
                <a:gd name="connsiteY1" fmla="*/ 622300 h 622300"/>
                <a:gd name="connsiteX2" fmla="*/ 266700 w 889000"/>
                <a:gd name="connsiteY2" fmla="*/ 0 h 622300"/>
                <a:gd name="connsiteX3" fmla="*/ 889000 w 889000"/>
                <a:gd name="connsiteY3" fmla="*/ 215900 h 622300"/>
                <a:gd name="connsiteX0" fmla="*/ 903288 w 903288"/>
                <a:gd name="connsiteY0" fmla="*/ 201612 h 622300"/>
                <a:gd name="connsiteX1" fmla="*/ 0 w 903288"/>
                <a:gd name="connsiteY1" fmla="*/ 622300 h 622300"/>
                <a:gd name="connsiteX2" fmla="*/ 266700 w 903288"/>
                <a:gd name="connsiteY2" fmla="*/ 0 h 622300"/>
                <a:gd name="connsiteX3" fmla="*/ 903288 w 903288"/>
                <a:gd name="connsiteY3" fmla="*/ 201612 h 622300"/>
                <a:gd name="connsiteX0" fmla="*/ 903288 w 903288"/>
                <a:gd name="connsiteY0" fmla="*/ 215900 h 636588"/>
                <a:gd name="connsiteX1" fmla="*/ 0 w 903288"/>
                <a:gd name="connsiteY1" fmla="*/ 636588 h 636588"/>
                <a:gd name="connsiteX2" fmla="*/ 285750 w 903288"/>
                <a:gd name="connsiteY2" fmla="*/ 0 h 636588"/>
                <a:gd name="connsiteX3" fmla="*/ 903288 w 903288"/>
                <a:gd name="connsiteY3" fmla="*/ 215900 h 636588"/>
                <a:gd name="connsiteX0" fmla="*/ 903288 w 903288"/>
                <a:gd name="connsiteY0" fmla="*/ 215900 h 636588"/>
                <a:gd name="connsiteX1" fmla="*/ 0 w 903288"/>
                <a:gd name="connsiteY1" fmla="*/ 636588 h 636588"/>
                <a:gd name="connsiteX2" fmla="*/ 266700 w 903288"/>
                <a:gd name="connsiteY2" fmla="*/ 0 h 636588"/>
                <a:gd name="connsiteX3" fmla="*/ 903288 w 903288"/>
                <a:gd name="connsiteY3" fmla="*/ 215900 h 636588"/>
                <a:gd name="connsiteX0" fmla="*/ 850900 w 850900"/>
                <a:gd name="connsiteY0" fmla="*/ 215900 h 622301"/>
                <a:gd name="connsiteX1" fmla="*/ 0 w 850900"/>
                <a:gd name="connsiteY1" fmla="*/ 622301 h 622301"/>
                <a:gd name="connsiteX2" fmla="*/ 214312 w 850900"/>
                <a:gd name="connsiteY2" fmla="*/ 0 h 622301"/>
                <a:gd name="connsiteX3" fmla="*/ 850900 w 850900"/>
                <a:gd name="connsiteY3" fmla="*/ 215900 h 622301"/>
                <a:gd name="connsiteX0" fmla="*/ 850900 w 850900"/>
                <a:gd name="connsiteY0" fmla="*/ 230187 h 636588"/>
                <a:gd name="connsiteX1" fmla="*/ 0 w 850900"/>
                <a:gd name="connsiteY1" fmla="*/ 636588 h 636588"/>
                <a:gd name="connsiteX2" fmla="*/ 209549 w 850900"/>
                <a:gd name="connsiteY2" fmla="*/ 0 h 636588"/>
                <a:gd name="connsiteX3" fmla="*/ 850900 w 850900"/>
                <a:gd name="connsiteY3" fmla="*/ 230187 h 636588"/>
                <a:gd name="connsiteX0" fmla="*/ 803192 w 803192"/>
                <a:gd name="connsiteY0" fmla="*/ 230187 h 525270"/>
                <a:gd name="connsiteX1" fmla="*/ 0 w 803192"/>
                <a:gd name="connsiteY1" fmla="*/ 525270 h 525270"/>
                <a:gd name="connsiteX2" fmla="*/ 161841 w 803192"/>
                <a:gd name="connsiteY2" fmla="*/ 0 h 525270"/>
                <a:gd name="connsiteX3" fmla="*/ 803192 w 803192"/>
                <a:gd name="connsiteY3" fmla="*/ 230187 h 525270"/>
                <a:gd name="connsiteX0" fmla="*/ 795241 w 795241"/>
                <a:gd name="connsiteY0" fmla="*/ 230187 h 565027"/>
                <a:gd name="connsiteX1" fmla="*/ 0 w 795241"/>
                <a:gd name="connsiteY1" fmla="*/ 565027 h 565027"/>
                <a:gd name="connsiteX2" fmla="*/ 153890 w 795241"/>
                <a:gd name="connsiteY2" fmla="*/ 0 h 565027"/>
                <a:gd name="connsiteX3" fmla="*/ 795241 w 795241"/>
                <a:gd name="connsiteY3" fmla="*/ 230187 h 56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5241" h="565027">
                  <a:moveTo>
                    <a:pt x="795241" y="230187"/>
                  </a:moveTo>
                  <a:lnTo>
                    <a:pt x="0" y="565027"/>
                  </a:lnTo>
                  <a:lnTo>
                    <a:pt x="153890" y="0"/>
                  </a:lnTo>
                  <a:lnTo>
                    <a:pt x="795241" y="23018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accent1">
                    <a:lumMod val="70000"/>
                    <a:lumOff val="3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Freeform 65">
              <a:extLst>
                <a:ext uri="{FF2B5EF4-FFF2-40B4-BE49-F238E27FC236}">
                  <a16:creationId xmlns:a16="http://schemas.microsoft.com/office/drawing/2014/main" id="{58024E8E-B53A-695F-EBA6-84CB9C3202EB}"/>
                </a:ext>
              </a:extLst>
            </p:cNvPr>
            <p:cNvSpPr/>
            <p:nvPr/>
          </p:nvSpPr>
          <p:spPr>
            <a:xfrm>
              <a:off x="2139707" y="3657497"/>
              <a:ext cx="546736" cy="632213"/>
            </a:xfrm>
            <a:custGeom>
              <a:avLst/>
              <a:gdLst>
                <a:gd name="connsiteX0" fmla="*/ 679905 w 679905"/>
                <a:gd name="connsiteY0" fmla="*/ 1118161 h 1118161"/>
                <a:gd name="connsiteX1" fmla="*/ 11995 w 679905"/>
                <a:gd name="connsiteY1" fmla="*/ 60637 h 1118161"/>
                <a:gd name="connsiteX2" fmla="*/ 250534 w 679905"/>
                <a:gd name="connsiteY2" fmla="*/ 132199 h 1118161"/>
                <a:gd name="connsiteX3" fmla="*/ 250534 w 679905"/>
                <a:gd name="connsiteY3" fmla="*/ 156053 h 1118161"/>
                <a:gd name="connsiteX0" fmla="*/ 551259 w 551259"/>
                <a:gd name="connsiteY0" fmla="*/ 985962 h 985962"/>
                <a:gd name="connsiteX1" fmla="*/ 18521 w 551259"/>
                <a:gd name="connsiteY1" fmla="*/ 127221 h 985962"/>
                <a:gd name="connsiteX2" fmla="*/ 121888 w 551259"/>
                <a:gd name="connsiteY2" fmla="*/ 0 h 985962"/>
                <a:gd name="connsiteX3" fmla="*/ 121888 w 551259"/>
                <a:gd name="connsiteY3" fmla="*/ 23854 h 985962"/>
                <a:gd name="connsiteX0" fmla="*/ 551618 w 551618"/>
                <a:gd name="connsiteY0" fmla="*/ 962935 h 962935"/>
                <a:gd name="connsiteX1" fmla="*/ 18880 w 551618"/>
                <a:gd name="connsiteY1" fmla="*/ 104194 h 962935"/>
                <a:gd name="connsiteX2" fmla="*/ 122247 w 551618"/>
                <a:gd name="connsiteY2" fmla="*/ 827 h 962935"/>
                <a:gd name="connsiteX0" fmla="*/ 537530 w 708154"/>
                <a:gd name="connsiteY0" fmla="*/ 878895 h 878895"/>
                <a:gd name="connsiteX1" fmla="*/ 4792 w 708154"/>
                <a:gd name="connsiteY1" fmla="*/ 20154 h 878895"/>
                <a:gd name="connsiteX2" fmla="*/ 708154 w 708154"/>
                <a:gd name="connsiteY2" fmla="*/ 688083 h 878895"/>
                <a:gd name="connsiteX0" fmla="*/ 534847 w 705471"/>
                <a:gd name="connsiteY0" fmla="*/ 929622 h 929622"/>
                <a:gd name="connsiteX1" fmla="*/ 2109 w 705471"/>
                <a:gd name="connsiteY1" fmla="*/ 70881 h 929622"/>
                <a:gd name="connsiteX2" fmla="*/ 705471 w 705471"/>
                <a:gd name="connsiteY2" fmla="*/ 738810 h 929622"/>
                <a:gd name="connsiteX0" fmla="*/ 535024 w 646494"/>
                <a:gd name="connsiteY0" fmla="*/ 937389 h 937389"/>
                <a:gd name="connsiteX1" fmla="*/ 2286 w 646494"/>
                <a:gd name="connsiteY1" fmla="*/ 78648 h 937389"/>
                <a:gd name="connsiteX2" fmla="*/ 646493 w 646494"/>
                <a:gd name="connsiteY2" fmla="*/ 621126 h 937389"/>
                <a:gd name="connsiteX0" fmla="*/ 534848 w 705471"/>
                <a:gd name="connsiteY0" fmla="*/ 928601 h 928601"/>
                <a:gd name="connsiteX1" fmla="*/ 2110 w 705471"/>
                <a:gd name="connsiteY1" fmla="*/ 69860 h 928601"/>
                <a:gd name="connsiteX2" fmla="*/ 705471 w 705471"/>
                <a:gd name="connsiteY2" fmla="*/ 756375 h 928601"/>
                <a:gd name="connsiteX0" fmla="*/ 535082 w 629650"/>
                <a:gd name="connsiteY0" fmla="*/ 937710 h 937710"/>
                <a:gd name="connsiteX1" fmla="*/ 2344 w 629650"/>
                <a:gd name="connsiteY1" fmla="*/ 78969 h 937710"/>
                <a:gd name="connsiteX2" fmla="*/ 629650 w 629650"/>
                <a:gd name="connsiteY2" fmla="*/ 616799 h 937710"/>
                <a:gd name="connsiteX0" fmla="*/ 534769 w 734969"/>
                <a:gd name="connsiteY0" fmla="*/ 926882 h 926882"/>
                <a:gd name="connsiteX1" fmla="*/ 2031 w 734969"/>
                <a:gd name="connsiteY1" fmla="*/ 68141 h 926882"/>
                <a:gd name="connsiteX2" fmla="*/ 734969 w 734969"/>
                <a:gd name="connsiteY2" fmla="*/ 787180 h 926882"/>
                <a:gd name="connsiteX0" fmla="*/ 534887 w 735087"/>
                <a:gd name="connsiteY0" fmla="*/ 924393 h 924393"/>
                <a:gd name="connsiteX1" fmla="*/ 2149 w 735087"/>
                <a:gd name="connsiteY1" fmla="*/ 65652 h 924393"/>
                <a:gd name="connsiteX2" fmla="*/ 735087 w 735087"/>
                <a:gd name="connsiteY2" fmla="*/ 784691 h 924393"/>
                <a:gd name="connsiteX0" fmla="*/ 534693 w 734973"/>
                <a:gd name="connsiteY0" fmla="*/ 939106 h 939106"/>
                <a:gd name="connsiteX1" fmla="*/ 1955 w 734973"/>
                <a:gd name="connsiteY1" fmla="*/ 80365 h 939106"/>
                <a:gd name="connsiteX2" fmla="*/ 734893 w 734973"/>
                <a:gd name="connsiteY2" fmla="*/ 799404 h 939106"/>
                <a:gd name="connsiteX0" fmla="*/ 534979 w 735180"/>
                <a:gd name="connsiteY0" fmla="*/ 934833 h 934833"/>
                <a:gd name="connsiteX1" fmla="*/ 2241 w 735180"/>
                <a:gd name="connsiteY1" fmla="*/ 76092 h 934833"/>
                <a:gd name="connsiteX2" fmla="*/ 735179 w 735180"/>
                <a:gd name="connsiteY2" fmla="*/ 795131 h 9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5180" h="934833">
                  <a:moveTo>
                    <a:pt x="534979" y="934833"/>
                  </a:moveTo>
                  <a:cubicBezTo>
                    <a:pt x="236805" y="488234"/>
                    <a:pt x="73803" y="236443"/>
                    <a:pt x="2241" y="76092"/>
                  </a:cubicBezTo>
                  <a:cubicBezTo>
                    <a:pt x="-43968" y="-270114"/>
                    <a:pt x="638503" y="670190"/>
                    <a:pt x="735179" y="795131"/>
                  </a:cubicBezTo>
                </a:path>
              </a:pathLst>
            </a:cu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60274B3-24B1-C511-C6BF-8791CF91618F}"/>
              </a:ext>
            </a:extLst>
          </p:cNvPr>
          <p:cNvGrpSpPr/>
          <p:nvPr/>
        </p:nvGrpSpPr>
        <p:grpSpPr>
          <a:xfrm>
            <a:off x="10858242" y="1187704"/>
            <a:ext cx="464261" cy="740082"/>
            <a:chOff x="3253160" y="3130845"/>
            <a:chExt cx="329085" cy="524597"/>
          </a:xfrm>
        </p:grpSpPr>
        <p:sp>
          <p:nvSpPr>
            <p:cNvPr id="79" name="Rounded Rectangle 56">
              <a:extLst>
                <a:ext uri="{FF2B5EF4-FFF2-40B4-BE49-F238E27FC236}">
                  <a16:creationId xmlns:a16="http://schemas.microsoft.com/office/drawing/2014/main" id="{04DE930E-40B4-651F-9AF1-9BB68052C272}"/>
                </a:ext>
              </a:extLst>
            </p:cNvPr>
            <p:cNvSpPr/>
            <p:nvPr/>
          </p:nvSpPr>
          <p:spPr>
            <a:xfrm rot="2964982">
              <a:off x="3174213" y="3209792"/>
              <a:ext cx="486979" cy="32908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Rectangle 57">
              <a:extLst>
                <a:ext uri="{FF2B5EF4-FFF2-40B4-BE49-F238E27FC236}">
                  <a16:creationId xmlns:a16="http://schemas.microsoft.com/office/drawing/2014/main" id="{EDEEA03A-BBB2-2A97-D965-6E155B8ED6FB}"/>
                </a:ext>
              </a:extLst>
            </p:cNvPr>
            <p:cNvSpPr/>
            <p:nvPr/>
          </p:nvSpPr>
          <p:spPr>
            <a:xfrm rot="2964982">
              <a:off x="3130251" y="3371821"/>
              <a:ext cx="486925" cy="8031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3" name="Freeform: Shape 274">
            <a:extLst>
              <a:ext uri="{FF2B5EF4-FFF2-40B4-BE49-F238E27FC236}">
                <a16:creationId xmlns:a16="http://schemas.microsoft.com/office/drawing/2014/main" id="{E5DE5A15-63E7-78D4-D861-443E522E7FDD}"/>
              </a:ext>
            </a:extLst>
          </p:cNvPr>
          <p:cNvSpPr/>
          <p:nvPr/>
        </p:nvSpPr>
        <p:spPr>
          <a:xfrm rot="18548999">
            <a:off x="9987411" y="1052472"/>
            <a:ext cx="547003" cy="484686"/>
          </a:xfrm>
          <a:custGeom>
            <a:avLst/>
            <a:gdLst>
              <a:gd name="connsiteX0" fmla="*/ 1215083 w 1243003"/>
              <a:gd name="connsiteY0" fmla="*/ 913638 h 1101395"/>
              <a:gd name="connsiteX1" fmla="*/ 1087828 w 1243003"/>
              <a:gd name="connsiteY1" fmla="*/ 835724 h 1101395"/>
              <a:gd name="connsiteX2" fmla="*/ 1062683 w 1243003"/>
              <a:gd name="connsiteY2" fmla="*/ 816198 h 1101395"/>
              <a:gd name="connsiteX3" fmla="*/ 848751 w 1243003"/>
              <a:gd name="connsiteY3" fmla="*/ 761905 h 1101395"/>
              <a:gd name="connsiteX4" fmla="*/ 680921 w 1243003"/>
              <a:gd name="connsiteY4" fmla="*/ 717042 h 1101395"/>
              <a:gd name="connsiteX5" fmla="*/ 354785 w 1243003"/>
              <a:gd name="connsiteY5" fmla="*/ 274606 h 1101395"/>
              <a:gd name="connsiteX6" fmla="*/ 192860 w 1243003"/>
              <a:gd name="connsiteY6" fmla="*/ 18574 h 1101395"/>
              <a:gd name="connsiteX7" fmla="*/ 144473 w 1243003"/>
              <a:gd name="connsiteY7" fmla="*/ 13431 h 1101395"/>
              <a:gd name="connsiteX8" fmla="*/ 35983 w 1243003"/>
              <a:gd name="connsiteY8" fmla="*/ 161925 h 1101395"/>
              <a:gd name="connsiteX9" fmla="*/ 28744 w 1243003"/>
              <a:gd name="connsiteY9" fmla="*/ 401670 h 1101395"/>
              <a:gd name="connsiteX10" fmla="*/ 81417 w 1243003"/>
              <a:gd name="connsiteY10" fmla="*/ 597694 h 1101395"/>
              <a:gd name="connsiteX11" fmla="*/ 99419 w 1243003"/>
              <a:gd name="connsiteY11" fmla="*/ 1046512 h 1101395"/>
              <a:gd name="connsiteX12" fmla="*/ 104182 w 1243003"/>
              <a:gd name="connsiteY12" fmla="*/ 1084993 h 1101395"/>
              <a:gd name="connsiteX13" fmla="*/ 142377 w 1243003"/>
              <a:gd name="connsiteY13" fmla="*/ 1071277 h 1101395"/>
              <a:gd name="connsiteX14" fmla="*/ 154188 w 1243003"/>
              <a:gd name="connsiteY14" fmla="*/ 571024 h 1101395"/>
              <a:gd name="connsiteX15" fmla="*/ 256010 w 1243003"/>
              <a:gd name="connsiteY15" fmla="*/ 537020 h 1101395"/>
              <a:gd name="connsiteX16" fmla="*/ 305636 w 1243003"/>
              <a:gd name="connsiteY16" fmla="*/ 579882 h 1101395"/>
              <a:gd name="connsiteX17" fmla="*/ 529378 w 1243003"/>
              <a:gd name="connsiteY17" fmla="*/ 947166 h 1101395"/>
              <a:gd name="connsiteX18" fmla="*/ 661966 w 1243003"/>
              <a:gd name="connsiteY18" fmla="*/ 1081088 h 1101395"/>
              <a:gd name="connsiteX19" fmla="*/ 880374 w 1243003"/>
              <a:gd name="connsiteY19" fmla="*/ 1095185 h 1101395"/>
              <a:gd name="connsiteX20" fmla="*/ 1150408 w 1243003"/>
              <a:gd name="connsiteY20" fmla="*/ 1036892 h 1101395"/>
              <a:gd name="connsiteX21" fmla="*/ 1237657 w 1243003"/>
              <a:gd name="connsiteY21" fmla="*/ 961549 h 1101395"/>
              <a:gd name="connsiteX22" fmla="*/ 1215083 w 1243003"/>
              <a:gd name="connsiteY22" fmla="*/ 913638 h 1101395"/>
              <a:gd name="connsiteX23" fmla="*/ 110659 w 1243003"/>
              <a:gd name="connsiteY23" fmla="*/ 1072706 h 1101395"/>
              <a:gd name="connsiteX24" fmla="*/ 114278 w 1243003"/>
              <a:gd name="connsiteY24" fmla="*/ 1073849 h 1101395"/>
              <a:gd name="connsiteX25" fmla="*/ 110659 w 1243003"/>
              <a:gd name="connsiteY25" fmla="*/ 1077468 h 1101395"/>
              <a:gd name="connsiteX26" fmla="*/ 110659 w 1243003"/>
              <a:gd name="connsiteY26" fmla="*/ 1072706 h 110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43003" h="1101395">
                <a:moveTo>
                  <a:pt x="1215083" y="913638"/>
                </a:moveTo>
                <a:cubicBezTo>
                  <a:pt x="1142788" y="930402"/>
                  <a:pt x="1115546" y="886111"/>
                  <a:pt x="1087828" y="835724"/>
                </a:cubicBezTo>
                <a:cubicBezTo>
                  <a:pt x="1082971" y="826866"/>
                  <a:pt x="1075065" y="817341"/>
                  <a:pt x="1062683" y="816198"/>
                </a:cubicBezTo>
                <a:cubicBezTo>
                  <a:pt x="995627" y="781146"/>
                  <a:pt x="925808" y="751904"/>
                  <a:pt x="848751" y="761905"/>
                </a:cubicBezTo>
                <a:cubicBezTo>
                  <a:pt x="784933" y="770097"/>
                  <a:pt x="730355" y="756476"/>
                  <a:pt x="680921" y="717042"/>
                </a:cubicBezTo>
                <a:cubicBezTo>
                  <a:pt x="557286" y="580549"/>
                  <a:pt x="471371" y="416243"/>
                  <a:pt x="354785" y="274606"/>
                </a:cubicBezTo>
                <a:cubicBezTo>
                  <a:pt x="300587" y="189357"/>
                  <a:pt x="245533" y="104680"/>
                  <a:pt x="192860" y="18574"/>
                </a:cubicBezTo>
                <a:cubicBezTo>
                  <a:pt x="176572" y="-8096"/>
                  <a:pt x="162570" y="-2571"/>
                  <a:pt x="144473" y="13431"/>
                </a:cubicBezTo>
                <a:cubicBezTo>
                  <a:pt x="97514" y="55055"/>
                  <a:pt x="65606" y="107347"/>
                  <a:pt x="35983" y="161925"/>
                </a:cubicBezTo>
                <a:cubicBezTo>
                  <a:pt x="-7070" y="241173"/>
                  <a:pt x="-13928" y="319374"/>
                  <a:pt x="28744" y="401670"/>
                </a:cubicBezTo>
                <a:cubicBezTo>
                  <a:pt x="60367" y="462630"/>
                  <a:pt x="69035" y="530733"/>
                  <a:pt x="81417" y="597694"/>
                </a:cubicBezTo>
                <a:cubicBezTo>
                  <a:pt x="93609" y="663702"/>
                  <a:pt x="97705" y="963168"/>
                  <a:pt x="99419" y="1046512"/>
                </a:cubicBezTo>
                <a:cubicBezTo>
                  <a:pt x="99705" y="1058228"/>
                  <a:pt x="94942" y="1075468"/>
                  <a:pt x="104182" y="1084993"/>
                </a:cubicBezTo>
                <a:cubicBezTo>
                  <a:pt x="117136" y="1098328"/>
                  <a:pt x="140663" y="1089470"/>
                  <a:pt x="142377" y="1071277"/>
                </a:cubicBezTo>
                <a:cubicBezTo>
                  <a:pt x="143330" y="1060990"/>
                  <a:pt x="147044" y="594551"/>
                  <a:pt x="154188" y="571024"/>
                </a:cubicBezTo>
                <a:cubicBezTo>
                  <a:pt x="172000" y="512255"/>
                  <a:pt x="206290" y="501206"/>
                  <a:pt x="256010" y="537020"/>
                </a:cubicBezTo>
                <a:cubicBezTo>
                  <a:pt x="273632" y="549783"/>
                  <a:pt x="289157" y="565500"/>
                  <a:pt x="305636" y="579882"/>
                </a:cubicBezTo>
                <a:cubicBezTo>
                  <a:pt x="397838" y="691611"/>
                  <a:pt x="472609" y="813531"/>
                  <a:pt x="529378" y="947166"/>
                </a:cubicBezTo>
                <a:cubicBezTo>
                  <a:pt x="555191" y="1007936"/>
                  <a:pt x="595958" y="1054608"/>
                  <a:pt x="661966" y="1081088"/>
                </a:cubicBezTo>
                <a:cubicBezTo>
                  <a:pt x="720640" y="1104710"/>
                  <a:pt x="826558" y="1105281"/>
                  <a:pt x="880374" y="1095185"/>
                </a:cubicBezTo>
                <a:cubicBezTo>
                  <a:pt x="972576" y="1085850"/>
                  <a:pt x="1065826" y="1081374"/>
                  <a:pt x="1150408" y="1036892"/>
                </a:cubicBezTo>
                <a:cubicBezTo>
                  <a:pt x="1188603" y="1022319"/>
                  <a:pt x="1219179" y="998792"/>
                  <a:pt x="1237657" y="961549"/>
                </a:cubicBezTo>
                <a:cubicBezTo>
                  <a:pt x="1250516" y="935641"/>
                  <a:pt x="1239085" y="908114"/>
                  <a:pt x="1215083" y="913638"/>
                </a:cubicBezTo>
                <a:close/>
                <a:moveTo>
                  <a:pt x="110659" y="1072706"/>
                </a:moveTo>
                <a:cubicBezTo>
                  <a:pt x="111707" y="1073182"/>
                  <a:pt x="112849" y="1073563"/>
                  <a:pt x="114278" y="1073849"/>
                </a:cubicBezTo>
                <a:cubicBezTo>
                  <a:pt x="113135" y="1074992"/>
                  <a:pt x="111992" y="1076230"/>
                  <a:pt x="110659" y="1077468"/>
                </a:cubicBezTo>
                <a:cubicBezTo>
                  <a:pt x="110659" y="1075849"/>
                  <a:pt x="110659" y="1074325"/>
                  <a:pt x="110659" y="1072706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651B0DD0-D743-F455-D4A7-575FEF78AA46}"/>
              </a:ext>
            </a:extLst>
          </p:cNvPr>
          <p:cNvGrpSpPr/>
          <p:nvPr/>
        </p:nvGrpSpPr>
        <p:grpSpPr>
          <a:xfrm rot="2887317">
            <a:off x="10450448" y="334538"/>
            <a:ext cx="638115" cy="708402"/>
            <a:chOff x="5196800" y="3851940"/>
            <a:chExt cx="1396937" cy="1550805"/>
          </a:xfrm>
          <a:solidFill>
            <a:schemeClr val="accent2"/>
          </a:solidFill>
        </p:grpSpPr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C2C9BB9D-023F-DD65-C0F0-850C1A561A75}"/>
                </a:ext>
              </a:extLst>
            </p:cNvPr>
            <p:cNvSpPr/>
            <p:nvPr/>
          </p:nvSpPr>
          <p:spPr>
            <a:xfrm>
              <a:off x="5334092" y="4274746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" name="자유형: 도형 86">
              <a:extLst>
                <a:ext uri="{FF2B5EF4-FFF2-40B4-BE49-F238E27FC236}">
                  <a16:creationId xmlns:a16="http://schemas.microsoft.com/office/drawing/2014/main" id="{12BE7CAC-0C9B-5E2D-0765-D6E489BAF4DC}"/>
                </a:ext>
              </a:extLst>
            </p:cNvPr>
            <p:cNvSpPr/>
            <p:nvPr/>
          </p:nvSpPr>
          <p:spPr>
            <a:xfrm>
              <a:off x="5367941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8E4E464-E5D8-AE7F-1EBA-BB49811178F9}"/>
                </a:ext>
              </a:extLst>
            </p:cNvPr>
            <p:cNvSpPr/>
            <p:nvPr/>
          </p:nvSpPr>
          <p:spPr>
            <a:xfrm>
              <a:off x="5664734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" name="자유형: 도형 88">
              <a:extLst>
                <a:ext uri="{FF2B5EF4-FFF2-40B4-BE49-F238E27FC236}">
                  <a16:creationId xmlns:a16="http://schemas.microsoft.com/office/drawing/2014/main" id="{0E55E8E6-F8A8-B463-78A2-74F85E22CB47}"/>
                </a:ext>
              </a:extLst>
            </p:cNvPr>
            <p:cNvSpPr/>
            <p:nvPr/>
          </p:nvSpPr>
          <p:spPr>
            <a:xfrm>
              <a:off x="5961482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E56C1475-2314-B376-08DE-00D3763832AE}"/>
                </a:ext>
              </a:extLst>
            </p:cNvPr>
            <p:cNvSpPr/>
            <p:nvPr/>
          </p:nvSpPr>
          <p:spPr>
            <a:xfrm>
              <a:off x="6258276" y="4394047"/>
              <a:ext cx="163486" cy="680454"/>
            </a:xfrm>
            <a:custGeom>
              <a:avLst/>
              <a:gdLst>
                <a:gd name="connsiteX0" fmla="*/ 323604 w 323604"/>
                <a:gd name="connsiteY0" fmla="*/ 1346892 h 1346892"/>
                <a:gd name="connsiteX1" fmla="*/ 0 w 323604"/>
                <a:gd name="connsiteY1" fmla="*/ 1346892 h 1346892"/>
                <a:gd name="connsiteX2" fmla="*/ 34984 w 323604"/>
                <a:gd name="connsiteY2" fmla="*/ 46442 h 1346892"/>
                <a:gd name="connsiteX3" fmla="*/ 81426 w 323604"/>
                <a:gd name="connsiteY3" fmla="*/ 0 h 1346892"/>
                <a:gd name="connsiteX4" fmla="*/ 242178 w 323604"/>
                <a:gd name="connsiteY4" fmla="*/ 0 h 1346892"/>
                <a:gd name="connsiteX5" fmla="*/ 288620 w 323604"/>
                <a:gd name="connsiteY5" fmla="*/ 46442 h 1346892"/>
                <a:gd name="connsiteX6" fmla="*/ 323604 w 323604"/>
                <a:gd name="connsiteY6" fmla="*/ 1346892 h 13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604" h="1346892">
                  <a:moveTo>
                    <a:pt x="323604" y="1346892"/>
                  </a:moveTo>
                  <a:lnTo>
                    <a:pt x="0" y="1346892"/>
                  </a:lnTo>
                  <a:lnTo>
                    <a:pt x="34984" y="46442"/>
                  </a:lnTo>
                  <a:cubicBezTo>
                    <a:pt x="34984" y="20816"/>
                    <a:pt x="55800" y="0"/>
                    <a:pt x="81426" y="0"/>
                  </a:cubicBezTo>
                  <a:lnTo>
                    <a:pt x="242178" y="0"/>
                  </a:lnTo>
                  <a:cubicBezTo>
                    <a:pt x="267804" y="0"/>
                    <a:pt x="288620" y="20816"/>
                    <a:pt x="288620" y="46442"/>
                  </a:cubicBezTo>
                  <a:lnTo>
                    <a:pt x="323604" y="1346892"/>
                  </a:ln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882965CF-B56F-8A98-C98A-FFB0A3399106}"/>
                </a:ext>
              </a:extLst>
            </p:cNvPr>
            <p:cNvSpPr/>
            <p:nvPr/>
          </p:nvSpPr>
          <p:spPr>
            <a:xfrm>
              <a:off x="5196800" y="3851940"/>
              <a:ext cx="1396937" cy="378801"/>
            </a:xfrm>
            <a:custGeom>
              <a:avLst/>
              <a:gdLst>
                <a:gd name="connsiteX0" fmla="*/ 1379974 w 2765099"/>
                <a:gd name="connsiteY0" fmla="*/ 749781 h 749800"/>
                <a:gd name="connsiteX1" fmla="*/ 55210 w 2765099"/>
                <a:gd name="connsiteY1" fmla="*/ 749256 h 749800"/>
                <a:gd name="connsiteX2" fmla="*/ 6144 w 2765099"/>
                <a:gd name="connsiteY2" fmla="*/ 731852 h 749800"/>
                <a:gd name="connsiteX3" fmla="*/ 31245 w 2765099"/>
                <a:gd name="connsiteY3" fmla="*/ 632584 h 749800"/>
                <a:gd name="connsiteX4" fmla="*/ 1354524 w 2765099"/>
                <a:gd name="connsiteY4" fmla="*/ 7591 h 749800"/>
                <a:gd name="connsiteX5" fmla="*/ 1410411 w 2765099"/>
                <a:gd name="connsiteY5" fmla="*/ 7241 h 749800"/>
                <a:gd name="connsiteX6" fmla="*/ 2709287 w 2765099"/>
                <a:gd name="connsiteY6" fmla="*/ 622438 h 749800"/>
                <a:gd name="connsiteX7" fmla="*/ 2760889 w 2765099"/>
                <a:gd name="connsiteY7" fmla="*/ 732289 h 749800"/>
                <a:gd name="connsiteX8" fmla="*/ 2739724 w 2765099"/>
                <a:gd name="connsiteY8" fmla="*/ 748994 h 749800"/>
                <a:gd name="connsiteX9" fmla="*/ 1379974 w 2765099"/>
                <a:gd name="connsiteY9" fmla="*/ 749431 h 749800"/>
                <a:gd name="connsiteX10" fmla="*/ 1379974 w 2765099"/>
                <a:gd name="connsiteY10" fmla="*/ 749781 h 74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5099" h="749800">
                  <a:moveTo>
                    <a:pt x="1379974" y="749781"/>
                  </a:moveTo>
                  <a:cubicBezTo>
                    <a:pt x="938386" y="749781"/>
                    <a:pt x="496798" y="749956"/>
                    <a:pt x="55210" y="749256"/>
                  </a:cubicBezTo>
                  <a:cubicBezTo>
                    <a:pt x="37543" y="749256"/>
                    <a:pt x="6407" y="746720"/>
                    <a:pt x="6144" y="731852"/>
                  </a:cubicBezTo>
                  <a:cubicBezTo>
                    <a:pt x="6494" y="702990"/>
                    <a:pt x="-18957" y="656111"/>
                    <a:pt x="31245" y="632584"/>
                  </a:cubicBezTo>
                  <a:cubicBezTo>
                    <a:pt x="182377" y="561828"/>
                    <a:pt x="1064592" y="145079"/>
                    <a:pt x="1354524" y="7591"/>
                  </a:cubicBezTo>
                  <a:cubicBezTo>
                    <a:pt x="1375252" y="-2205"/>
                    <a:pt x="1389245" y="-2730"/>
                    <a:pt x="1410411" y="7241"/>
                  </a:cubicBezTo>
                  <a:cubicBezTo>
                    <a:pt x="1834157" y="208138"/>
                    <a:pt x="2700192" y="617978"/>
                    <a:pt x="2709287" y="622438"/>
                  </a:cubicBezTo>
                  <a:cubicBezTo>
                    <a:pt x="2758266" y="646490"/>
                    <a:pt x="2773484" y="679988"/>
                    <a:pt x="2760889" y="732289"/>
                  </a:cubicBezTo>
                  <a:cubicBezTo>
                    <a:pt x="2757828" y="745058"/>
                    <a:pt x="2751006" y="748819"/>
                    <a:pt x="2739724" y="748994"/>
                  </a:cubicBezTo>
                  <a:cubicBezTo>
                    <a:pt x="2725118" y="749256"/>
                    <a:pt x="1818677" y="749431"/>
                    <a:pt x="1379974" y="749431"/>
                  </a:cubicBezTo>
                  <a:cubicBezTo>
                    <a:pt x="1379974" y="749606"/>
                    <a:pt x="1379974" y="749694"/>
                    <a:pt x="1379974" y="749781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07EB6B6C-4FFF-24A9-D5FA-052FB62B5B71}"/>
                </a:ext>
              </a:extLst>
            </p:cNvPr>
            <p:cNvSpPr/>
            <p:nvPr/>
          </p:nvSpPr>
          <p:spPr>
            <a:xfrm>
              <a:off x="5334092" y="5140179"/>
              <a:ext cx="1122352" cy="92789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5FCA1686-D14F-335B-E0F1-2E78CB2F215D}"/>
                </a:ext>
              </a:extLst>
            </p:cNvPr>
            <p:cNvSpPr/>
            <p:nvPr/>
          </p:nvSpPr>
          <p:spPr>
            <a:xfrm>
              <a:off x="5265268" y="5258745"/>
              <a:ext cx="1260000" cy="144000"/>
            </a:xfrm>
            <a:custGeom>
              <a:avLst/>
              <a:gdLst>
                <a:gd name="connsiteX0" fmla="*/ 2196397 w 2221585"/>
                <a:gd name="connsiteY0" fmla="*/ 183667 h 183667"/>
                <a:gd name="connsiteX1" fmla="*/ 25189 w 2221585"/>
                <a:gd name="connsiteY1" fmla="*/ 183667 h 183667"/>
                <a:gd name="connsiteX2" fmla="*/ 0 w 2221585"/>
                <a:gd name="connsiteY2" fmla="*/ 158479 h 183667"/>
                <a:gd name="connsiteX3" fmla="*/ 0 w 2221585"/>
                <a:gd name="connsiteY3" fmla="*/ 25189 h 183667"/>
                <a:gd name="connsiteX4" fmla="*/ 25189 w 2221585"/>
                <a:gd name="connsiteY4" fmla="*/ 0 h 183667"/>
                <a:gd name="connsiteX5" fmla="*/ 2196397 w 2221585"/>
                <a:gd name="connsiteY5" fmla="*/ 0 h 183667"/>
                <a:gd name="connsiteX6" fmla="*/ 2221586 w 2221585"/>
                <a:gd name="connsiteY6" fmla="*/ 25189 h 183667"/>
                <a:gd name="connsiteX7" fmla="*/ 2221586 w 2221585"/>
                <a:gd name="connsiteY7" fmla="*/ 158566 h 183667"/>
                <a:gd name="connsiteX8" fmla="*/ 2196397 w 2221585"/>
                <a:gd name="connsiteY8" fmla="*/ 183667 h 18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1585" h="183667">
                  <a:moveTo>
                    <a:pt x="2196397" y="183667"/>
                  </a:moveTo>
                  <a:lnTo>
                    <a:pt x="25189" y="183667"/>
                  </a:lnTo>
                  <a:cubicBezTo>
                    <a:pt x="11282" y="183667"/>
                    <a:pt x="0" y="172385"/>
                    <a:pt x="0" y="158479"/>
                  </a:cubicBezTo>
                  <a:lnTo>
                    <a:pt x="0" y="25189"/>
                  </a:lnTo>
                  <a:cubicBezTo>
                    <a:pt x="0" y="11282"/>
                    <a:pt x="11282" y="0"/>
                    <a:pt x="25189" y="0"/>
                  </a:cubicBezTo>
                  <a:lnTo>
                    <a:pt x="2196397" y="0"/>
                  </a:lnTo>
                  <a:cubicBezTo>
                    <a:pt x="2210303" y="0"/>
                    <a:pt x="2221586" y="11282"/>
                    <a:pt x="2221586" y="25189"/>
                  </a:cubicBezTo>
                  <a:lnTo>
                    <a:pt x="2221586" y="158566"/>
                  </a:lnTo>
                  <a:cubicBezTo>
                    <a:pt x="2221498" y="172472"/>
                    <a:pt x="2210216" y="183667"/>
                    <a:pt x="2196397" y="183667"/>
                  </a:cubicBezTo>
                  <a:close/>
                </a:path>
              </a:pathLst>
            </a:custGeom>
            <a:grpFill/>
            <a:ln w="8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5392D519-D310-8DE5-1BA9-B499F292CF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6630972"/>
              </p:ext>
            </p:extLst>
          </p:nvPr>
        </p:nvGraphicFramePr>
        <p:xfrm>
          <a:off x="1597711" y="1446734"/>
          <a:ext cx="5637392" cy="2703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B109258-B44F-6588-9E66-FBC3108E8DBC}"/>
              </a:ext>
            </a:extLst>
          </p:cNvPr>
          <p:cNvSpPr/>
          <p:nvPr/>
        </p:nvSpPr>
        <p:spPr>
          <a:xfrm>
            <a:off x="-924560" y="1371600"/>
            <a:ext cx="589280" cy="589280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76C7BB4-D394-18C4-7D9B-CBA2374E211D}"/>
              </a:ext>
            </a:extLst>
          </p:cNvPr>
          <p:cNvSpPr/>
          <p:nvPr/>
        </p:nvSpPr>
        <p:spPr>
          <a:xfrm>
            <a:off x="-924560" y="2134187"/>
            <a:ext cx="589280" cy="589280"/>
          </a:xfrm>
          <a:prstGeom prst="roundRect">
            <a:avLst/>
          </a:prstGeom>
          <a:solidFill>
            <a:srgbClr val="2BA28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E7B1D10-59AB-4FE3-6893-66624EB26DD6}"/>
              </a:ext>
            </a:extLst>
          </p:cNvPr>
          <p:cNvSpPr/>
          <p:nvPr/>
        </p:nvSpPr>
        <p:spPr>
          <a:xfrm>
            <a:off x="-924560" y="2896774"/>
            <a:ext cx="589280" cy="589280"/>
          </a:xfrm>
          <a:prstGeom prst="roundRect">
            <a:avLst/>
          </a:prstGeom>
          <a:solidFill>
            <a:srgbClr val="23AFE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E556512-96FF-EB27-903F-333F1212563B}"/>
              </a:ext>
            </a:extLst>
          </p:cNvPr>
          <p:cNvSpPr/>
          <p:nvPr/>
        </p:nvSpPr>
        <p:spPr>
          <a:xfrm>
            <a:off x="-924560" y="3659361"/>
            <a:ext cx="589280" cy="589280"/>
          </a:xfrm>
          <a:prstGeom prst="roundRect">
            <a:avLst/>
          </a:prstGeom>
          <a:solidFill>
            <a:srgbClr val="FCE1A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A607B44-EF92-CBA1-4317-1480EE6D66D6}"/>
              </a:ext>
            </a:extLst>
          </p:cNvPr>
          <p:cNvSpPr/>
          <p:nvPr/>
        </p:nvSpPr>
        <p:spPr>
          <a:xfrm>
            <a:off x="-924560" y="4421948"/>
            <a:ext cx="589280" cy="589280"/>
          </a:xfrm>
          <a:prstGeom prst="round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B25B16-22F3-4CE1-73A7-954300F85D1F}"/>
              </a:ext>
            </a:extLst>
          </p:cNvPr>
          <p:cNvSpPr txBox="1"/>
          <p:nvPr/>
        </p:nvSpPr>
        <p:spPr>
          <a:xfrm>
            <a:off x="718310" y="4635468"/>
            <a:ext cx="224132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2000" dirty="0">
                <a:solidFill>
                  <a:schemeClr val="accent4"/>
                </a:solidFill>
                <a:cs typeface="Arial" pitchFamily="34" charset="0"/>
              </a:rPr>
              <a:t>Challenge</a:t>
            </a:r>
            <a:endParaRPr lang="en-GB" altLang="ko-KR" sz="2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9DACB-2E2A-5272-4348-70DA3461F735}"/>
              </a:ext>
            </a:extLst>
          </p:cNvPr>
          <p:cNvSpPr txBox="1"/>
          <p:nvPr/>
        </p:nvSpPr>
        <p:spPr>
          <a:xfrm>
            <a:off x="3195145" y="4635468"/>
            <a:ext cx="4716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Throughout 2012 ~ 2022, the outstanding balance increases. It shows the big potential of failed to pay</a:t>
            </a:r>
          </a:p>
        </p:txBody>
      </p:sp>
      <p:grpSp>
        <p:nvGrpSpPr>
          <p:cNvPr id="38" name="그룹 102">
            <a:extLst>
              <a:ext uri="{FF2B5EF4-FFF2-40B4-BE49-F238E27FC236}">
                <a16:creationId xmlns:a16="http://schemas.microsoft.com/office/drawing/2014/main" id="{98A4F17B-AE62-A71F-4492-F25B899A3CF5}"/>
              </a:ext>
            </a:extLst>
          </p:cNvPr>
          <p:cNvGrpSpPr/>
          <p:nvPr/>
        </p:nvGrpSpPr>
        <p:grpSpPr>
          <a:xfrm>
            <a:off x="1933148" y="5362305"/>
            <a:ext cx="5001803" cy="1600438"/>
            <a:chOff x="4831052" y="4267653"/>
            <a:chExt cx="3975229" cy="1600438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8136FCD-A64F-9EE3-1AA5-FDF40EA30C96}"/>
                </a:ext>
              </a:extLst>
            </p:cNvPr>
            <p:cNvSpPr txBox="1"/>
            <p:nvPr/>
          </p:nvSpPr>
          <p:spPr>
            <a:xfrm>
              <a:off x="4831052" y="4267653"/>
              <a:ext cx="877966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ko-KR" dirty="0">
                  <a:solidFill>
                    <a:schemeClr val="accent1"/>
                  </a:solidFill>
                  <a:cs typeface="Arial" pitchFamily="34" charset="0"/>
                </a:rPr>
                <a:t>Solution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6746196-B39B-6BF4-36B2-51413C234A77}"/>
                </a:ext>
              </a:extLst>
            </p:cNvPr>
            <p:cNvSpPr txBox="1"/>
            <p:nvPr/>
          </p:nvSpPr>
          <p:spPr>
            <a:xfrm>
              <a:off x="5879840" y="4267653"/>
              <a:ext cx="2926441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Give education about budgeting to avoid over budget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Provide good tracking so users can track the transactions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Limit the maximal debt of user’s capability (around 30% of salary)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3728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60DDD-DF73-73A6-09E0-6A80098B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3FAF17F-0FE6-01D6-561B-EEFE1F00BE8C}"/>
              </a:ext>
            </a:extLst>
          </p:cNvPr>
          <p:cNvSpPr txBox="1"/>
          <p:nvPr/>
        </p:nvSpPr>
        <p:spPr>
          <a:xfrm>
            <a:off x="6871063" y="2888408"/>
            <a:ext cx="532093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Conclusion</a:t>
            </a:r>
            <a:endParaRPr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625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F923-95DA-B4E0-BEF2-19EFA4BC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5BCF19-4724-1744-1D00-9FADBCFDEE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E19E22-E666-8704-F37F-4E80E9609905}"/>
              </a:ext>
            </a:extLst>
          </p:cNvPr>
          <p:cNvGrpSpPr/>
          <p:nvPr/>
        </p:nvGrpSpPr>
        <p:grpSpPr>
          <a:xfrm>
            <a:off x="1233316" y="1773172"/>
            <a:ext cx="4829175" cy="1209502"/>
            <a:chOff x="3724188" y="2672543"/>
            <a:chExt cx="4829175" cy="1209502"/>
          </a:xfrm>
        </p:grpSpPr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9ACB75A3-31FE-19E1-19D3-D2D9946B2321}"/>
                </a:ext>
              </a:extLst>
            </p:cNvPr>
            <p:cNvSpPr/>
            <p:nvPr/>
          </p:nvSpPr>
          <p:spPr>
            <a:xfrm>
              <a:off x="3724188" y="2672543"/>
              <a:ext cx="4829175" cy="1209502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E9BB59-EAC5-D72C-E896-018F4744D474}"/>
                </a:ext>
              </a:extLst>
            </p:cNvPr>
            <p:cNvSpPr txBox="1"/>
            <p:nvPr/>
          </p:nvSpPr>
          <p:spPr>
            <a:xfrm>
              <a:off x="3882988" y="2954129"/>
              <a:ext cx="15659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Growth Transactions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F33D72-FFFE-3F81-3DC0-C0AFFB8120B3}"/>
                </a:ext>
              </a:extLst>
            </p:cNvPr>
            <p:cNvSpPr txBox="1"/>
            <p:nvPr/>
          </p:nvSpPr>
          <p:spPr>
            <a:xfrm>
              <a:off x="5448895" y="2800240"/>
              <a:ext cx="24316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Per 1000 Adults, mobile money have shown significantly increasement of transactions compare with banking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3C1AAB6-E819-0C8A-CB66-7C27D13352C9}"/>
              </a:ext>
            </a:extLst>
          </p:cNvPr>
          <p:cNvGrpSpPr/>
          <p:nvPr/>
        </p:nvGrpSpPr>
        <p:grpSpPr>
          <a:xfrm>
            <a:off x="1233316" y="3151951"/>
            <a:ext cx="4829175" cy="1209502"/>
            <a:chOff x="3724188" y="2672543"/>
            <a:chExt cx="4829175" cy="1209502"/>
          </a:xfrm>
        </p:grpSpPr>
        <p:sp>
          <p:nvSpPr>
            <p:cNvPr id="34" name="Arrow: Pentagon 33">
              <a:extLst>
                <a:ext uri="{FF2B5EF4-FFF2-40B4-BE49-F238E27FC236}">
                  <a16:creationId xmlns:a16="http://schemas.microsoft.com/office/drawing/2014/main" id="{9B0E90E0-97FB-F72A-04F2-7EAAC4FB0ED8}"/>
                </a:ext>
              </a:extLst>
            </p:cNvPr>
            <p:cNvSpPr/>
            <p:nvPr/>
          </p:nvSpPr>
          <p:spPr>
            <a:xfrm>
              <a:off x="3724188" y="2672543"/>
              <a:ext cx="4829175" cy="1209502"/>
            </a:xfrm>
            <a:prstGeom prst="homePlate">
              <a:avLst/>
            </a:prstGeom>
            <a:solidFill>
              <a:srgbClr val="995F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FECC003-28A8-5206-F9E2-3782369E7A89}"/>
                </a:ext>
              </a:extLst>
            </p:cNvPr>
            <p:cNvSpPr txBox="1"/>
            <p:nvPr/>
          </p:nvSpPr>
          <p:spPr>
            <a:xfrm>
              <a:off x="4075529" y="2938905"/>
              <a:ext cx="11808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Registered Accounts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C3D1A39-8A21-F351-B5A9-9CB34CDD6632}"/>
                </a:ext>
              </a:extLst>
            </p:cNvPr>
            <p:cNvSpPr txBox="1"/>
            <p:nvPr/>
          </p:nvSpPr>
          <p:spPr>
            <a:xfrm>
              <a:off x="5426236" y="2889516"/>
              <a:ext cx="24316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Total registered accounts is increased throughout years, showing good popularity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EDA2AC-AE65-E30E-9F22-694CF1242047}"/>
              </a:ext>
            </a:extLst>
          </p:cNvPr>
          <p:cNvGrpSpPr/>
          <p:nvPr/>
        </p:nvGrpSpPr>
        <p:grpSpPr>
          <a:xfrm>
            <a:off x="1233316" y="4530730"/>
            <a:ext cx="4829175" cy="1209502"/>
            <a:chOff x="3724188" y="2672543"/>
            <a:chExt cx="4829175" cy="1209502"/>
          </a:xfrm>
        </p:grpSpPr>
        <p:sp>
          <p:nvSpPr>
            <p:cNvPr id="38" name="Arrow: Pentagon 37">
              <a:extLst>
                <a:ext uri="{FF2B5EF4-FFF2-40B4-BE49-F238E27FC236}">
                  <a16:creationId xmlns:a16="http://schemas.microsoft.com/office/drawing/2014/main" id="{E67FD375-E7B9-8440-4F11-D5DEE1FC3EEE}"/>
                </a:ext>
              </a:extLst>
            </p:cNvPr>
            <p:cNvSpPr/>
            <p:nvPr/>
          </p:nvSpPr>
          <p:spPr>
            <a:xfrm>
              <a:off x="3724188" y="2672543"/>
              <a:ext cx="4829175" cy="1209502"/>
            </a:xfrm>
            <a:prstGeom prst="homePlate">
              <a:avLst/>
            </a:prstGeom>
            <a:solidFill>
              <a:srgbClr val="FCE1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AB7C9CE-98D1-42EB-D7D1-322231818FD0}"/>
                </a:ext>
              </a:extLst>
            </p:cNvPr>
            <p:cNvSpPr txBox="1"/>
            <p:nvPr/>
          </p:nvSpPr>
          <p:spPr>
            <a:xfrm>
              <a:off x="3975679" y="2949629"/>
              <a:ext cx="13492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ysClr val="windowText" lastClr="000000"/>
                  </a:solidFill>
                  <a:cs typeface="Arial" pitchFamily="34" charset="0"/>
                </a:rPr>
                <a:t>Manage Challenges</a:t>
              </a:r>
              <a:endParaRPr lang="ko-KR" altLang="en-US" sz="1400" b="1" dirty="0">
                <a:solidFill>
                  <a:sysClr val="windowText" lastClr="000000"/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7D34872-C2A1-0E06-9D3E-41AEB0B82935}"/>
                </a:ext>
              </a:extLst>
            </p:cNvPr>
            <p:cNvSpPr txBox="1"/>
            <p:nvPr/>
          </p:nvSpPr>
          <p:spPr>
            <a:xfrm>
              <a:off x="5426236" y="2879963"/>
              <a:ext cx="24316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Educate budgeting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Track spending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Limit debt about 30% salary</a:t>
              </a:r>
            </a:p>
          </p:txBody>
        </p:sp>
      </p:grp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29C2C6C-0C9E-BF99-DF4F-98B96EFFC3AC}"/>
              </a:ext>
            </a:extLst>
          </p:cNvPr>
          <p:cNvSpPr/>
          <p:nvPr/>
        </p:nvSpPr>
        <p:spPr>
          <a:xfrm>
            <a:off x="-924560" y="1371600"/>
            <a:ext cx="589280" cy="589280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2248E25-C9BD-D0AE-C2A7-4795E9A92066}"/>
              </a:ext>
            </a:extLst>
          </p:cNvPr>
          <p:cNvSpPr/>
          <p:nvPr/>
        </p:nvSpPr>
        <p:spPr>
          <a:xfrm>
            <a:off x="-924560" y="2134187"/>
            <a:ext cx="589280" cy="589280"/>
          </a:xfrm>
          <a:prstGeom prst="roundRect">
            <a:avLst/>
          </a:prstGeom>
          <a:solidFill>
            <a:srgbClr val="2BA286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C7578CC-BA3C-199B-37D9-64D63B27E751}"/>
              </a:ext>
            </a:extLst>
          </p:cNvPr>
          <p:cNvSpPr/>
          <p:nvPr/>
        </p:nvSpPr>
        <p:spPr>
          <a:xfrm>
            <a:off x="-924560" y="2896774"/>
            <a:ext cx="589280" cy="589280"/>
          </a:xfrm>
          <a:prstGeom prst="roundRect">
            <a:avLst/>
          </a:prstGeom>
          <a:solidFill>
            <a:srgbClr val="23AFE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C960315-7D01-114C-773D-8D4FCC6B3911}"/>
              </a:ext>
            </a:extLst>
          </p:cNvPr>
          <p:cNvSpPr/>
          <p:nvPr/>
        </p:nvSpPr>
        <p:spPr>
          <a:xfrm>
            <a:off x="-924560" y="3659361"/>
            <a:ext cx="589280" cy="589280"/>
          </a:xfrm>
          <a:prstGeom prst="roundRect">
            <a:avLst/>
          </a:prstGeom>
          <a:solidFill>
            <a:srgbClr val="FCE1A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64D099F-D83A-B231-FB03-EC3FD84C68C9}"/>
              </a:ext>
            </a:extLst>
          </p:cNvPr>
          <p:cNvSpPr/>
          <p:nvPr/>
        </p:nvSpPr>
        <p:spPr>
          <a:xfrm>
            <a:off x="-924560" y="4421948"/>
            <a:ext cx="589280" cy="589280"/>
          </a:xfrm>
          <a:prstGeom prst="round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3326F5C-7B0D-1861-B12B-FF2CAEF740E7}"/>
              </a:ext>
            </a:extLst>
          </p:cNvPr>
          <p:cNvGrpSpPr/>
          <p:nvPr/>
        </p:nvGrpSpPr>
        <p:grpSpPr>
          <a:xfrm>
            <a:off x="7115452" y="2026626"/>
            <a:ext cx="3843232" cy="3455186"/>
            <a:chOff x="6861652" y="1960880"/>
            <a:chExt cx="3174943" cy="2854373"/>
          </a:xfrm>
        </p:grpSpPr>
        <p:sp>
          <p:nvSpPr>
            <p:cNvPr id="13" name="Block Arc 14">
              <a:extLst>
                <a:ext uri="{FF2B5EF4-FFF2-40B4-BE49-F238E27FC236}">
                  <a16:creationId xmlns:a16="http://schemas.microsoft.com/office/drawing/2014/main" id="{2E242437-2369-AA19-395A-643A333096E0}"/>
                </a:ext>
              </a:extLst>
            </p:cNvPr>
            <p:cNvSpPr/>
            <p:nvPr/>
          </p:nvSpPr>
          <p:spPr>
            <a:xfrm rot="16200000">
              <a:off x="7145307" y="2083391"/>
              <a:ext cx="2607633" cy="2609351"/>
            </a:xfrm>
            <a:custGeom>
              <a:avLst/>
              <a:gdLst/>
              <a:ahLst/>
              <a:cxnLst/>
              <a:rect l="l" t="t" r="r" b="b"/>
              <a:pathLst>
                <a:path w="3185463" h="3187558">
                  <a:moveTo>
                    <a:pt x="764000" y="2343999"/>
                  </a:moveTo>
                  <a:cubicBezTo>
                    <a:pt x="566798" y="2256389"/>
                    <a:pt x="385374" y="2134753"/>
                    <a:pt x="230072" y="1981662"/>
                  </a:cubicBezTo>
                  <a:cubicBezTo>
                    <a:pt x="297001" y="2223876"/>
                    <a:pt x="428049" y="2439341"/>
                    <a:pt x="603989" y="2608945"/>
                  </a:cubicBezTo>
                  <a:cubicBezTo>
                    <a:pt x="667739" y="2525681"/>
                    <a:pt x="720588" y="2436567"/>
                    <a:pt x="764000" y="2343999"/>
                  </a:cubicBezTo>
                  <a:close/>
                  <a:moveTo>
                    <a:pt x="783530" y="862903"/>
                  </a:moveTo>
                  <a:cubicBezTo>
                    <a:pt x="737619" y="760936"/>
                    <a:pt x="681240" y="662513"/>
                    <a:pt x="611676" y="571152"/>
                  </a:cubicBezTo>
                  <a:cubicBezTo>
                    <a:pt x="419218" y="754019"/>
                    <a:pt x="279227" y="991173"/>
                    <a:pt x="215545" y="1258034"/>
                  </a:cubicBezTo>
                  <a:cubicBezTo>
                    <a:pt x="378729" y="1090139"/>
                    <a:pt x="571934" y="956907"/>
                    <a:pt x="783530" y="862903"/>
                  </a:cubicBezTo>
                  <a:close/>
                  <a:moveTo>
                    <a:pt x="935657" y="1673146"/>
                  </a:moveTo>
                  <a:lnTo>
                    <a:pt x="227023" y="1673146"/>
                  </a:lnTo>
                  <a:cubicBezTo>
                    <a:pt x="393068" y="1882941"/>
                    <a:pt x="605618" y="2045968"/>
                    <a:pt x="844267" y="2153109"/>
                  </a:cubicBezTo>
                  <a:cubicBezTo>
                    <a:pt x="897907" y="1997390"/>
                    <a:pt x="928862" y="1835739"/>
                    <a:pt x="935657" y="1673146"/>
                  </a:cubicBezTo>
                  <a:close/>
                  <a:moveTo>
                    <a:pt x="935928" y="1493146"/>
                  </a:moveTo>
                  <a:cubicBezTo>
                    <a:pt x="928922" y="1345638"/>
                    <a:pt x="902278" y="1198995"/>
                    <a:pt x="856775" y="1056956"/>
                  </a:cubicBezTo>
                  <a:cubicBezTo>
                    <a:pt x="636768" y="1156959"/>
                    <a:pt x="439487" y="1304654"/>
                    <a:pt x="281464" y="1493146"/>
                  </a:cubicBezTo>
                  <a:close/>
                  <a:moveTo>
                    <a:pt x="1469785" y="2515107"/>
                  </a:moveTo>
                  <a:cubicBezTo>
                    <a:pt x="1283000" y="2508124"/>
                    <a:pt x="1100523" y="2472287"/>
                    <a:pt x="927628" y="2411229"/>
                  </a:cubicBezTo>
                  <a:cubicBezTo>
                    <a:pt x="876831" y="2520843"/>
                    <a:pt x="814172" y="2626182"/>
                    <a:pt x="738220" y="2724387"/>
                  </a:cubicBezTo>
                  <a:cubicBezTo>
                    <a:pt x="944637" y="2881665"/>
                    <a:pt x="1196120" y="2982471"/>
                    <a:pt x="1469785" y="3005418"/>
                  </a:cubicBezTo>
                  <a:close/>
                  <a:moveTo>
                    <a:pt x="1469785" y="1673146"/>
                  </a:moveTo>
                  <a:lnTo>
                    <a:pt x="1112275" y="1673146"/>
                  </a:lnTo>
                  <a:cubicBezTo>
                    <a:pt x="1105327" y="1858153"/>
                    <a:pt x="1070032" y="2042144"/>
                    <a:pt x="1008001" y="2219039"/>
                  </a:cubicBezTo>
                  <a:cubicBezTo>
                    <a:pt x="1155519" y="2270408"/>
                    <a:pt x="1310845" y="2300826"/>
                    <a:pt x="1469785" y="2307834"/>
                  </a:cubicBezTo>
                  <a:close/>
                  <a:moveTo>
                    <a:pt x="1469785" y="898989"/>
                  </a:moveTo>
                  <a:cubicBezTo>
                    <a:pt x="1315103" y="907762"/>
                    <a:pt x="1164166" y="938783"/>
                    <a:pt x="1020939" y="990066"/>
                  </a:cubicBezTo>
                  <a:cubicBezTo>
                    <a:pt x="1074574" y="1153655"/>
                    <a:pt x="1105461" y="1322925"/>
                    <a:pt x="1112368" y="1493146"/>
                  </a:cubicBezTo>
                  <a:lnTo>
                    <a:pt x="1469785" y="1493146"/>
                  </a:lnTo>
                  <a:close/>
                  <a:moveTo>
                    <a:pt x="1469785" y="182141"/>
                  </a:moveTo>
                  <a:cubicBezTo>
                    <a:pt x="1199839" y="204777"/>
                    <a:pt x="951477" y="303168"/>
                    <a:pt x="746615" y="456764"/>
                  </a:cubicBezTo>
                  <a:cubicBezTo>
                    <a:pt x="828296" y="562801"/>
                    <a:pt x="894225" y="677310"/>
                    <a:pt x="947434" y="796072"/>
                  </a:cubicBezTo>
                  <a:cubicBezTo>
                    <a:pt x="1113886" y="736067"/>
                    <a:pt x="1289644" y="700323"/>
                    <a:pt x="1469785" y="691530"/>
                  </a:cubicBezTo>
                  <a:close/>
                  <a:moveTo>
                    <a:pt x="2150063" y="992171"/>
                  </a:moveTo>
                  <a:cubicBezTo>
                    <a:pt x="1990712" y="935501"/>
                    <a:pt x="1822242" y="902595"/>
                    <a:pt x="1649785" y="897224"/>
                  </a:cubicBezTo>
                  <a:lnTo>
                    <a:pt x="1649785" y="1493146"/>
                  </a:lnTo>
                  <a:lnTo>
                    <a:pt x="2063712" y="1493146"/>
                  </a:lnTo>
                  <a:cubicBezTo>
                    <a:pt x="2069089" y="1323887"/>
                    <a:pt x="2098366" y="1155330"/>
                    <a:pt x="2150063" y="992171"/>
                  </a:cubicBezTo>
                  <a:close/>
                  <a:moveTo>
                    <a:pt x="2168848" y="2199110"/>
                  </a:moveTo>
                  <a:cubicBezTo>
                    <a:pt x="2108555" y="2028681"/>
                    <a:pt x="2073581" y="1851532"/>
                    <a:pt x="2065295" y="1673146"/>
                  </a:cubicBezTo>
                  <a:lnTo>
                    <a:pt x="1649785" y="1673146"/>
                  </a:lnTo>
                  <a:lnTo>
                    <a:pt x="1649785" y="2307299"/>
                  </a:lnTo>
                  <a:cubicBezTo>
                    <a:pt x="1829404" y="2299517"/>
                    <a:pt x="2004315" y="2261965"/>
                    <a:pt x="2168848" y="2199110"/>
                  </a:cubicBezTo>
                  <a:close/>
                  <a:moveTo>
                    <a:pt x="2422394" y="446879"/>
                  </a:moveTo>
                  <a:cubicBezTo>
                    <a:pt x="2204309" y="287209"/>
                    <a:pt x="1938140" y="189883"/>
                    <a:pt x="1649785" y="178919"/>
                  </a:cubicBezTo>
                  <a:lnTo>
                    <a:pt x="1649785" y="689876"/>
                  </a:lnTo>
                  <a:cubicBezTo>
                    <a:pt x="1846998" y="695154"/>
                    <a:pt x="2039668" y="732502"/>
                    <a:pt x="2221721" y="797410"/>
                  </a:cubicBezTo>
                  <a:cubicBezTo>
                    <a:pt x="2275056" y="675360"/>
                    <a:pt x="2341760" y="557662"/>
                    <a:pt x="2422394" y="446879"/>
                  </a:cubicBezTo>
                  <a:close/>
                  <a:moveTo>
                    <a:pt x="2447278" y="2722123"/>
                  </a:moveTo>
                  <a:cubicBezTo>
                    <a:pt x="2366121" y="2618714"/>
                    <a:pt x="2299534" y="2507403"/>
                    <a:pt x="2246145" y="2391362"/>
                  </a:cubicBezTo>
                  <a:cubicBezTo>
                    <a:pt x="2057375" y="2464119"/>
                    <a:pt x="1856285" y="2506958"/>
                    <a:pt x="1649785" y="2514779"/>
                  </a:cubicBezTo>
                  <a:lnTo>
                    <a:pt x="1649785" y="3008639"/>
                  </a:lnTo>
                  <a:cubicBezTo>
                    <a:pt x="1949198" y="2997255"/>
                    <a:pt x="2224691" y="2892757"/>
                    <a:pt x="2447278" y="2722123"/>
                  </a:cubicBezTo>
                  <a:close/>
                  <a:moveTo>
                    <a:pt x="2878934" y="1493146"/>
                  </a:moveTo>
                  <a:cubicBezTo>
                    <a:pt x="2723190" y="1307255"/>
                    <a:pt x="2529440" y="1161128"/>
                    <a:pt x="2313862" y="1060620"/>
                  </a:cubicBezTo>
                  <a:cubicBezTo>
                    <a:pt x="2270535" y="1201714"/>
                    <a:pt x="2245604" y="1347104"/>
                    <a:pt x="2240109" y="1493146"/>
                  </a:cubicBezTo>
                  <a:close/>
                  <a:moveTo>
                    <a:pt x="2890636" y="1673146"/>
                  </a:moveTo>
                  <a:lnTo>
                    <a:pt x="2241814" y="1673146"/>
                  </a:lnTo>
                  <a:cubicBezTo>
                    <a:pt x="2249736" y="1827102"/>
                    <a:pt x="2279520" y="1979973"/>
                    <a:pt x="2329964" y="2127513"/>
                  </a:cubicBezTo>
                  <a:cubicBezTo>
                    <a:pt x="2545677" y="2019923"/>
                    <a:pt x="2738160" y="1866413"/>
                    <a:pt x="2890636" y="1673146"/>
                  </a:cubicBezTo>
                  <a:close/>
                  <a:moveTo>
                    <a:pt x="2973035" y="1284386"/>
                  </a:moveTo>
                  <a:cubicBezTo>
                    <a:pt x="2912066" y="1001840"/>
                    <a:pt x="2765308" y="751379"/>
                    <a:pt x="2561381" y="561108"/>
                  </a:cubicBezTo>
                  <a:cubicBezTo>
                    <a:pt x="2489321" y="656437"/>
                    <a:pt x="2431363" y="759225"/>
                    <a:pt x="2384553" y="865647"/>
                  </a:cubicBezTo>
                  <a:cubicBezTo>
                    <a:pt x="2604520" y="964977"/>
                    <a:pt x="2804622" y="1106677"/>
                    <a:pt x="2973035" y="1284386"/>
                  </a:cubicBezTo>
                  <a:close/>
                  <a:moveTo>
                    <a:pt x="2974277" y="1897328"/>
                  </a:moveTo>
                  <a:cubicBezTo>
                    <a:pt x="2812488" y="2073933"/>
                    <a:pt x="2619878" y="2216690"/>
                    <a:pt x="2407486" y="2319665"/>
                  </a:cubicBezTo>
                  <a:cubicBezTo>
                    <a:pt x="2454169" y="2420503"/>
                    <a:pt x="2511856" y="2517376"/>
                    <a:pt x="2582047" y="2607468"/>
                  </a:cubicBezTo>
                  <a:cubicBezTo>
                    <a:pt x="2776399" y="2417974"/>
                    <a:pt x="2916061" y="2172750"/>
                    <a:pt x="2974277" y="1897328"/>
                  </a:cubicBezTo>
                  <a:close/>
                  <a:moveTo>
                    <a:pt x="3185463" y="1593779"/>
                  </a:moveTo>
                  <a:cubicBezTo>
                    <a:pt x="3185463" y="2473999"/>
                    <a:pt x="2471904" y="3187558"/>
                    <a:pt x="1591684" y="3187558"/>
                  </a:cubicBezTo>
                  <a:cubicBezTo>
                    <a:pt x="738111" y="3187558"/>
                    <a:pt x="41261" y="2516549"/>
                    <a:pt x="1913" y="1673146"/>
                  </a:cubicBezTo>
                  <a:lnTo>
                    <a:pt x="0" y="1673146"/>
                  </a:lnTo>
                  <a:lnTo>
                    <a:pt x="0" y="1493146"/>
                  </a:lnTo>
                  <a:lnTo>
                    <a:pt x="2750" y="1493146"/>
                  </a:lnTo>
                  <a:cubicBezTo>
                    <a:pt x="50490" y="700174"/>
                    <a:pt x="679654" y="64473"/>
                    <a:pt x="1469785" y="6156"/>
                  </a:cubicBezTo>
                  <a:lnTo>
                    <a:pt x="1469785" y="0"/>
                  </a:lnTo>
                  <a:lnTo>
                    <a:pt x="1591684" y="0"/>
                  </a:lnTo>
                  <a:lnTo>
                    <a:pt x="1649785" y="0"/>
                  </a:lnTo>
                  <a:lnTo>
                    <a:pt x="1649785" y="2934"/>
                  </a:lnTo>
                  <a:cubicBezTo>
                    <a:pt x="2503127" y="31654"/>
                    <a:pt x="3185463" y="733032"/>
                    <a:pt x="3185463" y="159377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68" name="그룹 3">
              <a:extLst>
                <a:ext uri="{FF2B5EF4-FFF2-40B4-BE49-F238E27FC236}">
                  <a16:creationId xmlns:a16="http://schemas.microsoft.com/office/drawing/2014/main" id="{5C556C6F-E096-DE20-74C9-6E99F0E36D58}"/>
                </a:ext>
              </a:extLst>
            </p:cNvPr>
            <p:cNvGrpSpPr/>
            <p:nvPr/>
          </p:nvGrpSpPr>
          <p:grpSpPr>
            <a:xfrm>
              <a:off x="6861652" y="1960880"/>
              <a:ext cx="3174943" cy="2854373"/>
              <a:chOff x="4667572" y="2691674"/>
              <a:chExt cx="2852682" cy="2564650"/>
            </a:xfrm>
          </p:grpSpPr>
          <p:sp>
            <p:nvSpPr>
              <p:cNvPr id="69" name="Oval 27">
                <a:extLst>
                  <a:ext uri="{FF2B5EF4-FFF2-40B4-BE49-F238E27FC236}">
                    <a16:creationId xmlns:a16="http://schemas.microsoft.com/office/drawing/2014/main" id="{103F825C-FCEF-E01C-A9DE-CC62F6BAFAA8}"/>
                  </a:ext>
                </a:extLst>
              </p:cNvPr>
              <p:cNvSpPr/>
              <p:nvPr/>
            </p:nvSpPr>
            <p:spPr>
              <a:xfrm>
                <a:off x="4814936" y="2697540"/>
                <a:ext cx="2552092" cy="2552092"/>
              </a:xfrm>
              <a:prstGeom prst="ellipse">
                <a:avLst/>
              </a:prstGeom>
              <a:noFill/>
              <a:ln w="412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70" name="Oval 4">
                <a:extLst>
                  <a:ext uri="{FF2B5EF4-FFF2-40B4-BE49-F238E27FC236}">
                    <a16:creationId xmlns:a16="http://schemas.microsoft.com/office/drawing/2014/main" id="{55CBCCF2-7102-4B74-6F92-6E8A1AE06CEA}"/>
                  </a:ext>
                </a:extLst>
              </p:cNvPr>
              <p:cNvSpPr/>
              <p:nvPr/>
            </p:nvSpPr>
            <p:spPr>
              <a:xfrm>
                <a:off x="6520947" y="2691674"/>
                <a:ext cx="319844" cy="319844"/>
              </a:xfrm>
              <a:prstGeom prst="ellipse">
                <a:avLst/>
              </a:prstGeom>
              <a:solidFill>
                <a:schemeClr val="accent4"/>
              </a:solidFill>
              <a:ln w="666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1" name="Oval 30">
                <a:extLst>
                  <a:ext uri="{FF2B5EF4-FFF2-40B4-BE49-F238E27FC236}">
                    <a16:creationId xmlns:a16="http://schemas.microsoft.com/office/drawing/2014/main" id="{83407914-616E-C2BB-8095-C0391C63D871}"/>
                  </a:ext>
                </a:extLst>
              </p:cNvPr>
              <p:cNvSpPr/>
              <p:nvPr/>
            </p:nvSpPr>
            <p:spPr>
              <a:xfrm>
                <a:off x="6520947" y="4930614"/>
                <a:ext cx="319844" cy="319844"/>
              </a:xfrm>
              <a:prstGeom prst="ellipse">
                <a:avLst/>
              </a:prstGeom>
              <a:solidFill>
                <a:schemeClr val="accent2"/>
              </a:solidFill>
              <a:ln w="666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2" name="Oval 31">
                <a:extLst>
                  <a:ext uri="{FF2B5EF4-FFF2-40B4-BE49-F238E27FC236}">
                    <a16:creationId xmlns:a16="http://schemas.microsoft.com/office/drawing/2014/main" id="{08D7F474-BC1A-18F2-E927-6E8E86B7D28D}"/>
                  </a:ext>
                </a:extLst>
              </p:cNvPr>
              <p:cNvSpPr/>
              <p:nvPr/>
            </p:nvSpPr>
            <p:spPr>
              <a:xfrm>
                <a:off x="7200410" y="3811144"/>
                <a:ext cx="319844" cy="319844"/>
              </a:xfrm>
              <a:prstGeom prst="ellipse">
                <a:avLst/>
              </a:prstGeom>
              <a:solidFill>
                <a:schemeClr val="accent3"/>
              </a:solidFill>
              <a:ln w="666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3" name="Oval 32">
                <a:extLst>
                  <a:ext uri="{FF2B5EF4-FFF2-40B4-BE49-F238E27FC236}">
                    <a16:creationId xmlns:a16="http://schemas.microsoft.com/office/drawing/2014/main" id="{B2BA9AD7-FEB1-F825-C058-F11038CAF0D6}"/>
                  </a:ext>
                </a:extLst>
              </p:cNvPr>
              <p:cNvSpPr/>
              <p:nvPr/>
            </p:nvSpPr>
            <p:spPr>
              <a:xfrm>
                <a:off x="5303912" y="2719312"/>
                <a:ext cx="319844" cy="319844"/>
              </a:xfrm>
              <a:prstGeom prst="ellipse">
                <a:avLst/>
              </a:prstGeom>
              <a:solidFill>
                <a:schemeClr val="accent2"/>
              </a:solidFill>
              <a:ln w="666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74" name="Oval 34">
                <a:extLst>
                  <a:ext uri="{FF2B5EF4-FFF2-40B4-BE49-F238E27FC236}">
                    <a16:creationId xmlns:a16="http://schemas.microsoft.com/office/drawing/2014/main" id="{0A4C0437-C602-72E3-B7A3-B0604715AC65}"/>
                  </a:ext>
                </a:extLst>
              </p:cNvPr>
              <p:cNvSpPr/>
              <p:nvPr/>
            </p:nvSpPr>
            <p:spPr>
              <a:xfrm>
                <a:off x="5303912" y="4936480"/>
                <a:ext cx="319844" cy="319844"/>
              </a:xfrm>
              <a:prstGeom prst="ellipse">
                <a:avLst/>
              </a:prstGeom>
              <a:solidFill>
                <a:schemeClr val="accent4"/>
              </a:solidFill>
              <a:ln w="666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5" name="Oval 41">
                <a:extLst>
                  <a:ext uri="{FF2B5EF4-FFF2-40B4-BE49-F238E27FC236}">
                    <a16:creationId xmlns:a16="http://schemas.microsoft.com/office/drawing/2014/main" id="{72866FE9-F048-ACF0-6982-15CFB4076FBB}"/>
                  </a:ext>
                </a:extLst>
              </p:cNvPr>
              <p:cNvSpPr/>
              <p:nvPr/>
            </p:nvSpPr>
            <p:spPr>
              <a:xfrm>
                <a:off x="4667572" y="3806124"/>
                <a:ext cx="319844" cy="319844"/>
              </a:xfrm>
              <a:prstGeom prst="ellipse">
                <a:avLst/>
              </a:prstGeom>
              <a:solidFill>
                <a:schemeClr val="accent3"/>
              </a:solidFill>
              <a:ln w="666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76" name="그룹 196">
              <a:extLst>
                <a:ext uri="{FF2B5EF4-FFF2-40B4-BE49-F238E27FC236}">
                  <a16:creationId xmlns:a16="http://schemas.microsoft.com/office/drawing/2014/main" id="{207D929B-10D5-C993-9C21-4EFB6E1E534B}"/>
                </a:ext>
              </a:extLst>
            </p:cNvPr>
            <p:cNvGrpSpPr/>
            <p:nvPr/>
          </p:nvGrpSpPr>
          <p:grpSpPr>
            <a:xfrm>
              <a:off x="7862537" y="2326571"/>
              <a:ext cx="1173173" cy="2122990"/>
              <a:chOff x="8498143" y="1381658"/>
              <a:chExt cx="2838633" cy="5136833"/>
            </a:xfrm>
          </p:grpSpPr>
          <p:grpSp>
            <p:nvGrpSpPr>
              <p:cNvPr id="77" name="그룹 129">
                <a:extLst>
                  <a:ext uri="{FF2B5EF4-FFF2-40B4-BE49-F238E27FC236}">
                    <a16:creationId xmlns:a16="http://schemas.microsoft.com/office/drawing/2014/main" id="{EC0CFCC0-D438-B873-7F6C-235063C71E15}"/>
                  </a:ext>
                </a:extLst>
              </p:cNvPr>
              <p:cNvGrpSpPr/>
              <p:nvPr/>
            </p:nvGrpSpPr>
            <p:grpSpPr>
              <a:xfrm>
                <a:off x="9027686" y="1381658"/>
                <a:ext cx="2309090" cy="5136833"/>
                <a:chOff x="8171193" y="962955"/>
                <a:chExt cx="2484038" cy="5526023"/>
              </a:xfrm>
            </p:grpSpPr>
            <p:grpSp>
              <p:nvGrpSpPr>
                <p:cNvPr id="123" name="Group 207">
                  <a:extLst>
                    <a:ext uri="{FF2B5EF4-FFF2-40B4-BE49-F238E27FC236}">
                      <a16:creationId xmlns:a16="http://schemas.microsoft.com/office/drawing/2014/main" id="{E5D1B3AB-1EEE-D796-8D8E-9F876DC01F94}"/>
                    </a:ext>
                  </a:extLst>
                </p:cNvPr>
                <p:cNvGrpSpPr/>
                <p:nvPr/>
              </p:nvGrpSpPr>
              <p:grpSpPr>
                <a:xfrm>
                  <a:off x="8171193" y="962955"/>
                  <a:ext cx="2484038" cy="5526023"/>
                  <a:chOff x="9947628" y="2553954"/>
                  <a:chExt cx="1678463" cy="3733930"/>
                </a:xfrm>
              </p:grpSpPr>
              <p:sp>
                <p:nvSpPr>
                  <p:cNvPr id="125" name="Graphic 454">
                    <a:extLst>
                      <a:ext uri="{FF2B5EF4-FFF2-40B4-BE49-F238E27FC236}">
                        <a16:creationId xmlns:a16="http://schemas.microsoft.com/office/drawing/2014/main" id="{8C2B3F9C-A3DA-5B7F-47EF-9CB525DBC15E}"/>
                      </a:ext>
                    </a:extLst>
                  </p:cNvPr>
                  <p:cNvSpPr/>
                  <p:nvPr/>
                </p:nvSpPr>
                <p:spPr>
                  <a:xfrm>
                    <a:off x="10059873" y="2553954"/>
                    <a:ext cx="1566218" cy="3712601"/>
                  </a:xfrm>
                  <a:custGeom>
                    <a:avLst/>
                    <a:gdLst>
                      <a:gd name="connsiteX0" fmla="*/ 2230114 w 2643745"/>
                      <a:gd name="connsiteY0" fmla="*/ 6266800 h 6266799"/>
                      <a:gd name="connsiteX1" fmla="*/ 2285969 w 2643745"/>
                      <a:gd name="connsiteY1" fmla="*/ 6079959 h 6266799"/>
                      <a:gd name="connsiteX2" fmla="*/ 2285875 w 2643745"/>
                      <a:gd name="connsiteY2" fmla="*/ 1819953 h 6266799"/>
                      <a:gd name="connsiteX3" fmla="*/ 1952144 w 2643745"/>
                      <a:gd name="connsiteY3" fmla="*/ 1247829 h 6266799"/>
                      <a:gd name="connsiteX4" fmla="*/ 1572662 w 2643745"/>
                      <a:gd name="connsiteY4" fmla="*/ 1026932 h 6266799"/>
                      <a:gd name="connsiteX5" fmla="*/ 1515590 w 2643745"/>
                      <a:gd name="connsiteY5" fmla="*/ 1048077 h 6266799"/>
                      <a:gd name="connsiteX6" fmla="*/ 1475827 w 2643745"/>
                      <a:gd name="connsiteY6" fmla="*/ 1167554 h 6266799"/>
                      <a:gd name="connsiteX7" fmla="*/ 1418848 w 2643745"/>
                      <a:gd name="connsiteY7" fmla="*/ 1188044 h 6266799"/>
                      <a:gd name="connsiteX8" fmla="*/ 730429 w 2643745"/>
                      <a:gd name="connsiteY8" fmla="*/ 792563 h 6266799"/>
                      <a:gd name="connsiteX9" fmla="*/ 582041 w 2643745"/>
                      <a:gd name="connsiteY9" fmla="*/ 593559 h 6266799"/>
                      <a:gd name="connsiteX10" fmla="*/ 395481 w 2643745"/>
                      <a:gd name="connsiteY10" fmla="*/ 347682 h 6266799"/>
                      <a:gd name="connsiteX11" fmla="*/ 290319 w 2643745"/>
                      <a:gd name="connsiteY11" fmla="*/ 287335 h 6266799"/>
                      <a:gd name="connsiteX12" fmla="*/ 0 w 2643745"/>
                      <a:gd name="connsiteY12" fmla="*/ 218661 h 6266799"/>
                      <a:gd name="connsiteX13" fmla="*/ 321942 w 2643745"/>
                      <a:gd name="connsiteY13" fmla="*/ 32008 h 6266799"/>
                      <a:gd name="connsiteX14" fmla="*/ 592333 w 2643745"/>
                      <a:gd name="connsiteY14" fmla="*/ 43890 h 6266799"/>
                      <a:gd name="connsiteX15" fmla="*/ 2338269 w 2643745"/>
                      <a:gd name="connsiteY15" fmla="*/ 1051726 h 6266799"/>
                      <a:gd name="connsiteX16" fmla="*/ 2642996 w 2643745"/>
                      <a:gd name="connsiteY16" fmla="*/ 1575572 h 6266799"/>
                      <a:gd name="connsiteX17" fmla="*/ 2643745 w 2643745"/>
                      <a:gd name="connsiteY17" fmla="*/ 5910895 h 6266799"/>
                      <a:gd name="connsiteX18" fmla="*/ 2537460 w 2643745"/>
                      <a:gd name="connsiteY18" fmla="*/ 6091842 h 6266799"/>
                      <a:gd name="connsiteX19" fmla="*/ 2230114 w 2643745"/>
                      <a:gd name="connsiteY19" fmla="*/ 6266800 h 62667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2643745" h="6266799">
                        <a:moveTo>
                          <a:pt x="2230114" y="6266800"/>
                        </a:moveTo>
                        <a:cubicBezTo>
                          <a:pt x="2278109" y="6213283"/>
                          <a:pt x="2286063" y="6149194"/>
                          <a:pt x="2285969" y="6079959"/>
                        </a:cubicBezTo>
                        <a:cubicBezTo>
                          <a:pt x="2285126" y="4659988"/>
                          <a:pt x="2284753" y="3240017"/>
                          <a:pt x="2285875" y="1819953"/>
                        </a:cubicBezTo>
                        <a:cubicBezTo>
                          <a:pt x="2286063" y="1562100"/>
                          <a:pt x="2177906" y="1372639"/>
                          <a:pt x="1952144" y="1247829"/>
                        </a:cubicBezTo>
                        <a:cubicBezTo>
                          <a:pt x="1824059" y="1177004"/>
                          <a:pt x="1698314" y="1102062"/>
                          <a:pt x="1572662" y="1026932"/>
                        </a:cubicBezTo>
                        <a:cubicBezTo>
                          <a:pt x="1540384" y="1007659"/>
                          <a:pt x="1525601" y="1009156"/>
                          <a:pt x="1515590" y="1048077"/>
                        </a:cubicBezTo>
                        <a:cubicBezTo>
                          <a:pt x="1505205" y="1088682"/>
                          <a:pt x="1485838" y="1126949"/>
                          <a:pt x="1475827" y="1167554"/>
                        </a:cubicBezTo>
                        <a:cubicBezTo>
                          <a:pt x="1465909" y="1208066"/>
                          <a:pt x="1449910" y="1206101"/>
                          <a:pt x="1418848" y="1188044"/>
                        </a:cubicBezTo>
                        <a:cubicBezTo>
                          <a:pt x="1190185" y="1054720"/>
                          <a:pt x="962927" y="918776"/>
                          <a:pt x="730429" y="792563"/>
                        </a:cubicBezTo>
                        <a:cubicBezTo>
                          <a:pt x="645008" y="746250"/>
                          <a:pt x="592988" y="690020"/>
                          <a:pt x="582041" y="593559"/>
                        </a:cubicBezTo>
                        <a:cubicBezTo>
                          <a:pt x="568662" y="475766"/>
                          <a:pt x="512058" y="389877"/>
                          <a:pt x="395481" y="347682"/>
                        </a:cubicBezTo>
                        <a:cubicBezTo>
                          <a:pt x="358056" y="334115"/>
                          <a:pt x="324375" y="309134"/>
                          <a:pt x="290319" y="287335"/>
                        </a:cubicBezTo>
                        <a:cubicBezTo>
                          <a:pt x="201436" y="230169"/>
                          <a:pt x="108718" y="190967"/>
                          <a:pt x="0" y="218661"/>
                        </a:cubicBezTo>
                        <a:cubicBezTo>
                          <a:pt x="107220" y="156163"/>
                          <a:pt x="212944" y="91044"/>
                          <a:pt x="321942" y="32008"/>
                        </a:cubicBezTo>
                        <a:cubicBezTo>
                          <a:pt x="412416" y="-17018"/>
                          <a:pt x="504105" y="-7101"/>
                          <a:pt x="592333" y="43890"/>
                        </a:cubicBezTo>
                        <a:cubicBezTo>
                          <a:pt x="998106" y="278353"/>
                          <a:pt x="2162188" y="950025"/>
                          <a:pt x="2338269" y="1051726"/>
                        </a:cubicBezTo>
                        <a:cubicBezTo>
                          <a:pt x="2539706" y="1168115"/>
                          <a:pt x="2643090" y="1340922"/>
                          <a:pt x="2642996" y="1575572"/>
                        </a:cubicBezTo>
                        <a:cubicBezTo>
                          <a:pt x="2642529" y="3020711"/>
                          <a:pt x="2642435" y="4465756"/>
                          <a:pt x="2643745" y="5910895"/>
                        </a:cubicBezTo>
                        <a:cubicBezTo>
                          <a:pt x="2643839" y="5996035"/>
                          <a:pt x="2609408" y="6051985"/>
                          <a:pt x="2537460" y="6091842"/>
                        </a:cubicBezTo>
                        <a:cubicBezTo>
                          <a:pt x="2434356" y="6149007"/>
                          <a:pt x="2332468" y="6208324"/>
                          <a:pt x="2230114" y="6266800"/>
                        </a:cubicBezTo>
                        <a:close/>
                      </a:path>
                    </a:pathLst>
                  </a:custGeom>
                  <a:solidFill>
                    <a:srgbClr val="2B3783"/>
                  </a:solidFill>
                  <a:ln w="935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6" name="Graphic 454">
                    <a:extLst>
                      <a:ext uri="{FF2B5EF4-FFF2-40B4-BE49-F238E27FC236}">
                        <a16:creationId xmlns:a16="http://schemas.microsoft.com/office/drawing/2014/main" id="{E587F5CD-9C0D-76E8-C26E-700F17D0C756}"/>
                      </a:ext>
                    </a:extLst>
                  </p:cNvPr>
                  <p:cNvSpPr/>
                  <p:nvPr/>
                </p:nvSpPr>
                <p:spPr>
                  <a:xfrm>
                    <a:off x="9947628" y="2668454"/>
                    <a:ext cx="1478638" cy="3619430"/>
                  </a:xfrm>
                  <a:custGeom>
                    <a:avLst/>
                    <a:gdLst>
                      <a:gd name="connsiteX0" fmla="*/ 2495178 w 2495913"/>
                      <a:gd name="connsiteY0" fmla="*/ 5890521 h 6109528"/>
                      <a:gd name="connsiteX1" fmla="*/ 2494336 w 2495913"/>
                      <a:gd name="connsiteY1" fmla="*/ 1593090 h 6109528"/>
                      <a:gd name="connsiteX2" fmla="*/ 2222542 w 2495913"/>
                      <a:gd name="connsiteY2" fmla="*/ 1082717 h 6109528"/>
                      <a:gd name="connsiteX3" fmla="*/ 1771299 w 2495913"/>
                      <a:gd name="connsiteY3" fmla="*/ 818127 h 6109528"/>
                      <a:gd name="connsiteX4" fmla="*/ 1687562 w 2495913"/>
                      <a:gd name="connsiteY4" fmla="*/ 849283 h 6109528"/>
                      <a:gd name="connsiteX5" fmla="*/ 1651167 w 2495913"/>
                      <a:gd name="connsiteY5" fmla="*/ 955380 h 6109528"/>
                      <a:gd name="connsiteX6" fmla="*/ 1608409 w 2495913"/>
                      <a:gd name="connsiteY6" fmla="*/ 971192 h 6109528"/>
                      <a:gd name="connsiteX7" fmla="*/ 883688 w 2495913"/>
                      <a:gd name="connsiteY7" fmla="*/ 554099 h 6109528"/>
                      <a:gd name="connsiteX8" fmla="*/ 804910 w 2495913"/>
                      <a:gd name="connsiteY8" fmla="*/ 451556 h 6109528"/>
                      <a:gd name="connsiteX9" fmla="*/ 757849 w 2495913"/>
                      <a:gd name="connsiteY9" fmla="*/ 280434 h 6109528"/>
                      <a:gd name="connsiteX10" fmla="*/ 687585 w 2495913"/>
                      <a:gd name="connsiteY10" fmla="*/ 192299 h 6109528"/>
                      <a:gd name="connsiteX11" fmla="*/ 444982 w 2495913"/>
                      <a:gd name="connsiteY11" fmla="*/ 52052 h 6109528"/>
                      <a:gd name="connsiteX12" fmla="*/ 189655 w 2495913"/>
                      <a:gd name="connsiteY12" fmla="*/ 25387 h 6109528"/>
                      <a:gd name="connsiteX13" fmla="*/ 7 w 2495913"/>
                      <a:gd name="connsiteY13" fmla="*/ 331050 h 6109528"/>
                      <a:gd name="connsiteX14" fmla="*/ 1036 w 2495913"/>
                      <a:gd name="connsiteY14" fmla="*/ 4526686 h 6109528"/>
                      <a:gd name="connsiteX15" fmla="*/ 187596 w 2495913"/>
                      <a:gd name="connsiteY15" fmla="*/ 4919361 h 6109528"/>
                      <a:gd name="connsiteX16" fmla="*/ 2151155 w 2495913"/>
                      <a:gd name="connsiteY16" fmla="*/ 6061924 h 6109528"/>
                      <a:gd name="connsiteX17" fmla="*/ 2419674 w 2495913"/>
                      <a:gd name="connsiteY17" fmla="*/ 6073526 h 6109528"/>
                      <a:gd name="connsiteX18" fmla="*/ 2495178 w 2495913"/>
                      <a:gd name="connsiteY18" fmla="*/ 5890521 h 61095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2495913" h="6109528">
                        <a:moveTo>
                          <a:pt x="2495178" y="5890521"/>
                        </a:moveTo>
                        <a:cubicBezTo>
                          <a:pt x="2494055" y="5870312"/>
                          <a:pt x="2497330" y="1781709"/>
                          <a:pt x="2494336" y="1593090"/>
                        </a:cubicBezTo>
                        <a:cubicBezTo>
                          <a:pt x="2490875" y="1377526"/>
                          <a:pt x="2402927" y="1202194"/>
                          <a:pt x="2222542" y="1082717"/>
                        </a:cubicBezTo>
                        <a:cubicBezTo>
                          <a:pt x="2077242" y="986443"/>
                          <a:pt x="1922119" y="905606"/>
                          <a:pt x="1771299" y="818127"/>
                        </a:cubicBezTo>
                        <a:cubicBezTo>
                          <a:pt x="1729103" y="793614"/>
                          <a:pt x="1706180" y="803719"/>
                          <a:pt x="1687562" y="849283"/>
                        </a:cubicBezTo>
                        <a:cubicBezTo>
                          <a:pt x="1673434" y="883900"/>
                          <a:pt x="1663236" y="919921"/>
                          <a:pt x="1651167" y="955380"/>
                        </a:cubicBezTo>
                        <a:cubicBezTo>
                          <a:pt x="1643308" y="978490"/>
                          <a:pt x="1629554" y="983823"/>
                          <a:pt x="1608409" y="971192"/>
                        </a:cubicBezTo>
                        <a:cubicBezTo>
                          <a:pt x="1573699" y="950422"/>
                          <a:pt x="1091393" y="670769"/>
                          <a:pt x="883688" y="554099"/>
                        </a:cubicBezTo>
                        <a:cubicBezTo>
                          <a:pt x="840556" y="529866"/>
                          <a:pt x="815389" y="498336"/>
                          <a:pt x="804910" y="451556"/>
                        </a:cubicBezTo>
                        <a:cubicBezTo>
                          <a:pt x="791905" y="393829"/>
                          <a:pt x="773286" y="337506"/>
                          <a:pt x="757849" y="280434"/>
                        </a:cubicBezTo>
                        <a:cubicBezTo>
                          <a:pt x="746903" y="239828"/>
                          <a:pt x="723793" y="212602"/>
                          <a:pt x="687585" y="192299"/>
                        </a:cubicBezTo>
                        <a:cubicBezTo>
                          <a:pt x="606093" y="146735"/>
                          <a:pt x="525538" y="99300"/>
                          <a:pt x="444982" y="52052"/>
                        </a:cubicBezTo>
                        <a:cubicBezTo>
                          <a:pt x="362836" y="3774"/>
                          <a:pt x="280690" y="-22610"/>
                          <a:pt x="189655" y="25387"/>
                        </a:cubicBezTo>
                        <a:cubicBezTo>
                          <a:pt x="55489" y="83208"/>
                          <a:pt x="-741" y="185469"/>
                          <a:pt x="7" y="331050"/>
                        </a:cubicBezTo>
                        <a:cubicBezTo>
                          <a:pt x="2440" y="862194"/>
                          <a:pt x="1224" y="3995355"/>
                          <a:pt x="1036" y="4526686"/>
                        </a:cubicBezTo>
                        <a:cubicBezTo>
                          <a:pt x="943" y="4687330"/>
                          <a:pt x="58015" y="4820561"/>
                          <a:pt x="187596" y="4919361"/>
                        </a:cubicBezTo>
                        <a:cubicBezTo>
                          <a:pt x="333738" y="5001320"/>
                          <a:pt x="1883197" y="5899877"/>
                          <a:pt x="2151155" y="6061924"/>
                        </a:cubicBezTo>
                        <a:cubicBezTo>
                          <a:pt x="2244435" y="6118341"/>
                          <a:pt x="2327610" y="6127604"/>
                          <a:pt x="2419674" y="6073526"/>
                        </a:cubicBezTo>
                        <a:cubicBezTo>
                          <a:pt x="2488442" y="6030581"/>
                          <a:pt x="2499201" y="5963779"/>
                          <a:pt x="2495178" y="5890521"/>
                        </a:cubicBezTo>
                        <a:close/>
                      </a:path>
                    </a:pathLst>
                  </a:custGeom>
                  <a:solidFill>
                    <a:srgbClr val="7460AA"/>
                  </a:solidFill>
                  <a:ln w="935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127" name="Graphic 454">
                    <a:extLst>
                      <a:ext uri="{FF2B5EF4-FFF2-40B4-BE49-F238E27FC236}">
                        <a16:creationId xmlns:a16="http://schemas.microsoft.com/office/drawing/2014/main" id="{554218F3-693D-CDA4-1845-D6E7A781E740}"/>
                      </a:ext>
                    </a:extLst>
                  </p:cNvPr>
                  <p:cNvSpPr/>
                  <p:nvPr/>
                </p:nvSpPr>
                <p:spPr>
                  <a:xfrm>
                    <a:off x="10128215" y="3443553"/>
                    <a:ext cx="955225" cy="804551"/>
                  </a:xfrm>
                  <a:custGeom>
                    <a:avLst/>
                    <a:gdLst>
                      <a:gd name="connsiteX0" fmla="*/ 1468435 w 1612402"/>
                      <a:gd name="connsiteY0" fmla="*/ 1358067 h 1358066"/>
                      <a:gd name="connsiteX1" fmla="*/ 1469277 w 1612402"/>
                      <a:gd name="connsiteY1" fmla="*/ 975404 h 1358066"/>
                      <a:gd name="connsiteX2" fmla="*/ 1388722 w 1612402"/>
                      <a:gd name="connsiteY2" fmla="*/ 859108 h 1358066"/>
                      <a:gd name="connsiteX3" fmla="*/ 90379 w 1612402"/>
                      <a:gd name="connsiteY3" fmla="*/ 108096 h 1358066"/>
                      <a:gd name="connsiteX4" fmla="*/ 36301 w 1612402"/>
                      <a:gd name="connsiteY4" fmla="*/ 81899 h 1358066"/>
                      <a:gd name="connsiteX5" fmla="*/ 0 w 1612402"/>
                      <a:gd name="connsiteY5" fmla="*/ 74882 h 1358066"/>
                      <a:gd name="connsiteX6" fmla="*/ 137253 w 1612402"/>
                      <a:gd name="connsiteY6" fmla="*/ 7986 h 1358066"/>
                      <a:gd name="connsiteX7" fmla="*/ 216780 w 1612402"/>
                      <a:gd name="connsiteY7" fmla="*/ 15377 h 1358066"/>
                      <a:gd name="connsiteX8" fmla="*/ 1525320 w 1612402"/>
                      <a:gd name="connsiteY8" fmla="*/ 771535 h 1358066"/>
                      <a:gd name="connsiteX9" fmla="*/ 1612238 w 1612402"/>
                      <a:gd name="connsiteY9" fmla="*/ 918332 h 1358066"/>
                      <a:gd name="connsiteX10" fmla="*/ 1611864 w 1612402"/>
                      <a:gd name="connsiteY10" fmla="*/ 1231199 h 1358066"/>
                      <a:gd name="connsiteX11" fmla="*/ 1572100 w 1612402"/>
                      <a:gd name="connsiteY11" fmla="*/ 1302118 h 1358066"/>
                      <a:gd name="connsiteX12" fmla="*/ 1468435 w 1612402"/>
                      <a:gd name="connsiteY12" fmla="*/ 1358067 h 1358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612402" h="1358066">
                        <a:moveTo>
                          <a:pt x="1468435" y="1358067"/>
                        </a:moveTo>
                        <a:cubicBezTo>
                          <a:pt x="1468903" y="1230450"/>
                          <a:pt x="1470494" y="1102927"/>
                          <a:pt x="1469277" y="975404"/>
                        </a:cubicBezTo>
                        <a:cubicBezTo>
                          <a:pt x="1468716" y="920296"/>
                          <a:pt x="1434566" y="885585"/>
                          <a:pt x="1388722" y="859108"/>
                        </a:cubicBezTo>
                        <a:cubicBezTo>
                          <a:pt x="1076416" y="678629"/>
                          <a:pt x="211260" y="177331"/>
                          <a:pt x="90379" y="108096"/>
                        </a:cubicBezTo>
                        <a:cubicBezTo>
                          <a:pt x="73071" y="98178"/>
                          <a:pt x="54359" y="90600"/>
                          <a:pt x="36301" y="81899"/>
                        </a:cubicBezTo>
                        <a:cubicBezTo>
                          <a:pt x="28723" y="77314"/>
                          <a:pt x="19741" y="76379"/>
                          <a:pt x="0" y="74882"/>
                        </a:cubicBezTo>
                        <a:cubicBezTo>
                          <a:pt x="34056" y="56263"/>
                          <a:pt x="102823" y="26043"/>
                          <a:pt x="137253" y="7986"/>
                        </a:cubicBezTo>
                        <a:cubicBezTo>
                          <a:pt x="164854" y="-6516"/>
                          <a:pt x="190864" y="407"/>
                          <a:pt x="216780" y="15377"/>
                        </a:cubicBezTo>
                        <a:cubicBezTo>
                          <a:pt x="652866" y="267617"/>
                          <a:pt x="1089140" y="519576"/>
                          <a:pt x="1525320" y="771535"/>
                        </a:cubicBezTo>
                        <a:cubicBezTo>
                          <a:pt x="1581924" y="804188"/>
                          <a:pt x="1615045" y="847600"/>
                          <a:pt x="1612238" y="918332"/>
                        </a:cubicBezTo>
                        <a:cubicBezTo>
                          <a:pt x="1608121" y="1022465"/>
                          <a:pt x="1609992" y="1126972"/>
                          <a:pt x="1611864" y="1231199"/>
                        </a:cubicBezTo>
                        <a:cubicBezTo>
                          <a:pt x="1612519" y="1268342"/>
                          <a:pt x="1612425" y="1275734"/>
                          <a:pt x="1572100" y="1302118"/>
                        </a:cubicBezTo>
                        <a:cubicBezTo>
                          <a:pt x="1541506" y="1322140"/>
                          <a:pt x="1509882" y="1335519"/>
                          <a:pt x="1468435" y="1358067"/>
                        </a:cubicBezTo>
                        <a:close/>
                      </a:path>
                    </a:pathLst>
                  </a:custGeom>
                  <a:solidFill>
                    <a:srgbClr val="35469D"/>
                  </a:solidFill>
                  <a:ln w="935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8" name="Graphic 454">
                    <a:extLst>
                      <a:ext uri="{FF2B5EF4-FFF2-40B4-BE49-F238E27FC236}">
                        <a16:creationId xmlns:a16="http://schemas.microsoft.com/office/drawing/2014/main" id="{E7745C68-B2B5-3BE6-742D-68A5E6A5A96C}"/>
                      </a:ext>
                    </a:extLst>
                  </p:cNvPr>
                  <p:cNvSpPr/>
                  <p:nvPr/>
                </p:nvSpPr>
                <p:spPr>
                  <a:xfrm>
                    <a:off x="10095539" y="3487830"/>
                    <a:ext cx="903377" cy="776759"/>
                  </a:xfrm>
                  <a:custGeom>
                    <a:avLst/>
                    <a:gdLst>
                      <a:gd name="connsiteX0" fmla="*/ 1524435 w 1524883"/>
                      <a:gd name="connsiteY0" fmla="*/ 900572 h 1311155"/>
                      <a:gd name="connsiteX1" fmla="*/ 1443879 w 1524883"/>
                      <a:gd name="connsiteY1" fmla="*/ 784276 h 1311155"/>
                      <a:gd name="connsiteX2" fmla="*/ 507617 w 1524883"/>
                      <a:gd name="connsiteY2" fmla="*/ 241810 h 1311155"/>
                      <a:gd name="connsiteX3" fmla="*/ 145537 w 1524883"/>
                      <a:gd name="connsiteY3" fmla="*/ 33264 h 1311155"/>
                      <a:gd name="connsiteX4" fmla="*/ 91458 w 1524883"/>
                      <a:gd name="connsiteY4" fmla="*/ 7067 h 1311155"/>
                      <a:gd name="connsiteX5" fmla="*/ 91458 w 1524883"/>
                      <a:gd name="connsiteY5" fmla="*/ 7067 h 1311155"/>
                      <a:gd name="connsiteX6" fmla="*/ 91458 w 1524883"/>
                      <a:gd name="connsiteY6" fmla="*/ 7067 h 1311155"/>
                      <a:gd name="connsiteX7" fmla="*/ 705 w 1524883"/>
                      <a:gd name="connsiteY7" fmla="*/ 104183 h 1311155"/>
                      <a:gd name="connsiteX8" fmla="*/ 798 w 1524883"/>
                      <a:gd name="connsiteY8" fmla="*/ 341921 h 1311155"/>
                      <a:gd name="connsiteX9" fmla="*/ 12119 w 1524883"/>
                      <a:gd name="connsiteY9" fmla="*/ 456626 h 1311155"/>
                      <a:gd name="connsiteX10" fmla="*/ 1150659 w 1524883"/>
                      <a:gd name="connsiteY10" fmla="*/ 1137935 h 1311155"/>
                      <a:gd name="connsiteX11" fmla="*/ 1429470 w 1524883"/>
                      <a:gd name="connsiteY11" fmla="*/ 1296801 h 1311155"/>
                      <a:gd name="connsiteX12" fmla="*/ 1523592 w 1524883"/>
                      <a:gd name="connsiteY12" fmla="*/ 1283235 h 1311155"/>
                      <a:gd name="connsiteX13" fmla="*/ 1524435 w 1524883"/>
                      <a:gd name="connsiteY13" fmla="*/ 900572 h 13111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524883" h="1311155">
                        <a:moveTo>
                          <a:pt x="1524435" y="900572"/>
                        </a:moveTo>
                        <a:cubicBezTo>
                          <a:pt x="1523873" y="845464"/>
                          <a:pt x="1489723" y="810753"/>
                          <a:pt x="1443879" y="784276"/>
                        </a:cubicBezTo>
                        <a:cubicBezTo>
                          <a:pt x="1131573" y="603797"/>
                          <a:pt x="819735" y="422570"/>
                          <a:pt x="507617" y="241810"/>
                        </a:cubicBezTo>
                        <a:cubicBezTo>
                          <a:pt x="387111" y="172014"/>
                          <a:pt x="266417" y="102499"/>
                          <a:pt x="145537" y="33264"/>
                        </a:cubicBezTo>
                        <a:cubicBezTo>
                          <a:pt x="128228" y="23346"/>
                          <a:pt x="109516" y="15768"/>
                          <a:pt x="91458" y="7067"/>
                        </a:cubicBezTo>
                        <a:cubicBezTo>
                          <a:pt x="91458" y="7067"/>
                          <a:pt x="91458" y="7067"/>
                          <a:pt x="91458" y="7067"/>
                        </a:cubicBezTo>
                        <a:cubicBezTo>
                          <a:pt x="91458" y="7067"/>
                          <a:pt x="91458" y="7067"/>
                          <a:pt x="91458" y="7067"/>
                        </a:cubicBezTo>
                        <a:cubicBezTo>
                          <a:pt x="28305" y="-20814"/>
                          <a:pt x="892" y="38410"/>
                          <a:pt x="705" y="104183"/>
                        </a:cubicBezTo>
                        <a:cubicBezTo>
                          <a:pt x="518" y="183429"/>
                          <a:pt x="237" y="262675"/>
                          <a:pt x="798" y="341921"/>
                        </a:cubicBezTo>
                        <a:cubicBezTo>
                          <a:pt x="1079" y="380468"/>
                          <a:pt x="-4909" y="419763"/>
                          <a:pt x="12119" y="456626"/>
                        </a:cubicBezTo>
                        <a:cubicBezTo>
                          <a:pt x="58525" y="516037"/>
                          <a:pt x="918535" y="988893"/>
                          <a:pt x="1150659" y="1137935"/>
                        </a:cubicBezTo>
                        <a:cubicBezTo>
                          <a:pt x="1243659" y="1190797"/>
                          <a:pt x="1337032" y="1243004"/>
                          <a:pt x="1429470" y="1296801"/>
                        </a:cubicBezTo>
                        <a:cubicBezTo>
                          <a:pt x="1465865" y="1317946"/>
                          <a:pt x="1496460" y="1317572"/>
                          <a:pt x="1523592" y="1283235"/>
                        </a:cubicBezTo>
                        <a:cubicBezTo>
                          <a:pt x="1524061" y="1155711"/>
                          <a:pt x="1525651" y="1028188"/>
                          <a:pt x="1524435" y="900572"/>
                        </a:cubicBezTo>
                        <a:close/>
                      </a:path>
                    </a:pathLst>
                  </a:custGeom>
                  <a:solidFill>
                    <a:srgbClr val="FFD047"/>
                  </a:solidFill>
                  <a:ln w="935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4" name="자유형: 도형 131">
                  <a:extLst>
                    <a:ext uri="{FF2B5EF4-FFF2-40B4-BE49-F238E27FC236}">
                      <a16:creationId xmlns:a16="http://schemas.microsoft.com/office/drawing/2014/main" id="{A6699BAA-C088-8783-D8FA-280A6BF897AC}"/>
                    </a:ext>
                  </a:extLst>
                </p:cNvPr>
                <p:cNvSpPr/>
                <p:nvPr/>
              </p:nvSpPr>
              <p:spPr>
                <a:xfrm rot="980584">
                  <a:off x="8356652" y="2686158"/>
                  <a:ext cx="1333640" cy="439671"/>
                </a:xfrm>
                <a:custGeom>
                  <a:avLst/>
                  <a:gdLst>
                    <a:gd name="connsiteX0" fmla="*/ 0 w 1333640"/>
                    <a:gd name="connsiteY0" fmla="*/ 6561 h 439671"/>
                    <a:gd name="connsiteX1" fmla="*/ 23901 w 1333640"/>
                    <a:gd name="connsiteY1" fmla="*/ 413 h 439671"/>
                    <a:gd name="connsiteX2" fmla="*/ 60262 w 1333640"/>
                    <a:gd name="connsiteY2" fmla="*/ 2370 h 439671"/>
                    <a:gd name="connsiteX3" fmla="*/ 108463 w 1333640"/>
                    <a:gd name="connsiteY3" fmla="*/ 11154 h 439671"/>
                    <a:gd name="connsiteX4" fmla="*/ 431183 w 1333640"/>
                    <a:gd name="connsiteY4" fmla="*/ 81086 h 439671"/>
                    <a:gd name="connsiteX5" fmla="*/ 1265672 w 1333640"/>
                    <a:gd name="connsiteY5" fmla="*/ 262992 h 439671"/>
                    <a:gd name="connsiteX6" fmla="*/ 1286241 w 1333640"/>
                    <a:gd name="connsiteY6" fmla="*/ 269400 h 439671"/>
                    <a:gd name="connsiteX7" fmla="*/ 1333640 w 1333640"/>
                    <a:gd name="connsiteY7" fmla="*/ 431042 h 439671"/>
                    <a:gd name="connsiteX8" fmla="*/ 1297870 w 1333640"/>
                    <a:gd name="connsiteY8" fmla="*/ 439560 h 439671"/>
                    <a:gd name="connsiteX9" fmla="*/ 1252829 w 1333640"/>
                    <a:gd name="connsiteY9" fmla="*/ 434858 h 439671"/>
                    <a:gd name="connsiteX10" fmla="*/ 1004326 w 1333640"/>
                    <a:gd name="connsiteY10" fmla="*/ 381585 h 439671"/>
                    <a:gd name="connsiteX11" fmla="*/ 80826 w 1333640"/>
                    <a:gd name="connsiteY11" fmla="*/ 177320 h 439671"/>
                    <a:gd name="connsiteX12" fmla="*/ 47725 w 1333640"/>
                    <a:gd name="connsiteY12" fmla="*/ 169313 h 43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33640" h="439671">
                      <a:moveTo>
                        <a:pt x="0" y="6561"/>
                      </a:moveTo>
                      <a:lnTo>
                        <a:pt x="23901" y="413"/>
                      </a:lnTo>
                      <a:cubicBezTo>
                        <a:pt x="34109" y="-479"/>
                        <a:pt x="46190" y="33"/>
                        <a:pt x="60262" y="2370"/>
                      </a:cubicBezTo>
                      <a:cubicBezTo>
                        <a:pt x="76357" y="5287"/>
                        <a:pt x="93035" y="7829"/>
                        <a:pt x="108463" y="11154"/>
                      </a:cubicBezTo>
                      <a:cubicBezTo>
                        <a:pt x="216203" y="34371"/>
                        <a:pt x="323777" y="57682"/>
                        <a:pt x="431183" y="81086"/>
                      </a:cubicBezTo>
                      <a:cubicBezTo>
                        <a:pt x="709373" y="141701"/>
                        <a:pt x="987314" y="202472"/>
                        <a:pt x="1265672" y="262992"/>
                      </a:cubicBezTo>
                      <a:lnTo>
                        <a:pt x="1286241" y="269400"/>
                      </a:lnTo>
                      <a:lnTo>
                        <a:pt x="1333640" y="431042"/>
                      </a:lnTo>
                      <a:lnTo>
                        <a:pt x="1297870" y="439560"/>
                      </a:lnTo>
                      <a:cubicBezTo>
                        <a:pt x="1283975" y="440144"/>
                        <a:pt x="1269049" y="438403"/>
                        <a:pt x="1252829" y="434858"/>
                      </a:cubicBezTo>
                      <a:cubicBezTo>
                        <a:pt x="1170439" y="416818"/>
                        <a:pt x="1087216" y="399311"/>
                        <a:pt x="1004326" y="381585"/>
                      </a:cubicBezTo>
                      <a:cubicBezTo>
                        <a:pt x="836226" y="340978"/>
                        <a:pt x="298682" y="228687"/>
                        <a:pt x="80826" y="177320"/>
                      </a:cubicBezTo>
                      <a:lnTo>
                        <a:pt x="47725" y="169313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352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78" name="그룹 136">
                <a:extLst>
                  <a:ext uri="{FF2B5EF4-FFF2-40B4-BE49-F238E27FC236}">
                    <a16:creationId xmlns:a16="http://schemas.microsoft.com/office/drawing/2014/main" id="{3DC1CBE2-BA5B-1399-E96D-3A528722D971}"/>
                  </a:ext>
                </a:extLst>
              </p:cNvPr>
              <p:cNvGrpSpPr/>
              <p:nvPr/>
            </p:nvGrpSpPr>
            <p:grpSpPr>
              <a:xfrm>
                <a:off x="9212579" y="3092031"/>
                <a:ext cx="657529" cy="535819"/>
                <a:chOff x="9091999" y="2911198"/>
                <a:chExt cx="657529" cy="535819"/>
              </a:xfrm>
            </p:grpSpPr>
            <p:sp>
              <p:nvSpPr>
                <p:cNvPr id="115" name="자유형: 도형 137">
                  <a:extLst>
                    <a:ext uri="{FF2B5EF4-FFF2-40B4-BE49-F238E27FC236}">
                      <a16:creationId xmlns:a16="http://schemas.microsoft.com/office/drawing/2014/main" id="{CBC16F76-0B12-C00D-ED00-F160068519CB}"/>
                    </a:ext>
                  </a:extLst>
                </p:cNvPr>
                <p:cNvSpPr/>
                <p:nvPr/>
              </p:nvSpPr>
              <p:spPr>
                <a:xfrm>
                  <a:off x="9152345" y="2911198"/>
                  <a:ext cx="594202" cy="535819"/>
                </a:xfrm>
                <a:custGeom>
                  <a:avLst/>
                  <a:gdLst>
                    <a:gd name="connsiteX0" fmla="*/ 1164946 w 1200062"/>
                    <a:gd name="connsiteY0" fmla="*/ 179693 h 1082149"/>
                    <a:gd name="connsiteX1" fmla="*/ 1074020 w 1200062"/>
                    <a:gd name="connsiteY1" fmla="*/ 67005 h 1082149"/>
                    <a:gd name="connsiteX2" fmla="*/ 1063029 w 1200062"/>
                    <a:gd name="connsiteY2" fmla="*/ 58652 h 1082149"/>
                    <a:gd name="connsiteX3" fmla="*/ 356933 w 1200062"/>
                    <a:gd name="connsiteY3" fmla="*/ 239920 h 1082149"/>
                    <a:gd name="connsiteX4" fmla="*/ 31691 w 1200062"/>
                    <a:gd name="connsiteY4" fmla="*/ 893335 h 1082149"/>
                    <a:gd name="connsiteX5" fmla="*/ 37113 w 1200062"/>
                    <a:gd name="connsiteY5" fmla="*/ 903666 h 1082149"/>
                    <a:gd name="connsiteX6" fmla="*/ 128040 w 1200062"/>
                    <a:gd name="connsiteY6" fmla="*/ 1016354 h 1082149"/>
                    <a:gd name="connsiteX7" fmla="*/ 137785 w 1200062"/>
                    <a:gd name="connsiteY7" fmla="*/ 1024267 h 1082149"/>
                    <a:gd name="connsiteX8" fmla="*/ 843148 w 1200062"/>
                    <a:gd name="connsiteY8" fmla="*/ 842267 h 1082149"/>
                    <a:gd name="connsiteX9" fmla="*/ 1170662 w 1200062"/>
                    <a:gd name="connsiteY9" fmla="*/ 192149 h 1082149"/>
                    <a:gd name="connsiteX10" fmla="*/ 1164946 w 1200062"/>
                    <a:gd name="connsiteY10" fmla="*/ 179693 h 1082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00062" h="1082149">
                      <a:moveTo>
                        <a:pt x="1164946" y="179693"/>
                      </a:moveTo>
                      <a:lnTo>
                        <a:pt x="1074020" y="67005"/>
                      </a:lnTo>
                      <a:cubicBezTo>
                        <a:pt x="1071016" y="63268"/>
                        <a:pt x="1067205" y="60484"/>
                        <a:pt x="1063029" y="58652"/>
                      </a:cubicBezTo>
                      <a:cubicBezTo>
                        <a:pt x="949975" y="-65686"/>
                        <a:pt x="637262" y="13665"/>
                        <a:pt x="356933" y="239920"/>
                      </a:cubicBezTo>
                      <a:cubicBezTo>
                        <a:pt x="75506" y="467055"/>
                        <a:pt x="-68175" y="757201"/>
                        <a:pt x="31691" y="893335"/>
                      </a:cubicBezTo>
                      <a:cubicBezTo>
                        <a:pt x="32790" y="896999"/>
                        <a:pt x="34549" y="900515"/>
                        <a:pt x="37113" y="903666"/>
                      </a:cubicBezTo>
                      <a:lnTo>
                        <a:pt x="128040" y="1016354"/>
                      </a:lnTo>
                      <a:cubicBezTo>
                        <a:pt x="130825" y="1019798"/>
                        <a:pt x="134122" y="1022362"/>
                        <a:pt x="137785" y="1024267"/>
                      </a:cubicBezTo>
                      <a:cubicBezTo>
                        <a:pt x="251426" y="1147506"/>
                        <a:pt x="563406" y="1068009"/>
                        <a:pt x="843148" y="842267"/>
                      </a:cubicBezTo>
                      <a:cubicBezTo>
                        <a:pt x="1122377" y="616964"/>
                        <a:pt x="1265985" y="329602"/>
                        <a:pt x="1170662" y="192149"/>
                      </a:cubicBezTo>
                      <a:cubicBezTo>
                        <a:pt x="1169856" y="187679"/>
                        <a:pt x="1167951" y="183430"/>
                        <a:pt x="1164946" y="179693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116" name="그룹 138">
                  <a:extLst>
                    <a:ext uri="{FF2B5EF4-FFF2-40B4-BE49-F238E27FC236}">
                      <a16:creationId xmlns:a16="http://schemas.microsoft.com/office/drawing/2014/main" id="{84D62A36-5E98-A43D-54D5-A6B3A3CEFC22}"/>
                    </a:ext>
                  </a:extLst>
                </p:cNvPr>
                <p:cNvGrpSpPr/>
                <p:nvPr/>
              </p:nvGrpSpPr>
              <p:grpSpPr>
                <a:xfrm rot="3133259">
                  <a:off x="9254161" y="2813792"/>
                  <a:ext cx="333205" cy="657529"/>
                  <a:chOff x="5784686" y="1323855"/>
                  <a:chExt cx="1307251" cy="1307251"/>
                </a:xfrm>
              </p:grpSpPr>
              <p:sp>
                <p:nvSpPr>
                  <p:cNvPr id="117" name="자유형: 도형 139">
                    <a:extLst>
                      <a:ext uri="{FF2B5EF4-FFF2-40B4-BE49-F238E27FC236}">
                        <a16:creationId xmlns:a16="http://schemas.microsoft.com/office/drawing/2014/main" id="{AA7106E9-58C7-3879-FEFB-878703850C31}"/>
                      </a:ext>
                    </a:extLst>
                  </p:cNvPr>
                  <p:cNvSpPr/>
                  <p:nvPr/>
                </p:nvSpPr>
                <p:spPr>
                  <a:xfrm>
                    <a:off x="5784686" y="1323855"/>
                    <a:ext cx="1307251" cy="1307251"/>
                  </a:xfrm>
                  <a:custGeom>
                    <a:avLst/>
                    <a:gdLst>
                      <a:gd name="connsiteX0" fmla="*/ 1819275 w 1819275"/>
                      <a:gd name="connsiteY0" fmla="*/ 909638 h 1819275"/>
                      <a:gd name="connsiteX1" fmla="*/ 909638 w 1819275"/>
                      <a:gd name="connsiteY1" fmla="*/ 1819275 h 1819275"/>
                      <a:gd name="connsiteX2" fmla="*/ 0 w 1819275"/>
                      <a:gd name="connsiteY2" fmla="*/ 909637 h 1819275"/>
                      <a:gd name="connsiteX3" fmla="*/ 909638 w 1819275"/>
                      <a:gd name="connsiteY3" fmla="*/ 0 h 1819275"/>
                      <a:gd name="connsiteX4" fmla="*/ 1819275 w 1819275"/>
                      <a:gd name="connsiteY4" fmla="*/ 909638 h 1819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9275" h="1819275">
                        <a:moveTo>
                          <a:pt x="1819275" y="909638"/>
                        </a:moveTo>
                        <a:cubicBezTo>
                          <a:pt x="1819275" y="1412016"/>
                          <a:pt x="1412016" y="1819275"/>
                          <a:pt x="909638" y="1819275"/>
                        </a:cubicBezTo>
                        <a:cubicBezTo>
                          <a:pt x="407259" y="1819275"/>
                          <a:pt x="0" y="1412016"/>
                          <a:pt x="0" y="909637"/>
                        </a:cubicBezTo>
                        <a:cubicBezTo>
                          <a:pt x="0" y="407258"/>
                          <a:pt x="407259" y="0"/>
                          <a:pt x="909638" y="0"/>
                        </a:cubicBezTo>
                        <a:cubicBezTo>
                          <a:pt x="1412016" y="0"/>
                          <a:pt x="1819275" y="407258"/>
                          <a:pt x="1819275" y="909638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8" name="자유형: 도형 140">
                    <a:extLst>
                      <a:ext uri="{FF2B5EF4-FFF2-40B4-BE49-F238E27FC236}">
                        <a16:creationId xmlns:a16="http://schemas.microsoft.com/office/drawing/2014/main" id="{0DB9D4C7-93FA-6322-3BF9-5819B78A8231}"/>
                      </a:ext>
                    </a:extLst>
                  </p:cNvPr>
                  <p:cNvSpPr/>
                  <p:nvPr/>
                </p:nvSpPr>
                <p:spPr>
                  <a:xfrm>
                    <a:off x="5825751" y="1364920"/>
                    <a:ext cx="1225120" cy="1225120"/>
                  </a:xfrm>
                  <a:custGeom>
                    <a:avLst/>
                    <a:gdLst>
                      <a:gd name="connsiteX0" fmla="*/ 1704975 w 1704975"/>
                      <a:gd name="connsiteY0" fmla="*/ 852488 h 1704975"/>
                      <a:gd name="connsiteX1" fmla="*/ 852488 w 1704975"/>
                      <a:gd name="connsiteY1" fmla="*/ 1704975 h 1704975"/>
                      <a:gd name="connsiteX2" fmla="*/ 0 w 1704975"/>
                      <a:gd name="connsiteY2" fmla="*/ 852487 h 1704975"/>
                      <a:gd name="connsiteX3" fmla="*/ 852488 w 1704975"/>
                      <a:gd name="connsiteY3" fmla="*/ 0 h 1704975"/>
                      <a:gd name="connsiteX4" fmla="*/ 1704975 w 1704975"/>
                      <a:gd name="connsiteY4" fmla="*/ 852488 h 170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04975" h="1704975">
                        <a:moveTo>
                          <a:pt x="1704975" y="852488"/>
                        </a:moveTo>
                        <a:cubicBezTo>
                          <a:pt x="1704975" y="1323303"/>
                          <a:pt x="1323304" y="1704975"/>
                          <a:pt x="852488" y="1704975"/>
                        </a:cubicBezTo>
                        <a:cubicBezTo>
                          <a:pt x="381672" y="1704975"/>
                          <a:pt x="0" y="1323303"/>
                          <a:pt x="0" y="852487"/>
                        </a:cubicBezTo>
                        <a:cubicBezTo>
                          <a:pt x="0" y="381672"/>
                          <a:pt x="381672" y="0"/>
                          <a:pt x="852488" y="0"/>
                        </a:cubicBezTo>
                        <a:cubicBezTo>
                          <a:pt x="1323304" y="0"/>
                          <a:pt x="1704975" y="381672"/>
                          <a:pt x="1704975" y="852488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9" name="자유형: 도형 141">
                    <a:extLst>
                      <a:ext uri="{FF2B5EF4-FFF2-40B4-BE49-F238E27FC236}">
                        <a16:creationId xmlns:a16="http://schemas.microsoft.com/office/drawing/2014/main" id="{736F6CCB-475B-3DE0-1366-9B7D1DA1EBE1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59576"/>
                    <a:ext cx="1035671" cy="1035671"/>
                  </a:xfrm>
                  <a:custGeom>
                    <a:avLst/>
                    <a:gdLst>
                      <a:gd name="connsiteX0" fmla="*/ 1441323 w 1441322"/>
                      <a:gd name="connsiteY0" fmla="*/ 720661 h 1441323"/>
                      <a:gd name="connsiteX1" fmla="*/ 720661 w 1441322"/>
                      <a:gd name="connsiteY1" fmla="*/ 1441323 h 1441323"/>
                      <a:gd name="connsiteX2" fmla="*/ 0 w 1441322"/>
                      <a:gd name="connsiteY2" fmla="*/ 720661 h 1441323"/>
                      <a:gd name="connsiteX3" fmla="*/ 720661 w 1441322"/>
                      <a:gd name="connsiteY3" fmla="*/ 0 h 1441323"/>
                      <a:gd name="connsiteX4" fmla="*/ 1441323 w 1441322"/>
                      <a:gd name="connsiteY4" fmla="*/ 720661 h 1441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322" h="1441323">
                        <a:moveTo>
                          <a:pt x="1441323" y="720661"/>
                        </a:moveTo>
                        <a:cubicBezTo>
                          <a:pt x="1441323" y="1118672"/>
                          <a:pt x="1118672" y="1441323"/>
                          <a:pt x="720661" y="1441323"/>
                        </a:cubicBezTo>
                        <a:cubicBezTo>
                          <a:pt x="322651" y="1441323"/>
                          <a:pt x="0" y="1118672"/>
                          <a:pt x="0" y="720661"/>
                        </a:cubicBezTo>
                        <a:cubicBezTo>
                          <a:pt x="0" y="322651"/>
                          <a:pt x="322651" y="0"/>
                          <a:pt x="720661" y="0"/>
                        </a:cubicBezTo>
                        <a:cubicBezTo>
                          <a:pt x="1118672" y="0"/>
                          <a:pt x="1441323" y="322651"/>
                          <a:pt x="1441323" y="720661"/>
                        </a:cubicBezTo>
                        <a:close/>
                      </a:path>
                    </a:pathLst>
                  </a:custGeom>
                  <a:solidFill>
                    <a:srgbClr val="FD98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0" name="자유형: 도형 142">
                    <a:extLst>
                      <a:ext uri="{FF2B5EF4-FFF2-40B4-BE49-F238E27FC236}">
                        <a16:creationId xmlns:a16="http://schemas.microsoft.com/office/drawing/2014/main" id="{AAEB20C6-2DB9-701C-D7F1-D42356D4EE39}"/>
                      </a:ext>
                    </a:extLst>
                  </p:cNvPr>
                  <p:cNvSpPr/>
                  <p:nvPr/>
                </p:nvSpPr>
                <p:spPr>
                  <a:xfrm>
                    <a:off x="6258993" y="1604656"/>
                    <a:ext cx="417850" cy="746040"/>
                  </a:xfrm>
                  <a:custGeom>
                    <a:avLst/>
                    <a:gdLst>
                      <a:gd name="connsiteX0" fmla="*/ 397953 w 581514"/>
                      <a:gd name="connsiteY0" fmla="*/ 964526 h 1038249"/>
                      <a:gd name="connsiteX1" fmla="*/ 440815 w 581514"/>
                      <a:gd name="connsiteY1" fmla="*/ 891564 h 1038249"/>
                      <a:gd name="connsiteX2" fmla="*/ 570069 w 581514"/>
                      <a:gd name="connsiteY2" fmla="*/ 607433 h 1038249"/>
                      <a:gd name="connsiteX3" fmla="*/ 413193 w 581514"/>
                      <a:gd name="connsiteY3" fmla="*/ 467892 h 1038249"/>
                      <a:gd name="connsiteX4" fmla="*/ 236695 w 581514"/>
                      <a:gd name="connsiteY4" fmla="*/ 414457 h 1038249"/>
                      <a:gd name="connsiteX5" fmla="*/ 169639 w 581514"/>
                      <a:gd name="connsiteY5" fmla="*/ 342257 h 1038249"/>
                      <a:gd name="connsiteX6" fmla="*/ 236314 w 581514"/>
                      <a:gd name="connsiteY6" fmla="*/ 266057 h 1038249"/>
                      <a:gd name="connsiteX7" fmla="*/ 355186 w 581514"/>
                      <a:gd name="connsiteY7" fmla="*/ 294442 h 1038249"/>
                      <a:gd name="connsiteX8" fmla="*/ 464438 w 581514"/>
                      <a:gd name="connsiteY8" fmla="*/ 295585 h 1038249"/>
                      <a:gd name="connsiteX9" fmla="*/ 473486 w 581514"/>
                      <a:gd name="connsiteY9" fmla="*/ 167664 h 1038249"/>
                      <a:gd name="connsiteX10" fmla="*/ 375379 w 581514"/>
                      <a:gd name="connsiteY10" fmla="*/ 121849 h 1038249"/>
                      <a:gd name="connsiteX11" fmla="*/ 340327 w 581514"/>
                      <a:gd name="connsiteY11" fmla="*/ 75938 h 1038249"/>
                      <a:gd name="connsiteX12" fmla="*/ 302227 w 581514"/>
                      <a:gd name="connsiteY12" fmla="*/ 119 h 1038249"/>
                      <a:gd name="connsiteX13" fmla="*/ 302227 w 581514"/>
                      <a:gd name="connsiteY13" fmla="*/ 119 h 1038249"/>
                      <a:gd name="connsiteX14" fmla="*/ 259364 w 581514"/>
                      <a:gd name="connsiteY14" fmla="*/ 24 h 1038249"/>
                      <a:gd name="connsiteX15" fmla="*/ 169924 w 581514"/>
                      <a:gd name="connsiteY15" fmla="*/ 88511 h 1038249"/>
                      <a:gd name="connsiteX16" fmla="*/ 133634 w 581514"/>
                      <a:gd name="connsiteY16" fmla="*/ 152138 h 1038249"/>
                      <a:gd name="connsiteX17" fmla="*/ 87247 w 581514"/>
                      <a:gd name="connsiteY17" fmla="*/ 184619 h 1038249"/>
                      <a:gd name="connsiteX18" fmla="*/ 79532 w 581514"/>
                      <a:gd name="connsiteY18" fmla="*/ 522280 h 1038249"/>
                      <a:gd name="connsiteX19" fmla="*/ 264889 w 581514"/>
                      <a:gd name="connsiteY19" fmla="*/ 589812 h 1038249"/>
                      <a:gd name="connsiteX20" fmla="*/ 398239 w 581514"/>
                      <a:gd name="connsiteY20" fmla="*/ 713637 h 1038249"/>
                      <a:gd name="connsiteX21" fmla="*/ 331564 w 581514"/>
                      <a:gd name="connsiteY21" fmla="*/ 770787 h 1038249"/>
                      <a:gd name="connsiteX22" fmla="*/ 208024 w 581514"/>
                      <a:gd name="connsiteY22" fmla="*/ 732782 h 1038249"/>
                      <a:gd name="connsiteX23" fmla="*/ 208024 w 581514"/>
                      <a:gd name="connsiteY23" fmla="*/ 732782 h 1038249"/>
                      <a:gd name="connsiteX24" fmla="*/ 78008 w 581514"/>
                      <a:gd name="connsiteY24" fmla="*/ 774026 h 1038249"/>
                      <a:gd name="connsiteX25" fmla="*/ 88009 w 581514"/>
                      <a:gd name="connsiteY25" fmla="*/ 853559 h 1038249"/>
                      <a:gd name="connsiteX26" fmla="*/ 171829 w 581514"/>
                      <a:gd name="connsiteY26" fmla="*/ 904709 h 1038249"/>
                      <a:gd name="connsiteX27" fmla="*/ 235838 w 581514"/>
                      <a:gd name="connsiteY27" fmla="*/ 987005 h 1038249"/>
                      <a:gd name="connsiteX28" fmla="*/ 264889 w 581514"/>
                      <a:gd name="connsiteY28" fmla="*/ 1037487 h 1038249"/>
                      <a:gd name="connsiteX29" fmla="*/ 360139 w 581514"/>
                      <a:gd name="connsiteY29" fmla="*/ 1037487 h 1038249"/>
                      <a:gd name="connsiteX30" fmla="*/ 397953 w 581514"/>
                      <a:gd name="connsiteY30" fmla="*/ 964526 h 1038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249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69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4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6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8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0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4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4" y="732782"/>
                        </a:cubicBezTo>
                        <a:cubicBezTo>
                          <a:pt x="208024" y="732782"/>
                          <a:pt x="208024" y="732782"/>
                          <a:pt x="208024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412"/>
                          <a:pt x="55339" y="827937"/>
                          <a:pt x="88009" y="853559"/>
                        </a:cubicBezTo>
                        <a:cubicBezTo>
                          <a:pt x="119442" y="878229"/>
                          <a:pt x="141064" y="894612"/>
                          <a:pt x="171829" y="904709"/>
                        </a:cubicBezTo>
                        <a:cubicBezTo>
                          <a:pt x="235552" y="925664"/>
                          <a:pt x="236314" y="923187"/>
                          <a:pt x="235838" y="987005"/>
                        </a:cubicBezTo>
                        <a:cubicBezTo>
                          <a:pt x="235647" y="1016246"/>
                          <a:pt x="235456" y="1035773"/>
                          <a:pt x="264889" y="1037487"/>
                        </a:cubicBezTo>
                        <a:cubicBezTo>
                          <a:pt x="294416" y="1039202"/>
                          <a:pt x="328516" y="1037487"/>
                          <a:pt x="360139" y="1037487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DA7C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1" name="자유형: 도형 143">
                    <a:extLst>
                      <a:ext uri="{FF2B5EF4-FFF2-40B4-BE49-F238E27FC236}">
                        <a16:creationId xmlns:a16="http://schemas.microsoft.com/office/drawing/2014/main" id="{0D2B67B3-46FB-C649-FF75-5D1089060383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92223"/>
                    <a:ext cx="336668" cy="970377"/>
                  </a:xfrm>
                  <a:custGeom>
                    <a:avLst/>
                    <a:gdLst>
                      <a:gd name="connsiteX0" fmla="*/ 468535 w 468534"/>
                      <a:gd name="connsiteY0" fmla="*/ 0 h 1350454"/>
                      <a:gd name="connsiteX1" fmla="*/ 0 w 468534"/>
                      <a:gd name="connsiteY1" fmla="*/ 675227 h 1350454"/>
                      <a:gd name="connsiteX2" fmla="*/ 468535 w 468534"/>
                      <a:gd name="connsiteY2" fmla="*/ 1350455 h 1350454"/>
                      <a:gd name="connsiteX3" fmla="*/ 200025 w 468534"/>
                      <a:gd name="connsiteY3" fmla="*/ 675227 h 1350454"/>
                      <a:gd name="connsiteX4" fmla="*/ 468535 w 468534"/>
                      <a:gd name="connsiteY4" fmla="*/ 0 h 13504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68534" h="1350454">
                        <a:moveTo>
                          <a:pt x="468535" y="0"/>
                        </a:moveTo>
                        <a:cubicBezTo>
                          <a:pt x="194881" y="102203"/>
                          <a:pt x="0" y="365951"/>
                          <a:pt x="0" y="675227"/>
                        </a:cubicBezTo>
                        <a:cubicBezTo>
                          <a:pt x="0" y="984504"/>
                          <a:pt x="194881" y="1248251"/>
                          <a:pt x="468535" y="1350455"/>
                        </a:cubicBezTo>
                        <a:cubicBezTo>
                          <a:pt x="302133" y="1174337"/>
                          <a:pt x="200025" y="936688"/>
                          <a:pt x="200025" y="675227"/>
                        </a:cubicBezTo>
                        <a:cubicBezTo>
                          <a:pt x="200025" y="413766"/>
                          <a:pt x="302133" y="176117"/>
                          <a:pt x="468535" y="0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2" name="자유형: 도형 144">
                    <a:extLst>
                      <a:ext uri="{FF2B5EF4-FFF2-40B4-BE49-F238E27FC236}">
                        <a16:creationId xmlns:a16="http://schemas.microsoft.com/office/drawing/2014/main" id="{1A01944B-27D4-5937-02B5-99286E8C6B07}"/>
                      </a:ext>
                    </a:extLst>
                  </p:cNvPr>
                  <p:cNvSpPr/>
                  <p:nvPr/>
                </p:nvSpPr>
                <p:spPr>
                  <a:xfrm>
                    <a:off x="6199859" y="1604862"/>
                    <a:ext cx="417850" cy="745971"/>
                  </a:xfrm>
                  <a:custGeom>
                    <a:avLst/>
                    <a:gdLst>
                      <a:gd name="connsiteX0" fmla="*/ 397953 w 581514"/>
                      <a:gd name="connsiteY0" fmla="*/ 964526 h 1038153"/>
                      <a:gd name="connsiteX1" fmla="*/ 440815 w 581514"/>
                      <a:gd name="connsiteY1" fmla="*/ 891564 h 1038153"/>
                      <a:gd name="connsiteX2" fmla="*/ 570070 w 581514"/>
                      <a:gd name="connsiteY2" fmla="*/ 607433 h 1038153"/>
                      <a:gd name="connsiteX3" fmla="*/ 413193 w 581514"/>
                      <a:gd name="connsiteY3" fmla="*/ 467892 h 1038153"/>
                      <a:gd name="connsiteX4" fmla="*/ 236695 w 581514"/>
                      <a:gd name="connsiteY4" fmla="*/ 414457 h 1038153"/>
                      <a:gd name="connsiteX5" fmla="*/ 169639 w 581514"/>
                      <a:gd name="connsiteY5" fmla="*/ 342257 h 1038153"/>
                      <a:gd name="connsiteX6" fmla="*/ 236314 w 581514"/>
                      <a:gd name="connsiteY6" fmla="*/ 266057 h 1038153"/>
                      <a:gd name="connsiteX7" fmla="*/ 355186 w 581514"/>
                      <a:gd name="connsiteY7" fmla="*/ 294442 h 1038153"/>
                      <a:gd name="connsiteX8" fmla="*/ 464437 w 581514"/>
                      <a:gd name="connsiteY8" fmla="*/ 295585 h 1038153"/>
                      <a:gd name="connsiteX9" fmla="*/ 473486 w 581514"/>
                      <a:gd name="connsiteY9" fmla="*/ 167664 h 1038153"/>
                      <a:gd name="connsiteX10" fmla="*/ 375379 w 581514"/>
                      <a:gd name="connsiteY10" fmla="*/ 121849 h 1038153"/>
                      <a:gd name="connsiteX11" fmla="*/ 340327 w 581514"/>
                      <a:gd name="connsiteY11" fmla="*/ 75938 h 1038153"/>
                      <a:gd name="connsiteX12" fmla="*/ 302227 w 581514"/>
                      <a:gd name="connsiteY12" fmla="*/ 119 h 1038153"/>
                      <a:gd name="connsiteX13" fmla="*/ 302227 w 581514"/>
                      <a:gd name="connsiteY13" fmla="*/ 119 h 1038153"/>
                      <a:gd name="connsiteX14" fmla="*/ 259364 w 581514"/>
                      <a:gd name="connsiteY14" fmla="*/ 24 h 1038153"/>
                      <a:gd name="connsiteX15" fmla="*/ 169925 w 581514"/>
                      <a:gd name="connsiteY15" fmla="*/ 88511 h 1038153"/>
                      <a:gd name="connsiteX16" fmla="*/ 133634 w 581514"/>
                      <a:gd name="connsiteY16" fmla="*/ 152138 h 1038153"/>
                      <a:gd name="connsiteX17" fmla="*/ 87247 w 581514"/>
                      <a:gd name="connsiteY17" fmla="*/ 184619 h 1038153"/>
                      <a:gd name="connsiteX18" fmla="*/ 79532 w 581514"/>
                      <a:gd name="connsiteY18" fmla="*/ 522280 h 1038153"/>
                      <a:gd name="connsiteX19" fmla="*/ 264889 w 581514"/>
                      <a:gd name="connsiteY19" fmla="*/ 589812 h 1038153"/>
                      <a:gd name="connsiteX20" fmla="*/ 398239 w 581514"/>
                      <a:gd name="connsiteY20" fmla="*/ 713637 h 1038153"/>
                      <a:gd name="connsiteX21" fmla="*/ 331564 w 581514"/>
                      <a:gd name="connsiteY21" fmla="*/ 770787 h 1038153"/>
                      <a:gd name="connsiteX22" fmla="*/ 208025 w 581514"/>
                      <a:gd name="connsiteY22" fmla="*/ 732782 h 1038153"/>
                      <a:gd name="connsiteX23" fmla="*/ 208025 w 581514"/>
                      <a:gd name="connsiteY23" fmla="*/ 732782 h 1038153"/>
                      <a:gd name="connsiteX24" fmla="*/ 78008 w 581514"/>
                      <a:gd name="connsiteY24" fmla="*/ 774026 h 1038153"/>
                      <a:gd name="connsiteX25" fmla="*/ 88009 w 581514"/>
                      <a:gd name="connsiteY25" fmla="*/ 853464 h 1038153"/>
                      <a:gd name="connsiteX26" fmla="*/ 171829 w 581514"/>
                      <a:gd name="connsiteY26" fmla="*/ 904613 h 1038153"/>
                      <a:gd name="connsiteX27" fmla="*/ 235837 w 581514"/>
                      <a:gd name="connsiteY27" fmla="*/ 986909 h 1038153"/>
                      <a:gd name="connsiteX28" fmla="*/ 264889 w 581514"/>
                      <a:gd name="connsiteY28" fmla="*/ 1037392 h 1038153"/>
                      <a:gd name="connsiteX29" fmla="*/ 360139 w 581514"/>
                      <a:gd name="connsiteY29" fmla="*/ 1037392 h 1038153"/>
                      <a:gd name="connsiteX30" fmla="*/ 397953 w 581514"/>
                      <a:gd name="connsiteY30" fmla="*/ 964526 h 10381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153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70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5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7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7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1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5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5" y="732782"/>
                        </a:cubicBezTo>
                        <a:cubicBezTo>
                          <a:pt x="208025" y="732782"/>
                          <a:pt x="208025" y="732782"/>
                          <a:pt x="208025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317"/>
                          <a:pt x="55339" y="827842"/>
                          <a:pt x="88009" y="853464"/>
                        </a:cubicBezTo>
                        <a:cubicBezTo>
                          <a:pt x="119442" y="878134"/>
                          <a:pt x="141064" y="894517"/>
                          <a:pt x="171829" y="904613"/>
                        </a:cubicBezTo>
                        <a:cubicBezTo>
                          <a:pt x="235552" y="925568"/>
                          <a:pt x="236314" y="923092"/>
                          <a:pt x="235837" y="986909"/>
                        </a:cubicBezTo>
                        <a:cubicBezTo>
                          <a:pt x="235647" y="1016151"/>
                          <a:pt x="235456" y="1035677"/>
                          <a:pt x="264889" y="1037392"/>
                        </a:cubicBezTo>
                        <a:cubicBezTo>
                          <a:pt x="294416" y="1039106"/>
                          <a:pt x="328516" y="1037392"/>
                          <a:pt x="360139" y="1037392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79" name="그룹 145">
                <a:extLst>
                  <a:ext uri="{FF2B5EF4-FFF2-40B4-BE49-F238E27FC236}">
                    <a16:creationId xmlns:a16="http://schemas.microsoft.com/office/drawing/2014/main" id="{5B47FF30-E80E-9EC2-4788-8483FF290CAD}"/>
                  </a:ext>
                </a:extLst>
              </p:cNvPr>
              <p:cNvGrpSpPr/>
              <p:nvPr/>
            </p:nvGrpSpPr>
            <p:grpSpPr>
              <a:xfrm rot="15490843">
                <a:off x="9002025" y="3864695"/>
                <a:ext cx="657529" cy="535819"/>
                <a:chOff x="9091999" y="2911198"/>
                <a:chExt cx="657529" cy="535819"/>
              </a:xfrm>
            </p:grpSpPr>
            <p:sp>
              <p:nvSpPr>
                <p:cNvPr id="107" name="자유형: 도형 146">
                  <a:extLst>
                    <a:ext uri="{FF2B5EF4-FFF2-40B4-BE49-F238E27FC236}">
                      <a16:creationId xmlns:a16="http://schemas.microsoft.com/office/drawing/2014/main" id="{32FEB2F6-15BC-D75A-2E1D-CE15C5938695}"/>
                    </a:ext>
                  </a:extLst>
                </p:cNvPr>
                <p:cNvSpPr/>
                <p:nvPr/>
              </p:nvSpPr>
              <p:spPr>
                <a:xfrm>
                  <a:off x="9152345" y="2911198"/>
                  <a:ext cx="594202" cy="535819"/>
                </a:xfrm>
                <a:custGeom>
                  <a:avLst/>
                  <a:gdLst>
                    <a:gd name="connsiteX0" fmla="*/ 1164946 w 1200062"/>
                    <a:gd name="connsiteY0" fmla="*/ 179693 h 1082149"/>
                    <a:gd name="connsiteX1" fmla="*/ 1074020 w 1200062"/>
                    <a:gd name="connsiteY1" fmla="*/ 67005 h 1082149"/>
                    <a:gd name="connsiteX2" fmla="*/ 1063029 w 1200062"/>
                    <a:gd name="connsiteY2" fmla="*/ 58652 h 1082149"/>
                    <a:gd name="connsiteX3" fmla="*/ 356933 w 1200062"/>
                    <a:gd name="connsiteY3" fmla="*/ 239920 h 1082149"/>
                    <a:gd name="connsiteX4" fmla="*/ 31691 w 1200062"/>
                    <a:gd name="connsiteY4" fmla="*/ 893335 h 1082149"/>
                    <a:gd name="connsiteX5" fmla="*/ 37113 w 1200062"/>
                    <a:gd name="connsiteY5" fmla="*/ 903666 h 1082149"/>
                    <a:gd name="connsiteX6" fmla="*/ 128040 w 1200062"/>
                    <a:gd name="connsiteY6" fmla="*/ 1016354 h 1082149"/>
                    <a:gd name="connsiteX7" fmla="*/ 137785 w 1200062"/>
                    <a:gd name="connsiteY7" fmla="*/ 1024267 h 1082149"/>
                    <a:gd name="connsiteX8" fmla="*/ 843148 w 1200062"/>
                    <a:gd name="connsiteY8" fmla="*/ 842267 h 1082149"/>
                    <a:gd name="connsiteX9" fmla="*/ 1170662 w 1200062"/>
                    <a:gd name="connsiteY9" fmla="*/ 192149 h 1082149"/>
                    <a:gd name="connsiteX10" fmla="*/ 1164946 w 1200062"/>
                    <a:gd name="connsiteY10" fmla="*/ 179693 h 1082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00062" h="1082149">
                      <a:moveTo>
                        <a:pt x="1164946" y="179693"/>
                      </a:moveTo>
                      <a:lnTo>
                        <a:pt x="1074020" y="67005"/>
                      </a:lnTo>
                      <a:cubicBezTo>
                        <a:pt x="1071016" y="63268"/>
                        <a:pt x="1067205" y="60484"/>
                        <a:pt x="1063029" y="58652"/>
                      </a:cubicBezTo>
                      <a:cubicBezTo>
                        <a:pt x="949975" y="-65686"/>
                        <a:pt x="637262" y="13665"/>
                        <a:pt x="356933" y="239920"/>
                      </a:cubicBezTo>
                      <a:cubicBezTo>
                        <a:pt x="75506" y="467055"/>
                        <a:pt x="-68175" y="757201"/>
                        <a:pt x="31691" y="893335"/>
                      </a:cubicBezTo>
                      <a:cubicBezTo>
                        <a:pt x="32790" y="896999"/>
                        <a:pt x="34549" y="900515"/>
                        <a:pt x="37113" y="903666"/>
                      </a:cubicBezTo>
                      <a:lnTo>
                        <a:pt x="128040" y="1016354"/>
                      </a:lnTo>
                      <a:cubicBezTo>
                        <a:pt x="130825" y="1019798"/>
                        <a:pt x="134122" y="1022362"/>
                        <a:pt x="137785" y="1024267"/>
                      </a:cubicBezTo>
                      <a:cubicBezTo>
                        <a:pt x="251426" y="1147506"/>
                        <a:pt x="563406" y="1068009"/>
                        <a:pt x="843148" y="842267"/>
                      </a:cubicBezTo>
                      <a:cubicBezTo>
                        <a:pt x="1122377" y="616964"/>
                        <a:pt x="1265985" y="329602"/>
                        <a:pt x="1170662" y="192149"/>
                      </a:cubicBezTo>
                      <a:cubicBezTo>
                        <a:pt x="1169856" y="187679"/>
                        <a:pt x="1167951" y="183430"/>
                        <a:pt x="1164946" y="179693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108" name="그룹 147">
                  <a:extLst>
                    <a:ext uri="{FF2B5EF4-FFF2-40B4-BE49-F238E27FC236}">
                      <a16:creationId xmlns:a16="http://schemas.microsoft.com/office/drawing/2014/main" id="{CD37F88E-A295-7EB2-5040-BA8BB7E887CC}"/>
                    </a:ext>
                  </a:extLst>
                </p:cNvPr>
                <p:cNvGrpSpPr/>
                <p:nvPr/>
              </p:nvGrpSpPr>
              <p:grpSpPr>
                <a:xfrm rot="3133259">
                  <a:off x="9254161" y="2813792"/>
                  <a:ext cx="333205" cy="657529"/>
                  <a:chOff x="5784686" y="1323855"/>
                  <a:chExt cx="1307251" cy="1307251"/>
                </a:xfrm>
              </p:grpSpPr>
              <p:sp>
                <p:nvSpPr>
                  <p:cNvPr id="109" name="자유형: 도형 148">
                    <a:extLst>
                      <a:ext uri="{FF2B5EF4-FFF2-40B4-BE49-F238E27FC236}">
                        <a16:creationId xmlns:a16="http://schemas.microsoft.com/office/drawing/2014/main" id="{18492C46-0570-077B-5FB3-D8326C0CC0C0}"/>
                      </a:ext>
                    </a:extLst>
                  </p:cNvPr>
                  <p:cNvSpPr/>
                  <p:nvPr/>
                </p:nvSpPr>
                <p:spPr>
                  <a:xfrm>
                    <a:off x="5784686" y="1323855"/>
                    <a:ext cx="1307251" cy="1307251"/>
                  </a:xfrm>
                  <a:custGeom>
                    <a:avLst/>
                    <a:gdLst>
                      <a:gd name="connsiteX0" fmla="*/ 1819275 w 1819275"/>
                      <a:gd name="connsiteY0" fmla="*/ 909638 h 1819275"/>
                      <a:gd name="connsiteX1" fmla="*/ 909638 w 1819275"/>
                      <a:gd name="connsiteY1" fmla="*/ 1819275 h 1819275"/>
                      <a:gd name="connsiteX2" fmla="*/ 0 w 1819275"/>
                      <a:gd name="connsiteY2" fmla="*/ 909637 h 1819275"/>
                      <a:gd name="connsiteX3" fmla="*/ 909638 w 1819275"/>
                      <a:gd name="connsiteY3" fmla="*/ 0 h 1819275"/>
                      <a:gd name="connsiteX4" fmla="*/ 1819275 w 1819275"/>
                      <a:gd name="connsiteY4" fmla="*/ 909638 h 1819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9275" h="1819275">
                        <a:moveTo>
                          <a:pt x="1819275" y="909638"/>
                        </a:moveTo>
                        <a:cubicBezTo>
                          <a:pt x="1819275" y="1412016"/>
                          <a:pt x="1412016" y="1819275"/>
                          <a:pt x="909638" y="1819275"/>
                        </a:cubicBezTo>
                        <a:cubicBezTo>
                          <a:pt x="407259" y="1819275"/>
                          <a:pt x="0" y="1412016"/>
                          <a:pt x="0" y="909637"/>
                        </a:cubicBezTo>
                        <a:cubicBezTo>
                          <a:pt x="0" y="407258"/>
                          <a:pt x="407259" y="0"/>
                          <a:pt x="909638" y="0"/>
                        </a:cubicBezTo>
                        <a:cubicBezTo>
                          <a:pt x="1412016" y="0"/>
                          <a:pt x="1819275" y="407258"/>
                          <a:pt x="1819275" y="909638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0" name="자유형: 도형 149">
                    <a:extLst>
                      <a:ext uri="{FF2B5EF4-FFF2-40B4-BE49-F238E27FC236}">
                        <a16:creationId xmlns:a16="http://schemas.microsoft.com/office/drawing/2014/main" id="{F7C90CD0-1585-E3E9-E0F9-7A92F28775FD}"/>
                      </a:ext>
                    </a:extLst>
                  </p:cNvPr>
                  <p:cNvSpPr/>
                  <p:nvPr/>
                </p:nvSpPr>
                <p:spPr>
                  <a:xfrm>
                    <a:off x="5825751" y="1364920"/>
                    <a:ext cx="1225120" cy="1225120"/>
                  </a:xfrm>
                  <a:custGeom>
                    <a:avLst/>
                    <a:gdLst>
                      <a:gd name="connsiteX0" fmla="*/ 1704975 w 1704975"/>
                      <a:gd name="connsiteY0" fmla="*/ 852488 h 1704975"/>
                      <a:gd name="connsiteX1" fmla="*/ 852488 w 1704975"/>
                      <a:gd name="connsiteY1" fmla="*/ 1704975 h 1704975"/>
                      <a:gd name="connsiteX2" fmla="*/ 0 w 1704975"/>
                      <a:gd name="connsiteY2" fmla="*/ 852487 h 1704975"/>
                      <a:gd name="connsiteX3" fmla="*/ 852488 w 1704975"/>
                      <a:gd name="connsiteY3" fmla="*/ 0 h 1704975"/>
                      <a:gd name="connsiteX4" fmla="*/ 1704975 w 1704975"/>
                      <a:gd name="connsiteY4" fmla="*/ 852488 h 170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04975" h="1704975">
                        <a:moveTo>
                          <a:pt x="1704975" y="852488"/>
                        </a:moveTo>
                        <a:cubicBezTo>
                          <a:pt x="1704975" y="1323303"/>
                          <a:pt x="1323304" y="1704975"/>
                          <a:pt x="852488" y="1704975"/>
                        </a:cubicBezTo>
                        <a:cubicBezTo>
                          <a:pt x="381672" y="1704975"/>
                          <a:pt x="0" y="1323303"/>
                          <a:pt x="0" y="852487"/>
                        </a:cubicBezTo>
                        <a:cubicBezTo>
                          <a:pt x="0" y="381672"/>
                          <a:pt x="381672" y="0"/>
                          <a:pt x="852488" y="0"/>
                        </a:cubicBezTo>
                        <a:cubicBezTo>
                          <a:pt x="1323304" y="0"/>
                          <a:pt x="1704975" y="381672"/>
                          <a:pt x="1704975" y="852488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1" name="자유형: 도형 150">
                    <a:extLst>
                      <a:ext uri="{FF2B5EF4-FFF2-40B4-BE49-F238E27FC236}">
                        <a16:creationId xmlns:a16="http://schemas.microsoft.com/office/drawing/2014/main" id="{BE31F75D-B13C-E05C-6340-A167F0A83FE7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59576"/>
                    <a:ext cx="1035671" cy="1035671"/>
                  </a:xfrm>
                  <a:custGeom>
                    <a:avLst/>
                    <a:gdLst>
                      <a:gd name="connsiteX0" fmla="*/ 1441323 w 1441322"/>
                      <a:gd name="connsiteY0" fmla="*/ 720661 h 1441323"/>
                      <a:gd name="connsiteX1" fmla="*/ 720661 w 1441322"/>
                      <a:gd name="connsiteY1" fmla="*/ 1441323 h 1441323"/>
                      <a:gd name="connsiteX2" fmla="*/ 0 w 1441322"/>
                      <a:gd name="connsiteY2" fmla="*/ 720661 h 1441323"/>
                      <a:gd name="connsiteX3" fmla="*/ 720661 w 1441322"/>
                      <a:gd name="connsiteY3" fmla="*/ 0 h 1441323"/>
                      <a:gd name="connsiteX4" fmla="*/ 1441323 w 1441322"/>
                      <a:gd name="connsiteY4" fmla="*/ 720661 h 1441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322" h="1441323">
                        <a:moveTo>
                          <a:pt x="1441323" y="720661"/>
                        </a:moveTo>
                        <a:cubicBezTo>
                          <a:pt x="1441323" y="1118672"/>
                          <a:pt x="1118672" y="1441323"/>
                          <a:pt x="720661" y="1441323"/>
                        </a:cubicBezTo>
                        <a:cubicBezTo>
                          <a:pt x="322651" y="1441323"/>
                          <a:pt x="0" y="1118672"/>
                          <a:pt x="0" y="720661"/>
                        </a:cubicBezTo>
                        <a:cubicBezTo>
                          <a:pt x="0" y="322651"/>
                          <a:pt x="322651" y="0"/>
                          <a:pt x="720661" y="0"/>
                        </a:cubicBezTo>
                        <a:cubicBezTo>
                          <a:pt x="1118672" y="0"/>
                          <a:pt x="1441323" y="322651"/>
                          <a:pt x="1441323" y="720661"/>
                        </a:cubicBezTo>
                        <a:close/>
                      </a:path>
                    </a:pathLst>
                  </a:custGeom>
                  <a:solidFill>
                    <a:srgbClr val="FD98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2" name="자유형: 도형 151">
                    <a:extLst>
                      <a:ext uri="{FF2B5EF4-FFF2-40B4-BE49-F238E27FC236}">
                        <a16:creationId xmlns:a16="http://schemas.microsoft.com/office/drawing/2014/main" id="{8BE3A103-0317-3CAB-1E5C-837562BCA18F}"/>
                      </a:ext>
                    </a:extLst>
                  </p:cNvPr>
                  <p:cNvSpPr/>
                  <p:nvPr/>
                </p:nvSpPr>
                <p:spPr>
                  <a:xfrm>
                    <a:off x="6258993" y="1604656"/>
                    <a:ext cx="417850" cy="746040"/>
                  </a:xfrm>
                  <a:custGeom>
                    <a:avLst/>
                    <a:gdLst>
                      <a:gd name="connsiteX0" fmla="*/ 397953 w 581514"/>
                      <a:gd name="connsiteY0" fmla="*/ 964526 h 1038249"/>
                      <a:gd name="connsiteX1" fmla="*/ 440815 w 581514"/>
                      <a:gd name="connsiteY1" fmla="*/ 891564 h 1038249"/>
                      <a:gd name="connsiteX2" fmla="*/ 570069 w 581514"/>
                      <a:gd name="connsiteY2" fmla="*/ 607433 h 1038249"/>
                      <a:gd name="connsiteX3" fmla="*/ 413193 w 581514"/>
                      <a:gd name="connsiteY3" fmla="*/ 467892 h 1038249"/>
                      <a:gd name="connsiteX4" fmla="*/ 236695 w 581514"/>
                      <a:gd name="connsiteY4" fmla="*/ 414457 h 1038249"/>
                      <a:gd name="connsiteX5" fmla="*/ 169639 w 581514"/>
                      <a:gd name="connsiteY5" fmla="*/ 342257 h 1038249"/>
                      <a:gd name="connsiteX6" fmla="*/ 236314 w 581514"/>
                      <a:gd name="connsiteY6" fmla="*/ 266057 h 1038249"/>
                      <a:gd name="connsiteX7" fmla="*/ 355186 w 581514"/>
                      <a:gd name="connsiteY7" fmla="*/ 294442 h 1038249"/>
                      <a:gd name="connsiteX8" fmla="*/ 464438 w 581514"/>
                      <a:gd name="connsiteY8" fmla="*/ 295585 h 1038249"/>
                      <a:gd name="connsiteX9" fmla="*/ 473486 w 581514"/>
                      <a:gd name="connsiteY9" fmla="*/ 167664 h 1038249"/>
                      <a:gd name="connsiteX10" fmla="*/ 375379 w 581514"/>
                      <a:gd name="connsiteY10" fmla="*/ 121849 h 1038249"/>
                      <a:gd name="connsiteX11" fmla="*/ 340327 w 581514"/>
                      <a:gd name="connsiteY11" fmla="*/ 75938 h 1038249"/>
                      <a:gd name="connsiteX12" fmla="*/ 302227 w 581514"/>
                      <a:gd name="connsiteY12" fmla="*/ 119 h 1038249"/>
                      <a:gd name="connsiteX13" fmla="*/ 302227 w 581514"/>
                      <a:gd name="connsiteY13" fmla="*/ 119 h 1038249"/>
                      <a:gd name="connsiteX14" fmla="*/ 259364 w 581514"/>
                      <a:gd name="connsiteY14" fmla="*/ 24 h 1038249"/>
                      <a:gd name="connsiteX15" fmla="*/ 169924 w 581514"/>
                      <a:gd name="connsiteY15" fmla="*/ 88511 h 1038249"/>
                      <a:gd name="connsiteX16" fmla="*/ 133634 w 581514"/>
                      <a:gd name="connsiteY16" fmla="*/ 152138 h 1038249"/>
                      <a:gd name="connsiteX17" fmla="*/ 87247 w 581514"/>
                      <a:gd name="connsiteY17" fmla="*/ 184619 h 1038249"/>
                      <a:gd name="connsiteX18" fmla="*/ 79532 w 581514"/>
                      <a:gd name="connsiteY18" fmla="*/ 522280 h 1038249"/>
                      <a:gd name="connsiteX19" fmla="*/ 264889 w 581514"/>
                      <a:gd name="connsiteY19" fmla="*/ 589812 h 1038249"/>
                      <a:gd name="connsiteX20" fmla="*/ 398239 w 581514"/>
                      <a:gd name="connsiteY20" fmla="*/ 713637 h 1038249"/>
                      <a:gd name="connsiteX21" fmla="*/ 331564 w 581514"/>
                      <a:gd name="connsiteY21" fmla="*/ 770787 h 1038249"/>
                      <a:gd name="connsiteX22" fmla="*/ 208024 w 581514"/>
                      <a:gd name="connsiteY22" fmla="*/ 732782 h 1038249"/>
                      <a:gd name="connsiteX23" fmla="*/ 208024 w 581514"/>
                      <a:gd name="connsiteY23" fmla="*/ 732782 h 1038249"/>
                      <a:gd name="connsiteX24" fmla="*/ 78008 w 581514"/>
                      <a:gd name="connsiteY24" fmla="*/ 774026 h 1038249"/>
                      <a:gd name="connsiteX25" fmla="*/ 88009 w 581514"/>
                      <a:gd name="connsiteY25" fmla="*/ 853559 h 1038249"/>
                      <a:gd name="connsiteX26" fmla="*/ 171829 w 581514"/>
                      <a:gd name="connsiteY26" fmla="*/ 904709 h 1038249"/>
                      <a:gd name="connsiteX27" fmla="*/ 235838 w 581514"/>
                      <a:gd name="connsiteY27" fmla="*/ 987005 h 1038249"/>
                      <a:gd name="connsiteX28" fmla="*/ 264889 w 581514"/>
                      <a:gd name="connsiteY28" fmla="*/ 1037487 h 1038249"/>
                      <a:gd name="connsiteX29" fmla="*/ 360139 w 581514"/>
                      <a:gd name="connsiteY29" fmla="*/ 1037487 h 1038249"/>
                      <a:gd name="connsiteX30" fmla="*/ 397953 w 581514"/>
                      <a:gd name="connsiteY30" fmla="*/ 964526 h 1038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249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69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4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6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8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0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4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4" y="732782"/>
                        </a:cubicBezTo>
                        <a:cubicBezTo>
                          <a:pt x="208024" y="732782"/>
                          <a:pt x="208024" y="732782"/>
                          <a:pt x="208024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412"/>
                          <a:pt x="55339" y="827937"/>
                          <a:pt x="88009" y="853559"/>
                        </a:cubicBezTo>
                        <a:cubicBezTo>
                          <a:pt x="119442" y="878229"/>
                          <a:pt x="141064" y="894612"/>
                          <a:pt x="171829" y="904709"/>
                        </a:cubicBezTo>
                        <a:cubicBezTo>
                          <a:pt x="235552" y="925664"/>
                          <a:pt x="236314" y="923187"/>
                          <a:pt x="235838" y="987005"/>
                        </a:cubicBezTo>
                        <a:cubicBezTo>
                          <a:pt x="235647" y="1016246"/>
                          <a:pt x="235456" y="1035773"/>
                          <a:pt x="264889" y="1037487"/>
                        </a:cubicBezTo>
                        <a:cubicBezTo>
                          <a:pt x="294416" y="1039202"/>
                          <a:pt x="328516" y="1037487"/>
                          <a:pt x="360139" y="1037487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DA7C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3" name="자유형: 도형 152">
                    <a:extLst>
                      <a:ext uri="{FF2B5EF4-FFF2-40B4-BE49-F238E27FC236}">
                        <a16:creationId xmlns:a16="http://schemas.microsoft.com/office/drawing/2014/main" id="{41356D29-5D43-4832-3DBE-9EB2594208C1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92223"/>
                    <a:ext cx="336668" cy="970377"/>
                  </a:xfrm>
                  <a:custGeom>
                    <a:avLst/>
                    <a:gdLst>
                      <a:gd name="connsiteX0" fmla="*/ 468535 w 468534"/>
                      <a:gd name="connsiteY0" fmla="*/ 0 h 1350454"/>
                      <a:gd name="connsiteX1" fmla="*/ 0 w 468534"/>
                      <a:gd name="connsiteY1" fmla="*/ 675227 h 1350454"/>
                      <a:gd name="connsiteX2" fmla="*/ 468535 w 468534"/>
                      <a:gd name="connsiteY2" fmla="*/ 1350455 h 1350454"/>
                      <a:gd name="connsiteX3" fmla="*/ 200025 w 468534"/>
                      <a:gd name="connsiteY3" fmla="*/ 675227 h 1350454"/>
                      <a:gd name="connsiteX4" fmla="*/ 468535 w 468534"/>
                      <a:gd name="connsiteY4" fmla="*/ 0 h 13504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68534" h="1350454">
                        <a:moveTo>
                          <a:pt x="468535" y="0"/>
                        </a:moveTo>
                        <a:cubicBezTo>
                          <a:pt x="194881" y="102203"/>
                          <a:pt x="0" y="365951"/>
                          <a:pt x="0" y="675227"/>
                        </a:cubicBezTo>
                        <a:cubicBezTo>
                          <a:pt x="0" y="984504"/>
                          <a:pt x="194881" y="1248251"/>
                          <a:pt x="468535" y="1350455"/>
                        </a:cubicBezTo>
                        <a:cubicBezTo>
                          <a:pt x="302133" y="1174337"/>
                          <a:pt x="200025" y="936688"/>
                          <a:pt x="200025" y="675227"/>
                        </a:cubicBezTo>
                        <a:cubicBezTo>
                          <a:pt x="200025" y="413766"/>
                          <a:pt x="302133" y="176117"/>
                          <a:pt x="468535" y="0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14" name="자유형: 도형 153">
                    <a:extLst>
                      <a:ext uri="{FF2B5EF4-FFF2-40B4-BE49-F238E27FC236}">
                        <a16:creationId xmlns:a16="http://schemas.microsoft.com/office/drawing/2014/main" id="{A02227AD-800A-7BE0-331D-8134FBF11D2A}"/>
                      </a:ext>
                    </a:extLst>
                  </p:cNvPr>
                  <p:cNvSpPr/>
                  <p:nvPr/>
                </p:nvSpPr>
                <p:spPr>
                  <a:xfrm>
                    <a:off x="6199859" y="1604862"/>
                    <a:ext cx="417850" cy="745971"/>
                  </a:xfrm>
                  <a:custGeom>
                    <a:avLst/>
                    <a:gdLst>
                      <a:gd name="connsiteX0" fmla="*/ 397953 w 581514"/>
                      <a:gd name="connsiteY0" fmla="*/ 964526 h 1038153"/>
                      <a:gd name="connsiteX1" fmla="*/ 440815 w 581514"/>
                      <a:gd name="connsiteY1" fmla="*/ 891564 h 1038153"/>
                      <a:gd name="connsiteX2" fmla="*/ 570070 w 581514"/>
                      <a:gd name="connsiteY2" fmla="*/ 607433 h 1038153"/>
                      <a:gd name="connsiteX3" fmla="*/ 413193 w 581514"/>
                      <a:gd name="connsiteY3" fmla="*/ 467892 h 1038153"/>
                      <a:gd name="connsiteX4" fmla="*/ 236695 w 581514"/>
                      <a:gd name="connsiteY4" fmla="*/ 414457 h 1038153"/>
                      <a:gd name="connsiteX5" fmla="*/ 169639 w 581514"/>
                      <a:gd name="connsiteY5" fmla="*/ 342257 h 1038153"/>
                      <a:gd name="connsiteX6" fmla="*/ 236314 w 581514"/>
                      <a:gd name="connsiteY6" fmla="*/ 266057 h 1038153"/>
                      <a:gd name="connsiteX7" fmla="*/ 355186 w 581514"/>
                      <a:gd name="connsiteY7" fmla="*/ 294442 h 1038153"/>
                      <a:gd name="connsiteX8" fmla="*/ 464437 w 581514"/>
                      <a:gd name="connsiteY8" fmla="*/ 295585 h 1038153"/>
                      <a:gd name="connsiteX9" fmla="*/ 473486 w 581514"/>
                      <a:gd name="connsiteY9" fmla="*/ 167664 h 1038153"/>
                      <a:gd name="connsiteX10" fmla="*/ 375379 w 581514"/>
                      <a:gd name="connsiteY10" fmla="*/ 121849 h 1038153"/>
                      <a:gd name="connsiteX11" fmla="*/ 340327 w 581514"/>
                      <a:gd name="connsiteY11" fmla="*/ 75938 h 1038153"/>
                      <a:gd name="connsiteX12" fmla="*/ 302227 w 581514"/>
                      <a:gd name="connsiteY12" fmla="*/ 119 h 1038153"/>
                      <a:gd name="connsiteX13" fmla="*/ 302227 w 581514"/>
                      <a:gd name="connsiteY13" fmla="*/ 119 h 1038153"/>
                      <a:gd name="connsiteX14" fmla="*/ 259364 w 581514"/>
                      <a:gd name="connsiteY14" fmla="*/ 24 h 1038153"/>
                      <a:gd name="connsiteX15" fmla="*/ 169925 w 581514"/>
                      <a:gd name="connsiteY15" fmla="*/ 88511 h 1038153"/>
                      <a:gd name="connsiteX16" fmla="*/ 133634 w 581514"/>
                      <a:gd name="connsiteY16" fmla="*/ 152138 h 1038153"/>
                      <a:gd name="connsiteX17" fmla="*/ 87247 w 581514"/>
                      <a:gd name="connsiteY17" fmla="*/ 184619 h 1038153"/>
                      <a:gd name="connsiteX18" fmla="*/ 79532 w 581514"/>
                      <a:gd name="connsiteY18" fmla="*/ 522280 h 1038153"/>
                      <a:gd name="connsiteX19" fmla="*/ 264889 w 581514"/>
                      <a:gd name="connsiteY19" fmla="*/ 589812 h 1038153"/>
                      <a:gd name="connsiteX20" fmla="*/ 398239 w 581514"/>
                      <a:gd name="connsiteY20" fmla="*/ 713637 h 1038153"/>
                      <a:gd name="connsiteX21" fmla="*/ 331564 w 581514"/>
                      <a:gd name="connsiteY21" fmla="*/ 770787 h 1038153"/>
                      <a:gd name="connsiteX22" fmla="*/ 208025 w 581514"/>
                      <a:gd name="connsiteY22" fmla="*/ 732782 h 1038153"/>
                      <a:gd name="connsiteX23" fmla="*/ 208025 w 581514"/>
                      <a:gd name="connsiteY23" fmla="*/ 732782 h 1038153"/>
                      <a:gd name="connsiteX24" fmla="*/ 78008 w 581514"/>
                      <a:gd name="connsiteY24" fmla="*/ 774026 h 1038153"/>
                      <a:gd name="connsiteX25" fmla="*/ 88009 w 581514"/>
                      <a:gd name="connsiteY25" fmla="*/ 853464 h 1038153"/>
                      <a:gd name="connsiteX26" fmla="*/ 171829 w 581514"/>
                      <a:gd name="connsiteY26" fmla="*/ 904613 h 1038153"/>
                      <a:gd name="connsiteX27" fmla="*/ 235837 w 581514"/>
                      <a:gd name="connsiteY27" fmla="*/ 986909 h 1038153"/>
                      <a:gd name="connsiteX28" fmla="*/ 264889 w 581514"/>
                      <a:gd name="connsiteY28" fmla="*/ 1037392 h 1038153"/>
                      <a:gd name="connsiteX29" fmla="*/ 360139 w 581514"/>
                      <a:gd name="connsiteY29" fmla="*/ 1037392 h 1038153"/>
                      <a:gd name="connsiteX30" fmla="*/ 397953 w 581514"/>
                      <a:gd name="connsiteY30" fmla="*/ 964526 h 10381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153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70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5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7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7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1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5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5" y="732782"/>
                        </a:cubicBezTo>
                        <a:cubicBezTo>
                          <a:pt x="208025" y="732782"/>
                          <a:pt x="208025" y="732782"/>
                          <a:pt x="208025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317"/>
                          <a:pt x="55339" y="827842"/>
                          <a:pt x="88009" y="853464"/>
                        </a:cubicBezTo>
                        <a:cubicBezTo>
                          <a:pt x="119442" y="878134"/>
                          <a:pt x="141064" y="894517"/>
                          <a:pt x="171829" y="904613"/>
                        </a:cubicBezTo>
                        <a:cubicBezTo>
                          <a:pt x="235552" y="925568"/>
                          <a:pt x="236314" y="923092"/>
                          <a:pt x="235837" y="986909"/>
                        </a:cubicBezTo>
                        <a:cubicBezTo>
                          <a:pt x="235647" y="1016151"/>
                          <a:pt x="235456" y="1035677"/>
                          <a:pt x="264889" y="1037392"/>
                        </a:cubicBezTo>
                        <a:cubicBezTo>
                          <a:pt x="294416" y="1039106"/>
                          <a:pt x="328516" y="1037392"/>
                          <a:pt x="360139" y="1037392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80" name="그룹 154">
                <a:extLst>
                  <a:ext uri="{FF2B5EF4-FFF2-40B4-BE49-F238E27FC236}">
                    <a16:creationId xmlns:a16="http://schemas.microsoft.com/office/drawing/2014/main" id="{2AD573FC-A7E3-6ACD-BE88-C94F8B489DD7}"/>
                  </a:ext>
                </a:extLst>
              </p:cNvPr>
              <p:cNvGrpSpPr/>
              <p:nvPr/>
            </p:nvGrpSpPr>
            <p:grpSpPr>
              <a:xfrm rot="20700000">
                <a:off x="8873404" y="4226979"/>
                <a:ext cx="657529" cy="535819"/>
                <a:chOff x="9091999" y="2911198"/>
                <a:chExt cx="657529" cy="535819"/>
              </a:xfrm>
            </p:grpSpPr>
            <p:sp>
              <p:nvSpPr>
                <p:cNvPr id="99" name="자유형: 도형 155">
                  <a:extLst>
                    <a:ext uri="{FF2B5EF4-FFF2-40B4-BE49-F238E27FC236}">
                      <a16:creationId xmlns:a16="http://schemas.microsoft.com/office/drawing/2014/main" id="{03009734-68E5-5AB9-A2F7-65422E5C21BB}"/>
                    </a:ext>
                  </a:extLst>
                </p:cNvPr>
                <p:cNvSpPr/>
                <p:nvPr/>
              </p:nvSpPr>
              <p:spPr>
                <a:xfrm>
                  <a:off x="9152345" y="2911198"/>
                  <a:ext cx="594202" cy="535819"/>
                </a:xfrm>
                <a:custGeom>
                  <a:avLst/>
                  <a:gdLst>
                    <a:gd name="connsiteX0" fmla="*/ 1164946 w 1200062"/>
                    <a:gd name="connsiteY0" fmla="*/ 179693 h 1082149"/>
                    <a:gd name="connsiteX1" fmla="*/ 1074020 w 1200062"/>
                    <a:gd name="connsiteY1" fmla="*/ 67005 h 1082149"/>
                    <a:gd name="connsiteX2" fmla="*/ 1063029 w 1200062"/>
                    <a:gd name="connsiteY2" fmla="*/ 58652 h 1082149"/>
                    <a:gd name="connsiteX3" fmla="*/ 356933 w 1200062"/>
                    <a:gd name="connsiteY3" fmla="*/ 239920 h 1082149"/>
                    <a:gd name="connsiteX4" fmla="*/ 31691 w 1200062"/>
                    <a:gd name="connsiteY4" fmla="*/ 893335 h 1082149"/>
                    <a:gd name="connsiteX5" fmla="*/ 37113 w 1200062"/>
                    <a:gd name="connsiteY5" fmla="*/ 903666 h 1082149"/>
                    <a:gd name="connsiteX6" fmla="*/ 128040 w 1200062"/>
                    <a:gd name="connsiteY6" fmla="*/ 1016354 h 1082149"/>
                    <a:gd name="connsiteX7" fmla="*/ 137785 w 1200062"/>
                    <a:gd name="connsiteY7" fmla="*/ 1024267 h 1082149"/>
                    <a:gd name="connsiteX8" fmla="*/ 843148 w 1200062"/>
                    <a:gd name="connsiteY8" fmla="*/ 842267 h 1082149"/>
                    <a:gd name="connsiteX9" fmla="*/ 1170662 w 1200062"/>
                    <a:gd name="connsiteY9" fmla="*/ 192149 h 1082149"/>
                    <a:gd name="connsiteX10" fmla="*/ 1164946 w 1200062"/>
                    <a:gd name="connsiteY10" fmla="*/ 179693 h 1082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00062" h="1082149">
                      <a:moveTo>
                        <a:pt x="1164946" y="179693"/>
                      </a:moveTo>
                      <a:lnTo>
                        <a:pt x="1074020" y="67005"/>
                      </a:lnTo>
                      <a:cubicBezTo>
                        <a:pt x="1071016" y="63268"/>
                        <a:pt x="1067205" y="60484"/>
                        <a:pt x="1063029" y="58652"/>
                      </a:cubicBezTo>
                      <a:cubicBezTo>
                        <a:pt x="949975" y="-65686"/>
                        <a:pt x="637262" y="13665"/>
                        <a:pt x="356933" y="239920"/>
                      </a:cubicBezTo>
                      <a:cubicBezTo>
                        <a:pt x="75506" y="467055"/>
                        <a:pt x="-68175" y="757201"/>
                        <a:pt x="31691" y="893335"/>
                      </a:cubicBezTo>
                      <a:cubicBezTo>
                        <a:pt x="32790" y="896999"/>
                        <a:pt x="34549" y="900515"/>
                        <a:pt x="37113" y="903666"/>
                      </a:cubicBezTo>
                      <a:lnTo>
                        <a:pt x="128040" y="1016354"/>
                      </a:lnTo>
                      <a:cubicBezTo>
                        <a:pt x="130825" y="1019798"/>
                        <a:pt x="134122" y="1022362"/>
                        <a:pt x="137785" y="1024267"/>
                      </a:cubicBezTo>
                      <a:cubicBezTo>
                        <a:pt x="251426" y="1147506"/>
                        <a:pt x="563406" y="1068009"/>
                        <a:pt x="843148" y="842267"/>
                      </a:cubicBezTo>
                      <a:cubicBezTo>
                        <a:pt x="1122377" y="616964"/>
                        <a:pt x="1265985" y="329602"/>
                        <a:pt x="1170662" y="192149"/>
                      </a:cubicBezTo>
                      <a:cubicBezTo>
                        <a:pt x="1169856" y="187679"/>
                        <a:pt x="1167951" y="183430"/>
                        <a:pt x="1164946" y="179693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100" name="그룹 156">
                  <a:extLst>
                    <a:ext uri="{FF2B5EF4-FFF2-40B4-BE49-F238E27FC236}">
                      <a16:creationId xmlns:a16="http://schemas.microsoft.com/office/drawing/2014/main" id="{9785C00F-7749-DF38-B51A-4F13E7FACCCA}"/>
                    </a:ext>
                  </a:extLst>
                </p:cNvPr>
                <p:cNvGrpSpPr/>
                <p:nvPr/>
              </p:nvGrpSpPr>
              <p:grpSpPr>
                <a:xfrm rot="3133259">
                  <a:off x="9254161" y="2813792"/>
                  <a:ext cx="333205" cy="657529"/>
                  <a:chOff x="5784686" y="1323855"/>
                  <a:chExt cx="1307251" cy="1307251"/>
                </a:xfrm>
              </p:grpSpPr>
              <p:sp>
                <p:nvSpPr>
                  <p:cNvPr id="101" name="자유형: 도형 157">
                    <a:extLst>
                      <a:ext uri="{FF2B5EF4-FFF2-40B4-BE49-F238E27FC236}">
                        <a16:creationId xmlns:a16="http://schemas.microsoft.com/office/drawing/2014/main" id="{C3B3DBDB-7102-1AB1-7184-FDC14984F86C}"/>
                      </a:ext>
                    </a:extLst>
                  </p:cNvPr>
                  <p:cNvSpPr/>
                  <p:nvPr/>
                </p:nvSpPr>
                <p:spPr>
                  <a:xfrm>
                    <a:off x="5784686" y="1323855"/>
                    <a:ext cx="1307251" cy="1307251"/>
                  </a:xfrm>
                  <a:custGeom>
                    <a:avLst/>
                    <a:gdLst>
                      <a:gd name="connsiteX0" fmla="*/ 1819275 w 1819275"/>
                      <a:gd name="connsiteY0" fmla="*/ 909638 h 1819275"/>
                      <a:gd name="connsiteX1" fmla="*/ 909638 w 1819275"/>
                      <a:gd name="connsiteY1" fmla="*/ 1819275 h 1819275"/>
                      <a:gd name="connsiteX2" fmla="*/ 0 w 1819275"/>
                      <a:gd name="connsiteY2" fmla="*/ 909637 h 1819275"/>
                      <a:gd name="connsiteX3" fmla="*/ 909638 w 1819275"/>
                      <a:gd name="connsiteY3" fmla="*/ 0 h 1819275"/>
                      <a:gd name="connsiteX4" fmla="*/ 1819275 w 1819275"/>
                      <a:gd name="connsiteY4" fmla="*/ 909638 h 1819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9275" h="1819275">
                        <a:moveTo>
                          <a:pt x="1819275" y="909638"/>
                        </a:moveTo>
                        <a:cubicBezTo>
                          <a:pt x="1819275" y="1412016"/>
                          <a:pt x="1412016" y="1819275"/>
                          <a:pt x="909638" y="1819275"/>
                        </a:cubicBezTo>
                        <a:cubicBezTo>
                          <a:pt x="407259" y="1819275"/>
                          <a:pt x="0" y="1412016"/>
                          <a:pt x="0" y="909637"/>
                        </a:cubicBezTo>
                        <a:cubicBezTo>
                          <a:pt x="0" y="407258"/>
                          <a:pt x="407259" y="0"/>
                          <a:pt x="909638" y="0"/>
                        </a:cubicBezTo>
                        <a:cubicBezTo>
                          <a:pt x="1412016" y="0"/>
                          <a:pt x="1819275" y="407258"/>
                          <a:pt x="1819275" y="909638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02" name="자유형: 도형 158">
                    <a:extLst>
                      <a:ext uri="{FF2B5EF4-FFF2-40B4-BE49-F238E27FC236}">
                        <a16:creationId xmlns:a16="http://schemas.microsoft.com/office/drawing/2014/main" id="{351AEB95-485E-289E-42CB-7D7E8D617F58}"/>
                      </a:ext>
                    </a:extLst>
                  </p:cNvPr>
                  <p:cNvSpPr/>
                  <p:nvPr/>
                </p:nvSpPr>
                <p:spPr>
                  <a:xfrm>
                    <a:off x="5825751" y="1364920"/>
                    <a:ext cx="1225120" cy="1225120"/>
                  </a:xfrm>
                  <a:custGeom>
                    <a:avLst/>
                    <a:gdLst>
                      <a:gd name="connsiteX0" fmla="*/ 1704975 w 1704975"/>
                      <a:gd name="connsiteY0" fmla="*/ 852488 h 1704975"/>
                      <a:gd name="connsiteX1" fmla="*/ 852488 w 1704975"/>
                      <a:gd name="connsiteY1" fmla="*/ 1704975 h 1704975"/>
                      <a:gd name="connsiteX2" fmla="*/ 0 w 1704975"/>
                      <a:gd name="connsiteY2" fmla="*/ 852487 h 1704975"/>
                      <a:gd name="connsiteX3" fmla="*/ 852488 w 1704975"/>
                      <a:gd name="connsiteY3" fmla="*/ 0 h 1704975"/>
                      <a:gd name="connsiteX4" fmla="*/ 1704975 w 1704975"/>
                      <a:gd name="connsiteY4" fmla="*/ 852488 h 170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04975" h="1704975">
                        <a:moveTo>
                          <a:pt x="1704975" y="852488"/>
                        </a:moveTo>
                        <a:cubicBezTo>
                          <a:pt x="1704975" y="1323303"/>
                          <a:pt x="1323304" y="1704975"/>
                          <a:pt x="852488" y="1704975"/>
                        </a:cubicBezTo>
                        <a:cubicBezTo>
                          <a:pt x="381672" y="1704975"/>
                          <a:pt x="0" y="1323303"/>
                          <a:pt x="0" y="852487"/>
                        </a:cubicBezTo>
                        <a:cubicBezTo>
                          <a:pt x="0" y="381672"/>
                          <a:pt x="381672" y="0"/>
                          <a:pt x="852488" y="0"/>
                        </a:cubicBezTo>
                        <a:cubicBezTo>
                          <a:pt x="1323304" y="0"/>
                          <a:pt x="1704975" y="381672"/>
                          <a:pt x="1704975" y="852488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03" name="자유형: 도형 159">
                    <a:extLst>
                      <a:ext uri="{FF2B5EF4-FFF2-40B4-BE49-F238E27FC236}">
                        <a16:creationId xmlns:a16="http://schemas.microsoft.com/office/drawing/2014/main" id="{51E5418B-D9E4-C164-B1AE-B7B0AA611A8A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59576"/>
                    <a:ext cx="1035671" cy="1035671"/>
                  </a:xfrm>
                  <a:custGeom>
                    <a:avLst/>
                    <a:gdLst>
                      <a:gd name="connsiteX0" fmla="*/ 1441323 w 1441322"/>
                      <a:gd name="connsiteY0" fmla="*/ 720661 h 1441323"/>
                      <a:gd name="connsiteX1" fmla="*/ 720661 w 1441322"/>
                      <a:gd name="connsiteY1" fmla="*/ 1441323 h 1441323"/>
                      <a:gd name="connsiteX2" fmla="*/ 0 w 1441322"/>
                      <a:gd name="connsiteY2" fmla="*/ 720661 h 1441323"/>
                      <a:gd name="connsiteX3" fmla="*/ 720661 w 1441322"/>
                      <a:gd name="connsiteY3" fmla="*/ 0 h 1441323"/>
                      <a:gd name="connsiteX4" fmla="*/ 1441323 w 1441322"/>
                      <a:gd name="connsiteY4" fmla="*/ 720661 h 1441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322" h="1441323">
                        <a:moveTo>
                          <a:pt x="1441323" y="720661"/>
                        </a:moveTo>
                        <a:cubicBezTo>
                          <a:pt x="1441323" y="1118672"/>
                          <a:pt x="1118672" y="1441323"/>
                          <a:pt x="720661" y="1441323"/>
                        </a:cubicBezTo>
                        <a:cubicBezTo>
                          <a:pt x="322651" y="1441323"/>
                          <a:pt x="0" y="1118672"/>
                          <a:pt x="0" y="720661"/>
                        </a:cubicBezTo>
                        <a:cubicBezTo>
                          <a:pt x="0" y="322651"/>
                          <a:pt x="322651" y="0"/>
                          <a:pt x="720661" y="0"/>
                        </a:cubicBezTo>
                        <a:cubicBezTo>
                          <a:pt x="1118672" y="0"/>
                          <a:pt x="1441323" y="322651"/>
                          <a:pt x="1441323" y="720661"/>
                        </a:cubicBezTo>
                        <a:close/>
                      </a:path>
                    </a:pathLst>
                  </a:custGeom>
                  <a:solidFill>
                    <a:srgbClr val="FD98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04" name="자유형: 도형 160">
                    <a:extLst>
                      <a:ext uri="{FF2B5EF4-FFF2-40B4-BE49-F238E27FC236}">
                        <a16:creationId xmlns:a16="http://schemas.microsoft.com/office/drawing/2014/main" id="{4ABD63EB-4506-4019-C614-AFD06204C1DC}"/>
                      </a:ext>
                    </a:extLst>
                  </p:cNvPr>
                  <p:cNvSpPr/>
                  <p:nvPr/>
                </p:nvSpPr>
                <p:spPr>
                  <a:xfrm>
                    <a:off x="6258993" y="1604656"/>
                    <a:ext cx="417850" cy="746040"/>
                  </a:xfrm>
                  <a:custGeom>
                    <a:avLst/>
                    <a:gdLst>
                      <a:gd name="connsiteX0" fmla="*/ 397953 w 581514"/>
                      <a:gd name="connsiteY0" fmla="*/ 964526 h 1038249"/>
                      <a:gd name="connsiteX1" fmla="*/ 440815 w 581514"/>
                      <a:gd name="connsiteY1" fmla="*/ 891564 h 1038249"/>
                      <a:gd name="connsiteX2" fmla="*/ 570069 w 581514"/>
                      <a:gd name="connsiteY2" fmla="*/ 607433 h 1038249"/>
                      <a:gd name="connsiteX3" fmla="*/ 413193 w 581514"/>
                      <a:gd name="connsiteY3" fmla="*/ 467892 h 1038249"/>
                      <a:gd name="connsiteX4" fmla="*/ 236695 w 581514"/>
                      <a:gd name="connsiteY4" fmla="*/ 414457 h 1038249"/>
                      <a:gd name="connsiteX5" fmla="*/ 169639 w 581514"/>
                      <a:gd name="connsiteY5" fmla="*/ 342257 h 1038249"/>
                      <a:gd name="connsiteX6" fmla="*/ 236314 w 581514"/>
                      <a:gd name="connsiteY6" fmla="*/ 266057 h 1038249"/>
                      <a:gd name="connsiteX7" fmla="*/ 355186 w 581514"/>
                      <a:gd name="connsiteY7" fmla="*/ 294442 h 1038249"/>
                      <a:gd name="connsiteX8" fmla="*/ 464438 w 581514"/>
                      <a:gd name="connsiteY8" fmla="*/ 295585 h 1038249"/>
                      <a:gd name="connsiteX9" fmla="*/ 473486 w 581514"/>
                      <a:gd name="connsiteY9" fmla="*/ 167664 h 1038249"/>
                      <a:gd name="connsiteX10" fmla="*/ 375379 w 581514"/>
                      <a:gd name="connsiteY10" fmla="*/ 121849 h 1038249"/>
                      <a:gd name="connsiteX11" fmla="*/ 340327 w 581514"/>
                      <a:gd name="connsiteY11" fmla="*/ 75938 h 1038249"/>
                      <a:gd name="connsiteX12" fmla="*/ 302227 w 581514"/>
                      <a:gd name="connsiteY12" fmla="*/ 119 h 1038249"/>
                      <a:gd name="connsiteX13" fmla="*/ 302227 w 581514"/>
                      <a:gd name="connsiteY13" fmla="*/ 119 h 1038249"/>
                      <a:gd name="connsiteX14" fmla="*/ 259364 w 581514"/>
                      <a:gd name="connsiteY14" fmla="*/ 24 h 1038249"/>
                      <a:gd name="connsiteX15" fmla="*/ 169924 w 581514"/>
                      <a:gd name="connsiteY15" fmla="*/ 88511 h 1038249"/>
                      <a:gd name="connsiteX16" fmla="*/ 133634 w 581514"/>
                      <a:gd name="connsiteY16" fmla="*/ 152138 h 1038249"/>
                      <a:gd name="connsiteX17" fmla="*/ 87247 w 581514"/>
                      <a:gd name="connsiteY17" fmla="*/ 184619 h 1038249"/>
                      <a:gd name="connsiteX18" fmla="*/ 79532 w 581514"/>
                      <a:gd name="connsiteY18" fmla="*/ 522280 h 1038249"/>
                      <a:gd name="connsiteX19" fmla="*/ 264889 w 581514"/>
                      <a:gd name="connsiteY19" fmla="*/ 589812 h 1038249"/>
                      <a:gd name="connsiteX20" fmla="*/ 398239 w 581514"/>
                      <a:gd name="connsiteY20" fmla="*/ 713637 h 1038249"/>
                      <a:gd name="connsiteX21" fmla="*/ 331564 w 581514"/>
                      <a:gd name="connsiteY21" fmla="*/ 770787 h 1038249"/>
                      <a:gd name="connsiteX22" fmla="*/ 208024 w 581514"/>
                      <a:gd name="connsiteY22" fmla="*/ 732782 h 1038249"/>
                      <a:gd name="connsiteX23" fmla="*/ 208024 w 581514"/>
                      <a:gd name="connsiteY23" fmla="*/ 732782 h 1038249"/>
                      <a:gd name="connsiteX24" fmla="*/ 78008 w 581514"/>
                      <a:gd name="connsiteY24" fmla="*/ 774026 h 1038249"/>
                      <a:gd name="connsiteX25" fmla="*/ 88009 w 581514"/>
                      <a:gd name="connsiteY25" fmla="*/ 853559 h 1038249"/>
                      <a:gd name="connsiteX26" fmla="*/ 171829 w 581514"/>
                      <a:gd name="connsiteY26" fmla="*/ 904709 h 1038249"/>
                      <a:gd name="connsiteX27" fmla="*/ 235838 w 581514"/>
                      <a:gd name="connsiteY27" fmla="*/ 987005 h 1038249"/>
                      <a:gd name="connsiteX28" fmla="*/ 264889 w 581514"/>
                      <a:gd name="connsiteY28" fmla="*/ 1037487 h 1038249"/>
                      <a:gd name="connsiteX29" fmla="*/ 360139 w 581514"/>
                      <a:gd name="connsiteY29" fmla="*/ 1037487 h 1038249"/>
                      <a:gd name="connsiteX30" fmla="*/ 397953 w 581514"/>
                      <a:gd name="connsiteY30" fmla="*/ 964526 h 1038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249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69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4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6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8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0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4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4" y="732782"/>
                        </a:cubicBezTo>
                        <a:cubicBezTo>
                          <a:pt x="208024" y="732782"/>
                          <a:pt x="208024" y="732782"/>
                          <a:pt x="208024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412"/>
                          <a:pt x="55339" y="827937"/>
                          <a:pt x="88009" y="853559"/>
                        </a:cubicBezTo>
                        <a:cubicBezTo>
                          <a:pt x="119442" y="878229"/>
                          <a:pt x="141064" y="894612"/>
                          <a:pt x="171829" y="904709"/>
                        </a:cubicBezTo>
                        <a:cubicBezTo>
                          <a:pt x="235552" y="925664"/>
                          <a:pt x="236314" y="923187"/>
                          <a:pt x="235838" y="987005"/>
                        </a:cubicBezTo>
                        <a:cubicBezTo>
                          <a:pt x="235647" y="1016246"/>
                          <a:pt x="235456" y="1035773"/>
                          <a:pt x="264889" y="1037487"/>
                        </a:cubicBezTo>
                        <a:cubicBezTo>
                          <a:pt x="294416" y="1039202"/>
                          <a:pt x="328516" y="1037487"/>
                          <a:pt x="360139" y="1037487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DA7C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05" name="자유형: 도형 161">
                    <a:extLst>
                      <a:ext uri="{FF2B5EF4-FFF2-40B4-BE49-F238E27FC236}">
                        <a16:creationId xmlns:a16="http://schemas.microsoft.com/office/drawing/2014/main" id="{624C8D38-C273-037F-CA2D-B70E36C824E5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92223"/>
                    <a:ext cx="336668" cy="970377"/>
                  </a:xfrm>
                  <a:custGeom>
                    <a:avLst/>
                    <a:gdLst>
                      <a:gd name="connsiteX0" fmla="*/ 468535 w 468534"/>
                      <a:gd name="connsiteY0" fmla="*/ 0 h 1350454"/>
                      <a:gd name="connsiteX1" fmla="*/ 0 w 468534"/>
                      <a:gd name="connsiteY1" fmla="*/ 675227 h 1350454"/>
                      <a:gd name="connsiteX2" fmla="*/ 468535 w 468534"/>
                      <a:gd name="connsiteY2" fmla="*/ 1350455 h 1350454"/>
                      <a:gd name="connsiteX3" fmla="*/ 200025 w 468534"/>
                      <a:gd name="connsiteY3" fmla="*/ 675227 h 1350454"/>
                      <a:gd name="connsiteX4" fmla="*/ 468535 w 468534"/>
                      <a:gd name="connsiteY4" fmla="*/ 0 h 13504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68534" h="1350454">
                        <a:moveTo>
                          <a:pt x="468535" y="0"/>
                        </a:moveTo>
                        <a:cubicBezTo>
                          <a:pt x="194881" y="102203"/>
                          <a:pt x="0" y="365951"/>
                          <a:pt x="0" y="675227"/>
                        </a:cubicBezTo>
                        <a:cubicBezTo>
                          <a:pt x="0" y="984504"/>
                          <a:pt x="194881" y="1248251"/>
                          <a:pt x="468535" y="1350455"/>
                        </a:cubicBezTo>
                        <a:cubicBezTo>
                          <a:pt x="302133" y="1174337"/>
                          <a:pt x="200025" y="936688"/>
                          <a:pt x="200025" y="675227"/>
                        </a:cubicBezTo>
                        <a:cubicBezTo>
                          <a:pt x="200025" y="413766"/>
                          <a:pt x="302133" y="176117"/>
                          <a:pt x="468535" y="0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106" name="자유형: 도형 162">
                    <a:extLst>
                      <a:ext uri="{FF2B5EF4-FFF2-40B4-BE49-F238E27FC236}">
                        <a16:creationId xmlns:a16="http://schemas.microsoft.com/office/drawing/2014/main" id="{3E2F4922-B44C-88FC-E447-9F80AF777BAF}"/>
                      </a:ext>
                    </a:extLst>
                  </p:cNvPr>
                  <p:cNvSpPr/>
                  <p:nvPr/>
                </p:nvSpPr>
                <p:spPr>
                  <a:xfrm>
                    <a:off x="6199859" y="1604862"/>
                    <a:ext cx="417850" cy="745971"/>
                  </a:xfrm>
                  <a:custGeom>
                    <a:avLst/>
                    <a:gdLst>
                      <a:gd name="connsiteX0" fmla="*/ 397953 w 581514"/>
                      <a:gd name="connsiteY0" fmla="*/ 964526 h 1038153"/>
                      <a:gd name="connsiteX1" fmla="*/ 440815 w 581514"/>
                      <a:gd name="connsiteY1" fmla="*/ 891564 h 1038153"/>
                      <a:gd name="connsiteX2" fmla="*/ 570070 w 581514"/>
                      <a:gd name="connsiteY2" fmla="*/ 607433 h 1038153"/>
                      <a:gd name="connsiteX3" fmla="*/ 413193 w 581514"/>
                      <a:gd name="connsiteY3" fmla="*/ 467892 h 1038153"/>
                      <a:gd name="connsiteX4" fmla="*/ 236695 w 581514"/>
                      <a:gd name="connsiteY4" fmla="*/ 414457 h 1038153"/>
                      <a:gd name="connsiteX5" fmla="*/ 169639 w 581514"/>
                      <a:gd name="connsiteY5" fmla="*/ 342257 h 1038153"/>
                      <a:gd name="connsiteX6" fmla="*/ 236314 w 581514"/>
                      <a:gd name="connsiteY6" fmla="*/ 266057 h 1038153"/>
                      <a:gd name="connsiteX7" fmla="*/ 355186 w 581514"/>
                      <a:gd name="connsiteY7" fmla="*/ 294442 h 1038153"/>
                      <a:gd name="connsiteX8" fmla="*/ 464437 w 581514"/>
                      <a:gd name="connsiteY8" fmla="*/ 295585 h 1038153"/>
                      <a:gd name="connsiteX9" fmla="*/ 473486 w 581514"/>
                      <a:gd name="connsiteY9" fmla="*/ 167664 h 1038153"/>
                      <a:gd name="connsiteX10" fmla="*/ 375379 w 581514"/>
                      <a:gd name="connsiteY10" fmla="*/ 121849 h 1038153"/>
                      <a:gd name="connsiteX11" fmla="*/ 340327 w 581514"/>
                      <a:gd name="connsiteY11" fmla="*/ 75938 h 1038153"/>
                      <a:gd name="connsiteX12" fmla="*/ 302227 w 581514"/>
                      <a:gd name="connsiteY12" fmla="*/ 119 h 1038153"/>
                      <a:gd name="connsiteX13" fmla="*/ 302227 w 581514"/>
                      <a:gd name="connsiteY13" fmla="*/ 119 h 1038153"/>
                      <a:gd name="connsiteX14" fmla="*/ 259364 w 581514"/>
                      <a:gd name="connsiteY14" fmla="*/ 24 h 1038153"/>
                      <a:gd name="connsiteX15" fmla="*/ 169925 w 581514"/>
                      <a:gd name="connsiteY15" fmla="*/ 88511 h 1038153"/>
                      <a:gd name="connsiteX16" fmla="*/ 133634 w 581514"/>
                      <a:gd name="connsiteY16" fmla="*/ 152138 h 1038153"/>
                      <a:gd name="connsiteX17" fmla="*/ 87247 w 581514"/>
                      <a:gd name="connsiteY17" fmla="*/ 184619 h 1038153"/>
                      <a:gd name="connsiteX18" fmla="*/ 79532 w 581514"/>
                      <a:gd name="connsiteY18" fmla="*/ 522280 h 1038153"/>
                      <a:gd name="connsiteX19" fmla="*/ 264889 w 581514"/>
                      <a:gd name="connsiteY19" fmla="*/ 589812 h 1038153"/>
                      <a:gd name="connsiteX20" fmla="*/ 398239 w 581514"/>
                      <a:gd name="connsiteY20" fmla="*/ 713637 h 1038153"/>
                      <a:gd name="connsiteX21" fmla="*/ 331564 w 581514"/>
                      <a:gd name="connsiteY21" fmla="*/ 770787 h 1038153"/>
                      <a:gd name="connsiteX22" fmla="*/ 208025 w 581514"/>
                      <a:gd name="connsiteY22" fmla="*/ 732782 h 1038153"/>
                      <a:gd name="connsiteX23" fmla="*/ 208025 w 581514"/>
                      <a:gd name="connsiteY23" fmla="*/ 732782 h 1038153"/>
                      <a:gd name="connsiteX24" fmla="*/ 78008 w 581514"/>
                      <a:gd name="connsiteY24" fmla="*/ 774026 h 1038153"/>
                      <a:gd name="connsiteX25" fmla="*/ 88009 w 581514"/>
                      <a:gd name="connsiteY25" fmla="*/ 853464 h 1038153"/>
                      <a:gd name="connsiteX26" fmla="*/ 171829 w 581514"/>
                      <a:gd name="connsiteY26" fmla="*/ 904613 h 1038153"/>
                      <a:gd name="connsiteX27" fmla="*/ 235837 w 581514"/>
                      <a:gd name="connsiteY27" fmla="*/ 986909 h 1038153"/>
                      <a:gd name="connsiteX28" fmla="*/ 264889 w 581514"/>
                      <a:gd name="connsiteY28" fmla="*/ 1037392 h 1038153"/>
                      <a:gd name="connsiteX29" fmla="*/ 360139 w 581514"/>
                      <a:gd name="connsiteY29" fmla="*/ 1037392 h 1038153"/>
                      <a:gd name="connsiteX30" fmla="*/ 397953 w 581514"/>
                      <a:gd name="connsiteY30" fmla="*/ 964526 h 10381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153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70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5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7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7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1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5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5" y="732782"/>
                        </a:cubicBezTo>
                        <a:cubicBezTo>
                          <a:pt x="208025" y="732782"/>
                          <a:pt x="208025" y="732782"/>
                          <a:pt x="208025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317"/>
                          <a:pt x="55339" y="827842"/>
                          <a:pt x="88009" y="853464"/>
                        </a:cubicBezTo>
                        <a:cubicBezTo>
                          <a:pt x="119442" y="878134"/>
                          <a:pt x="141064" y="894517"/>
                          <a:pt x="171829" y="904613"/>
                        </a:cubicBezTo>
                        <a:cubicBezTo>
                          <a:pt x="235552" y="925568"/>
                          <a:pt x="236314" y="923092"/>
                          <a:pt x="235837" y="986909"/>
                        </a:cubicBezTo>
                        <a:cubicBezTo>
                          <a:pt x="235647" y="1016151"/>
                          <a:pt x="235456" y="1035677"/>
                          <a:pt x="264889" y="1037392"/>
                        </a:cubicBezTo>
                        <a:cubicBezTo>
                          <a:pt x="294416" y="1039106"/>
                          <a:pt x="328516" y="1037392"/>
                          <a:pt x="360139" y="1037392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81" name="그룹 163">
                <a:extLst>
                  <a:ext uri="{FF2B5EF4-FFF2-40B4-BE49-F238E27FC236}">
                    <a16:creationId xmlns:a16="http://schemas.microsoft.com/office/drawing/2014/main" id="{B4C34294-808F-391F-B2F0-D5F5A4BD9288}"/>
                  </a:ext>
                </a:extLst>
              </p:cNvPr>
              <p:cNvGrpSpPr/>
              <p:nvPr/>
            </p:nvGrpSpPr>
            <p:grpSpPr>
              <a:xfrm rot="11145285">
                <a:off x="8665043" y="4870776"/>
                <a:ext cx="657529" cy="535819"/>
                <a:chOff x="9091999" y="2911198"/>
                <a:chExt cx="657529" cy="535819"/>
              </a:xfrm>
            </p:grpSpPr>
            <p:sp>
              <p:nvSpPr>
                <p:cNvPr id="91" name="자유형: 도형 164">
                  <a:extLst>
                    <a:ext uri="{FF2B5EF4-FFF2-40B4-BE49-F238E27FC236}">
                      <a16:creationId xmlns:a16="http://schemas.microsoft.com/office/drawing/2014/main" id="{6093EA01-97A1-06A0-1243-DB4A5A5C3999}"/>
                    </a:ext>
                  </a:extLst>
                </p:cNvPr>
                <p:cNvSpPr/>
                <p:nvPr/>
              </p:nvSpPr>
              <p:spPr>
                <a:xfrm>
                  <a:off x="9152345" y="2911198"/>
                  <a:ext cx="594202" cy="535819"/>
                </a:xfrm>
                <a:custGeom>
                  <a:avLst/>
                  <a:gdLst>
                    <a:gd name="connsiteX0" fmla="*/ 1164946 w 1200062"/>
                    <a:gd name="connsiteY0" fmla="*/ 179693 h 1082149"/>
                    <a:gd name="connsiteX1" fmla="*/ 1074020 w 1200062"/>
                    <a:gd name="connsiteY1" fmla="*/ 67005 h 1082149"/>
                    <a:gd name="connsiteX2" fmla="*/ 1063029 w 1200062"/>
                    <a:gd name="connsiteY2" fmla="*/ 58652 h 1082149"/>
                    <a:gd name="connsiteX3" fmla="*/ 356933 w 1200062"/>
                    <a:gd name="connsiteY3" fmla="*/ 239920 h 1082149"/>
                    <a:gd name="connsiteX4" fmla="*/ 31691 w 1200062"/>
                    <a:gd name="connsiteY4" fmla="*/ 893335 h 1082149"/>
                    <a:gd name="connsiteX5" fmla="*/ 37113 w 1200062"/>
                    <a:gd name="connsiteY5" fmla="*/ 903666 h 1082149"/>
                    <a:gd name="connsiteX6" fmla="*/ 128040 w 1200062"/>
                    <a:gd name="connsiteY6" fmla="*/ 1016354 h 1082149"/>
                    <a:gd name="connsiteX7" fmla="*/ 137785 w 1200062"/>
                    <a:gd name="connsiteY7" fmla="*/ 1024267 h 1082149"/>
                    <a:gd name="connsiteX8" fmla="*/ 843148 w 1200062"/>
                    <a:gd name="connsiteY8" fmla="*/ 842267 h 1082149"/>
                    <a:gd name="connsiteX9" fmla="*/ 1170662 w 1200062"/>
                    <a:gd name="connsiteY9" fmla="*/ 192149 h 1082149"/>
                    <a:gd name="connsiteX10" fmla="*/ 1164946 w 1200062"/>
                    <a:gd name="connsiteY10" fmla="*/ 179693 h 1082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00062" h="1082149">
                      <a:moveTo>
                        <a:pt x="1164946" y="179693"/>
                      </a:moveTo>
                      <a:lnTo>
                        <a:pt x="1074020" y="67005"/>
                      </a:lnTo>
                      <a:cubicBezTo>
                        <a:pt x="1071016" y="63268"/>
                        <a:pt x="1067205" y="60484"/>
                        <a:pt x="1063029" y="58652"/>
                      </a:cubicBezTo>
                      <a:cubicBezTo>
                        <a:pt x="949975" y="-65686"/>
                        <a:pt x="637262" y="13665"/>
                        <a:pt x="356933" y="239920"/>
                      </a:cubicBezTo>
                      <a:cubicBezTo>
                        <a:pt x="75506" y="467055"/>
                        <a:pt x="-68175" y="757201"/>
                        <a:pt x="31691" y="893335"/>
                      </a:cubicBezTo>
                      <a:cubicBezTo>
                        <a:pt x="32790" y="896999"/>
                        <a:pt x="34549" y="900515"/>
                        <a:pt x="37113" y="903666"/>
                      </a:cubicBezTo>
                      <a:lnTo>
                        <a:pt x="128040" y="1016354"/>
                      </a:lnTo>
                      <a:cubicBezTo>
                        <a:pt x="130825" y="1019798"/>
                        <a:pt x="134122" y="1022362"/>
                        <a:pt x="137785" y="1024267"/>
                      </a:cubicBezTo>
                      <a:cubicBezTo>
                        <a:pt x="251426" y="1147506"/>
                        <a:pt x="563406" y="1068009"/>
                        <a:pt x="843148" y="842267"/>
                      </a:cubicBezTo>
                      <a:cubicBezTo>
                        <a:pt x="1122377" y="616964"/>
                        <a:pt x="1265985" y="329602"/>
                        <a:pt x="1170662" y="192149"/>
                      </a:cubicBezTo>
                      <a:cubicBezTo>
                        <a:pt x="1169856" y="187679"/>
                        <a:pt x="1167951" y="183430"/>
                        <a:pt x="1164946" y="179693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92" name="그룹 165">
                  <a:extLst>
                    <a:ext uri="{FF2B5EF4-FFF2-40B4-BE49-F238E27FC236}">
                      <a16:creationId xmlns:a16="http://schemas.microsoft.com/office/drawing/2014/main" id="{16B61B14-2302-2487-3961-78220DEBDC28}"/>
                    </a:ext>
                  </a:extLst>
                </p:cNvPr>
                <p:cNvGrpSpPr/>
                <p:nvPr/>
              </p:nvGrpSpPr>
              <p:grpSpPr>
                <a:xfrm rot="3133259">
                  <a:off x="9254161" y="2813792"/>
                  <a:ext cx="333205" cy="657529"/>
                  <a:chOff x="5784686" y="1323855"/>
                  <a:chExt cx="1307251" cy="1307251"/>
                </a:xfrm>
              </p:grpSpPr>
              <p:sp>
                <p:nvSpPr>
                  <p:cNvPr id="93" name="자유형: 도형 166">
                    <a:extLst>
                      <a:ext uri="{FF2B5EF4-FFF2-40B4-BE49-F238E27FC236}">
                        <a16:creationId xmlns:a16="http://schemas.microsoft.com/office/drawing/2014/main" id="{CA8A5F16-9803-E663-EE11-C50D98EDE39B}"/>
                      </a:ext>
                    </a:extLst>
                  </p:cNvPr>
                  <p:cNvSpPr/>
                  <p:nvPr/>
                </p:nvSpPr>
                <p:spPr>
                  <a:xfrm>
                    <a:off x="5784686" y="1323855"/>
                    <a:ext cx="1307251" cy="1307251"/>
                  </a:xfrm>
                  <a:custGeom>
                    <a:avLst/>
                    <a:gdLst>
                      <a:gd name="connsiteX0" fmla="*/ 1819275 w 1819275"/>
                      <a:gd name="connsiteY0" fmla="*/ 909638 h 1819275"/>
                      <a:gd name="connsiteX1" fmla="*/ 909638 w 1819275"/>
                      <a:gd name="connsiteY1" fmla="*/ 1819275 h 1819275"/>
                      <a:gd name="connsiteX2" fmla="*/ 0 w 1819275"/>
                      <a:gd name="connsiteY2" fmla="*/ 909637 h 1819275"/>
                      <a:gd name="connsiteX3" fmla="*/ 909638 w 1819275"/>
                      <a:gd name="connsiteY3" fmla="*/ 0 h 1819275"/>
                      <a:gd name="connsiteX4" fmla="*/ 1819275 w 1819275"/>
                      <a:gd name="connsiteY4" fmla="*/ 909638 h 1819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9275" h="1819275">
                        <a:moveTo>
                          <a:pt x="1819275" y="909638"/>
                        </a:moveTo>
                        <a:cubicBezTo>
                          <a:pt x="1819275" y="1412016"/>
                          <a:pt x="1412016" y="1819275"/>
                          <a:pt x="909638" y="1819275"/>
                        </a:cubicBezTo>
                        <a:cubicBezTo>
                          <a:pt x="407259" y="1819275"/>
                          <a:pt x="0" y="1412016"/>
                          <a:pt x="0" y="909637"/>
                        </a:cubicBezTo>
                        <a:cubicBezTo>
                          <a:pt x="0" y="407258"/>
                          <a:pt x="407259" y="0"/>
                          <a:pt x="909638" y="0"/>
                        </a:cubicBezTo>
                        <a:cubicBezTo>
                          <a:pt x="1412016" y="0"/>
                          <a:pt x="1819275" y="407258"/>
                          <a:pt x="1819275" y="909638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94" name="자유형: 도형 167">
                    <a:extLst>
                      <a:ext uri="{FF2B5EF4-FFF2-40B4-BE49-F238E27FC236}">
                        <a16:creationId xmlns:a16="http://schemas.microsoft.com/office/drawing/2014/main" id="{302E976E-7DDC-58C8-A0C8-30DD252AC06D}"/>
                      </a:ext>
                    </a:extLst>
                  </p:cNvPr>
                  <p:cNvSpPr/>
                  <p:nvPr/>
                </p:nvSpPr>
                <p:spPr>
                  <a:xfrm>
                    <a:off x="5825751" y="1364920"/>
                    <a:ext cx="1225120" cy="1225120"/>
                  </a:xfrm>
                  <a:custGeom>
                    <a:avLst/>
                    <a:gdLst>
                      <a:gd name="connsiteX0" fmla="*/ 1704975 w 1704975"/>
                      <a:gd name="connsiteY0" fmla="*/ 852488 h 1704975"/>
                      <a:gd name="connsiteX1" fmla="*/ 852488 w 1704975"/>
                      <a:gd name="connsiteY1" fmla="*/ 1704975 h 1704975"/>
                      <a:gd name="connsiteX2" fmla="*/ 0 w 1704975"/>
                      <a:gd name="connsiteY2" fmla="*/ 852487 h 1704975"/>
                      <a:gd name="connsiteX3" fmla="*/ 852488 w 1704975"/>
                      <a:gd name="connsiteY3" fmla="*/ 0 h 1704975"/>
                      <a:gd name="connsiteX4" fmla="*/ 1704975 w 1704975"/>
                      <a:gd name="connsiteY4" fmla="*/ 852488 h 170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04975" h="1704975">
                        <a:moveTo>
                          <a:pt x="1704975" y="852488"/>
                        </a:moveTo>
                        <a:cubicBezTo>
                          <a:pt x="1704975" y="1323303"/>
                          <a:pt x="1323304" y="1704975"/>
                          <a:pt x="852488" y="1704975"/>
                        </a:cubicBezTo>
                        <a:cubicBezTo>
                          <a:pt x="381672" y="1704975"/>
                          <a:pt x="0" y="1323303"/>
                          <a:pt x="0" y="852487"/>
                        </a:cubicBezTo>
                        <a:cubicBezTo>
                          <a:pt x="0" y="381672"/>
                          <a:pt x="381672" y="0"/>
                          <a:pt x="852488" y="0"/>
                        </a:cubicBezTo>
                        <a:cubicBezTo>
                          <a:pt x="1323304" y="0"/>
                          <a:pt x="1704975" y="381672"/>
                          <a:pt x="1704975" y="852488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95" name="자유형: 도형 168">
                    <a:extLst>
                      <a:ext uri="{FF2B5EF4-FFF2-40B4-BE49-F238E27FC236}">
                        <a16:creationId xmlns:a16="http://schemas.microsoft.com/office/drawing/2014/main" id="{622139E5-3E98-A9D2-BBA4-BD5D8BE06966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59576"/>
                    <a:ext cx="1035671" cy="1035671"/>
                  </a:xfrm>
                  <a:custGeom>
                    <a:avLst/>
                    <a:gdLst>
                      <a:gd name="connsiteX0" fmla="*/ 1441323 w 1441322"/>
                      <a:gd name="connsiteY0" fmla="*/ 720661 h 1441323"/>
                      <a:gd name="connsiteX1" fmla="*/ 720661 w 1441322"/>
                      <a:gd name="connsiteY1" fmla="*/ 1441323 h 1441323"/>
                      <a:gd name="connsiteX2" fmla="*/ 0 w 1441322"/>
                      <a:gd name="connsiteY2" fmla="*/ 720661 h 1441323"/>
                      <a:gd name="connsiteX3" fmla="*/ 720661 w 1441322"/>
                      <a:gd name="connsiteY3" fmla="*/ 0 h 1441323"/>
                      <a:gd name="connsiteX4" fmla="*/ 1441323 w 1441322"/>
                      <a:gd name="connsiteY4" fmla="*/ 720661 h 1441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322" h="1441323">
                        <a:moveTo>
                          <a:pt x="1441323" y="720661"/>
                        </a:moveTo>
                        <a:cubicBezTo>
                          <a:pt x="1441323" y="1118672"/>
                          <a:pt x="1118672" y="1441323"/>
                          <a:pt x="720661" y="1441323"/>
                        </a:cubicBezTo>
                        <a:cubicBezTo>
                          <a:pt x="322651" y="1441323"/>
                          <a:pt x="0" y="1118672"/>
                          <a:pt x="0" y="720661"/>
                        </a:cubicBezTo>
                        <a:cubicBezTo>
                          <a:pt x="0" y="322651"/>
                          <a:pt x="322651" y="0"/>
                          <a:pt x="720661" y="0"/>
                        </a:cubicBezTo>
                        <a:cubicBezTo>
                          <a:pt x="1118672" y="0"/>
                          <a:pt x="1441323" y="322651"/>
                          <a:pt x="1441323" y="720661"/>
                        </a:cubicBezTo>
                        <a:close/>
                      </a:path>
                    </a:pathLst>
                  </a:custGeom>
                  <a:solidFill>
                    <a:srgbClr val="FD98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96" name="자유형: 도형 169">
                    <a:extLst>
                      <a:ext uri="{FF2B5EF4-FFF2-40B4-BE49-F238E27FC236}">
                        <a16:creationId xmlns:a16="http://schemas.microsoft.com/office/drawing/2014/main" id="{4BCA61D4-E27C-AC91-8BAD-39F3AD1297D5}"/>
                      </a:ext>
                    </a:extLst>
                  </p:cNvPr>
                  <p:cNvSpPr/>
                  <p:nvPr/>
                </p:nvSpPr>
                <p:spPr>
                  <a:xfrm>
                    <a:off x="6258993" y="1604656"/>
                    <a:ext cx="417850" cy="746040"/>
                  </a:xfrm>
                  <a:custGeom>
                    <a:avLst/>
                    <a:gdLst>
                      <a:gd name="connsiteX0" fmla="*/ 397953 w 581514"/>
                      <a:gd name="connsiteY0" fmla="*/ 964526 h 1038249"/>
                      <a:gd name="connsiteX1" fmla="*/ 440815 w 581514"/>
                      <a:gd name="connsiteY1" fmla="*/ 891564 h 1038249"/>
                      <a:gd name="connsiteX2" fmla="*/ 570069 w 581514"/>
                      <a:gd name="connsiteY2" fmla="*/ 607433 h 1038249"/>
                      <a:gd name="connsiteX3" fmla="*/ 413193 w 581514"/>
                      <a:gd name="connsiteY3" fmla="*/ 467892 h 1038249"/>
                      <a:gd name="connsiteX4" fmla="*/ 236695 w 581514"/>
                      <a:gd name="connsiteY4" fmla="*/ 414457 h 1038249"/>
                      <a:gd name="connsiteX5" fmla="*/ 169639 w 581514"/>
                      <a:gd name="connsiteY5" fmla="*/ 342257 h 1038249"/>
                      <a:gd name="connsiteX6" fmla="*/ 236314 w 581514"/>
                      <a:gd name="connsiteY6" fmla="*/ 266057 h 1038249"/>
                      <a:gd name="connsiteX7" fmla="*/ 355186 w 581514"/>
                      <a:gd name="connsiteY7" fmla="*/ 294442 h 1038249"/>
                      <a:gd name="connsiteX8" fmla="*/ 464438 w 581514"/>
                      <a:gd name="connsiteY8" fmla="*/ 295585 h 1038249"/>
                      <a:gd name="connsiteX9" fmla="*/ 473486 w 581514"/>
                      <a:gd name="connsiteY9" fmla="*/ 167664 h 1038249"/>
                      <a:gd name="connsiteX10" fmla="*/ 375379 w 581514"/>
                      <a:gd name="connsiteY10" fmla="*/ 121849 h 1038249"/>
                      <a:gd name="connsiteX11" fmla="*/ 340327 w 581514"/>
                      <a:gd name="connsiteY11" fmla="*/ 75938 h 1038249"/>
                      <a:gd name="connsiteX12" fmla="*/ 302227 w 581514"/>
                      <a:gd name="connsiteY12" fmla="*/ 119 h 1038249"/>
                      <a:gd name="connsiteX13" fmla="*/ 302227 w 581514"/>
                      <a:gd name="connsiteY13" fmla="*/ 119 h 1038249"/>
                      <a:gd name="connsiteX14" fmla="*/ 259364 w 581514"/>
                      <a:gd name="connsiteY14" fmla="*/ 24 h 1038249"/>
                      <a:gd name="connsiteX15" fmla="*/ 169924 w 581514"/>
                      <a:gd name="connsiteY15" fmla="*/ 88511 h 1038249"/>
                      <a:gd name="connsiteX16" fmla="*/ 133634 w 581514"/>
                      <a:gd name="connsiteY16" fmla="*/ 152138 h 1038249"/>
                      <a:gd name="connsiteX17" fmla="*/ 87247 w 581514"/>
                      <a:gd name="connsiteY17" fmla="*/ 184619 h 1038249"/>
                      <a:gd name="connsiteX18" fmla="*/ 79532 w 581514"/>
                      <a:gd name="connsiteY18" fmla="*/ 522280 h 1038249"/>
                      <a:gd name="connsiteX19" fmla="*/ 264889 w 581514"/>
                      <a:gd name="connsiteY19" fmla="*/ 589812 h 1038249"/>
                      <a:gd name="connsiteX20" fmla="*/ 398239 w 581514"/>
                      <a:gd name="connsiteY20" fmla="*/ 713637 h 1038249"/>
                      <a:gd name="connsiteX21" fmla="*/ 331564 w 581514"/>
                      <a:gd name="connsiteY21" fmla="*/ 770787 h 1038249"/>
                      <a:gd name="connsiteX22" fmla="*/ 208024 w 581514"/>
                      <a:gd name="connsiteY22" fmla="*/ 732782 h 1038249"/>
                      <a:gd name="connsiteX23" fmla="*/ 208024 w 581514"/>
                      <a:gd name="connsiteY23" fmla="*/ 732782 h 1038249"/>
                      <a:gd name="connsiteX24" fmla="*/ 78008 w 581514"/>
                      <a:gd name="connsiteY24" fmla="*/ 774026 h 1038249"/>
                      <a:gd name="connsiteX25" fmla="*/ 88009 w 581514"/>
                      <a:gd name="connsiteY25" fmla="*/ 853559 h 1038249"/>
                      <a:gd name="connsiteX26" fmla="*/ 171829 w 581514"/>
                      <a:gd name="connsiteY26" fmla="*/ 904709 h 1038249"/>
                      <a:gd name="connsiteX27" fmla="*/ 235838 w 581514"/>
                      <a:gd name="connsiteY27" fmla="*/ 987005 h 1038249"/>
                      <a:gd name="connsiteX28" fmla="*/ 264889 w 581514"/>
                      <a:gd name="connsiteY28" fmla="*/ 1037487 h 1038249"/>
                      <a:gd name="connsiteX29" fmla="*/ 360139 w 581514"/>
                      <a:gd name="connsiteY29" fmla="*/ 1037487 h 1038249"/>
                      <a:gd name="connsiteX30" fmla="*/ 397953 w 581514"/>
                      <a:gd name="connsiteY30" fmla="*/ 964526 h 1038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249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69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4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6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8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0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4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4" y="732782"/>
                        </a:cubicBezTo>
                        <a:cubicBezTo>
                          <a:pt x="208024" y="732782"/>
                          <a:pt x="208024" y="732782"/>
                          <a:pt x="208024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412"/>
                          <a:pt x="55339" y="827937"/>
                          <a:pt x="88009" y="853559"/>
                        </a:cubicBezTo>
                        <a:cubicBezTo>
                          <a:pt x="119442" y="878229"/>
                          <a:pt x="141064" y="894612"/>
                          <a:pt x="171829" y="904709"/>
                        </a:cubicBezTo>
                        <a:cubicBezTo>
                          <a:pt x="235552" y="925664"/>
                          <a:pt x="236314" y="923187"/>
                          <a:pt x="235838" y="987005"/>
                        </a:cubicBezTo>
                        <a:cubicBezTo>
                          <a:pt x="235647" y="1016246"/>
                          <a:pt x="235456" y="1035773"/>
                          <a:pt x="264889" y="1037487"/>
                        </a:cubicBezTo>
                        <a:cubicBezTo>
                          <a:pt x="294416" y="1039202"/>
                          <a:pt x="328516" y="1037487"/>
                          <a:pt x="360139" y="1037487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DA7C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97" name="자유형: 도형 170">
                    <a:extLst>
                      <a:ext uri="{FF2B5EF4-FFF2-40B4-BE49-F238E27FC236}">
                        <a16:creationId xmlns:a16="http://schemas.microsoft.com/office/drawing/2014/main" id="{490D43D1-3D8D-BF2D-2DE7-C1818A67F6C1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92223"/>
                    <a:ext cx="336668" cy="970377"/>
                  </a:xfrm>
                  <a:custGeom>
                    <a:avLst/>
                    <a:gdLst>
                      <a:gd name="connsiteX0" fmla="*/ 468535 w 468534"/>
                      <a:gd name="connsiteY0" fmla="*/ 0 h 1350454"/>
                      <a:gd name="connsiteX1" fmla="*/ 0 w 468534"/>
                      <a:gd name="connsiteY1" fmla="*/ 675227 h 1350454"/>
                      <a:gd name="connsiteX2" fmla="*/ 468535 w 468534"/>
                      <a:gd name="connsiteY2" fmla="*/ 1350455 h 1350454"/>
                      <a:gd name="connsiteX3" fmla="*/ 200025 w 468534"/>
                      <a:gd name="connsiteY3" fmla="*/ 675227 h 1350454"/>
                      <a:gd name="connsiteX4" fmla="*/ 468535 w 468534"/>
                      <a:gd name="connsiteY4" fmla="*/ 0 h 13504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68534" h="1350454">
                        <a:moveTo>
                          <a:pt x="468535" y="0"/>
                        </a:moveTo>
                        <a:cubicBezTo>
                          <a:pt x="194881" y="102203"/>
                          <a:pt x="0" y="365951"/>
                          <a:pt x="0" y="675227"/>
                        </a:cubicBezTo>
                        <a:cubicBezTo>
                          <a:pt x="0" y="984504"/>
                          <a:pt x="194881" y="1248251"/>
                          <a:pt x="468535" y="1350455"/>
                        </a:cubicBezTo>
                        <a:cubicBezTo>
                          <a:pt x="302133" y="1174337"/>
                          <a:pt x="200025" y="936688"/>
                          <a:pt x="200025" y="675227"/>
                        </a:cubicBezTo>
                        <a:cubicBezTo>
                          <a:pt x="200025" y="413766"/>
                          <a:pt x="302133" y="176117"/>
                          <a:pt x="468535" y="0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98" name="자유형: 도형 171">
                    <a:extLst>
                      <a:ext uri="{FF2B5EF4-FFF2-40B4-BE49-F238E27FC236}">
                        <a16:creationId xmlns:a16="http://schemas.microsoft.com/office/drawing/2014/main" id="{626828FF-123F-8A18-6354-213F717CCCB0}"/>
                      </a:ext>
                    </a:extLst>
                  </p:cNvPr>
                  <p:cNvSpPr/>
                  <p:nvPr/>
                </p:nvSpPr>
                <p:spPr>
                  <a:xfrm>
                    <a:off x="6199859" y="1604862"/>
                    <a:ext cx="417850" cy="745971"/>
                  </a:xfrm>
                  <a:custGeom>
                    <a:avLst/>
                    <a:gdLst>
                      <a:gd name="connsiteX0" fmla="*/ 397953 w 581514"/>
                      <a:gd name="connsiteY0" fmla="*/ 964526 h 1038153"/>
                      <a:gd name="connsiteX1" fmla="*/ 440815 w 581514"/>
                      <a:gd name="connsiteY1" fmla="*/ 891564 h 1038153"/>
                      <a:gd name="connsiteX2" fmla="*/ 570070 w 581514"/>
                      <a:gd name="connsiteY2" fmla="*/ 607433 h 1038153"/>
                      <a:gd name="connsiteX3" fmla="*/ 413193 w 581514"/>
                      <a:gd name="connsiteY3" fmla="*/ 467892 h 1038153"/>
                      <a:gd name="connsiteX4" fmla="*/ 236695 w 581514"/>
                      <a:gd name="connsiteY4" fmla="*/ 414457 h 1038153"/>
                      <a:gd name="connsiteX5" fmla="*/ 169639 w 581514"/>
                      <a:gd name="connsiteY5" fmla="*/ 342257 h 1038153"/>
                      <a:gd name="connsiteX6" fmla="*/ 236314 w 581514"/>
                      <a:gd name="connsiteY6" fmla="*/ 266057 h 1038153"/>
                      <a:gd name="connsiteX7" fmla="*/ 355186 w 581514"/>
                      <a:gd name="connsiteY7" fmla="*/ 294442 h 1038153"/>
                      <a:gd name="connsiteX8" fmla="*/ 464437 w 581514"/>
                      <a:gd name="connsiteY8" fmla="*/ 295585 h 1038153"/>
                      <a:gd name="connsiteX9" fmla="*/ 473486 w 581514"/>
                      <a:gd name="connsiteY9" fmla="*/ 167664 h 1038153"/>
                      <a:gd name="connsiteX10" fmla="*/ 375379 w 581514"/>
                      <a:gd name="connsiteY10" fmla="*/ 121849 h 1038153"/>
                      <a:gd name="connsiteX11" fmla="*/ 340327 w 581514"/>
                      <a:gd name="connsiteY11" fmla="*/ 75938 h 1038153"/>
                      <a:gd name="connsiteX12" fmla="*/ 302227 w 581514"/>
                      <a:gd name="connsiteY12" fmla="*/ 119 h 1038153"/>
                      <a:gd name="connsiteX13" fmla="*/ 302227 w 581514"/>
                      <a:gd name="connsiteY13" fmla="*/ 119 h 1038153"/>
                      <a:gd name="connsiteX14" fmla="*/ 259364 w 581514"/>
                      <a:gd name="connsiteY14" fmla="*/ 24 h 1038153"/>
                      <a:gd name="connsiteX15" fmla="*/ 169925 w 581514"/>
                      <a:gd name="connsiteY15" fmla="*/ 88511 h 1038153"/>
                      <a:gd name="connsiteX16" fmla="*/ 133634 w 581514"/>
                      <a:gd name="connsiteY16" fmla="*/ 152138 h 1038153"/>
                      <a:gd name="connsiteX17" fmla="*/ 87247 w 581514"/>
                      <a:gd name="connsiteY17" fmla="*/ 184619 h 1038153"/>
                      <a:gd name="connsiteX18" fmla="*/ 79532 w 581514"/>
                      <a:gd name="connsiteY18" fmla="*/ 522280 h 1038153"/>
                      <a:gd name="connsiteX19" fmla="*/ 264889 w 581514"/>
                      <a:gd name="connsiteY19" fmla="*/ 589812 h 1038153"/>
                      <a:gd name="connsiteX20" fmla="*/ 398239 w 581514"/>
                      <a:gd name="connsiteY20" fmla="*/ 713637 h 1038153"/>
                      <a:gd name="connsiteX21" fmla="*/ 331564 w 581514"/>
                      <a:gd name="connsiteY21" fmla="*/ 770787 h 1038153"/>
                      <a:gd name="connsiteX22" fmla="*/ 208025 w 581514"/>
                      <a:gd name="connsiteY22" fmla="*/ 732782 h 1038153"/>
                      <a:gd name="connsiteX23" fmla="*/ 208025 w 581514"/>
                      <a:gd name="connsiteY23" fmla="*/ 732782 h 1038153"/>
                      <a:gd name="connsiteX24" fmla="*/ 78008 w 581514"/>
                      <a:gd name="connsiteY24" fmla="*/ 774026 h 1038153"/>
                      <a:gd name="connsiteX25" fmla="*/ 88009 w 581514"/>
                      <a:gd name="connsiteY25" fmla="*/ 853464 h 1038153"/>
                      <a:gd name="connsiteX26" fmla="*/ 171829 w 581514"/>
                      <a:gd name="connsiteY26" fmla="*/ 904613 h 1038153"/>
                      <a:gd name="connsiteX27" fmla="*/ 235837 w 581514"/>
                      <a:gd name="connsiteY27" fmla="*/ 986909 h 1038153"/>
                      <a:gd name="connsiteX28" fmla="*/ 264889 w 581514"/>
                      <a:gd name="connsiteY28" fmla="*/ 1037392 h 1038153"/>
                      <a:gd name="connsiteX29" fmla="*/ 360139 w 581514"/>
                      <a:gd name="connsiteY29" fmla="*/ 1037392 h 1038153"/>
                      <a:gd name="connsiteX30" fmla="*/ 397953 w 581514"/>
                      <a:gd name="connsiteY30" fmla="*/ 964526 h 10381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153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70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5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7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7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1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5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5" y="732782"/>
                        </a:cubicBezTo>
                        <a:cubicBezTo>
                          <a:pt x="208025" y="732782"/>
                          <a:pt x="208025" y="732782"/>
                          <a:pt x="208025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317"/>
                          <a:pt x="55339" y="827842"/>
                          <a:pt x="88009" y="853464"/>
                        </a:cubicBezTo>
                        <a:cubicBezTo>
                          <a:pt x="119442" y="878134"/>
                          <a:pt x="141064" y="894517"/>
                          <a:pt x="171829" y="904613"/>
                        </a:cubicBezTo>
                        <a:cubicBezTo>
                          <a:pt x="235552" y="925568"/>
                          <a:pt x="236314" y="923092"/>
                          <a:pt x="235837" y="986909"/>
                        </a:cubicBezTo>
                        <a:cubicBezTo>
                          <a:pt x="235647" y="1016151"/>
                          <a:pt x="235456" y="1035677"/>
                          <a:pt x="264889" y="1037392"/>
                        </a:cubicBezTo>
                        <a:cubicBezTo>
                          <a:pt x="294416" y="1039106"/>
                          <a:pt x="328516" y="1037392"/>
                          <a:pt x="360139" y="1037392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  <p:grpSp>
            <p:nvGrpSpPr>
              <p:cNvPr id="82" name="그룹 172">
                <a:extLst>
                  <a:ext uri="{FF2B5EF4-FFF2-40B4-BE49-F238E27FC236}">
                    <a16:creationId xmlns:a16="http://schemas.microsoft.com/office/drawing/2014/main" id="{96B3CD42-9971-D615-03D0-B77E2F08CF02}"/>
                  </a:ext>
                </a:extLst>
              </p:cNvPr>
              <p:cNvGrpSpPr/>
              <p:nvPr/>
            </p:nvGrpSpPr>
            <p:grpSpPr>
              <a:xfrm rot="4277517">
                <a:off x="8437288" y="5523823"/>
                <a:ext cx="657529" cy="535819"/>
                <a:chOff x="9091999" y="2911198"/>
                <a:chExt cx="657529" cy="535819"/>
              </a:xfrm>
            </p:grpSpPr>
            <p:sp>
              <p:nvSpPr>
                <p:cNvPr id="83" name="자유형: 도형 173">
                  <a:extLst>
                    <a:ext uri="{FF2B5EF4-FFF2-40B4-BE49-F238E27FC236}">
                      <a16:creationId xmlns:a16="http://schemas.microsoft.com/office/drawing/2014/main" id="{9C202886-5786-6B17-9B02-FA288208531D}"/>
                    </a:ext>
                  </a:extLst>
                </p:cNvPr>
                <p:cNvSpPr/>
                <p:nvPr/>
              </p:nvSpPr>
              <p:spPr>
                <a:xfrm>
                  <a:off x="9152345" y="2911198"/>
                  <a:ext cx="594202" cy="535819"/>
                </a:xfrm>
                <a:custGeom>
                  <a:avLst/>
                  <a:gdLst>
                    <a:gd name="connsiteX0" fmla="*/ 1164946 w 1200062"/>
                    <a:gd name="connsiteY0" fmla="*/ 179693 h 1082149"/>
                    <a:gd name="connsiteX1" fmla="*/ 1074020 w 1200062"/>
                    <a:gd name="connsiteY1" fmla="*/ 67005 h 1082149"/>
                    <a:gd name="connsiteX2" fmla="*/ 1063029 w 1200062"/>
                    <a:gd name="connsiteY2" fmla="*/ 58652 h 1082149"/>
                    <a:gd name="connsiteX3" fmla="*/ 356933 w 1200062"/>
                    <a:gd name="connsiteY3" fmla="*/ 239920 h 1082149"/>
                    <a:gd name="connsiteX4" fmla="*/ 31691 w 1200062"/>
                    <a:gd name="connsiteY4" fmla="*/ 893335 h 1082149"/>
                    <a:gd name="connsiteX5" fmla="*/ 37113 w 1200062"/>
                    <a:gd name="connsiteY5" fmla="*/ 903666 h 1082149"/>
                    <a:gd name="connsiteX6" fmla="*/ 128040 w 1200062"/>
                    <a:gd name="connsiteY6" fmla="*/ 1016354 h 1082149"/>
                    <a:gd name="connsiteX7" fmla="*/ 137785 w 1200062"/>
                    <a:gd name="connsiteY7" fmla="*/ 1024267 h 1082149"/>
                    <a:gd name="connsiteX8" fmla="*/ 843148 w 1200062"/>
                    <a:gd name="connsiteY8" fmla="*/ 842267 h 1082149"/>
                    <a:gd name="connsiteX9" fmla="*/ 1170662 w 1200062"/>
                    <a:gd name="connsiteY9" fmla="*/ 192149 h 1082149"/>
                    <a:gd name="connsiteX10" fmla="*/ 1164946 w 1200062"/>
                    <a:gd name="connsiteY10" fmla="*/ 179693 h 1082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00062" h="1082149">
                      <a:moveTo>
                        <a:pt x="1164946" y="179693"/>
                      </a:moveTo>
                      <a:lnTo>
                        <a:pt x="1074020" y="67005"/>
                      </a:lnTo>
                      <a:cubicBezTo>
                        <a:pt x="1071016" y="63268"/>
                        <a:pt x="1067205" y="60484"/>
                        <a:pt x="1063029" y="58652"/>
                      </a:cubicBezTo>
                      <a:cubicBezTo>
                        <a:pt x="949975" y="-65686"/>
                        <a:pt x="637262" y="13665"/>
                        <a:pt x="356933" y="239920"/>
                      </a:cubicBezTo>
                      <a:cubicBezTo>
                        <a:pt x="75506" y="467055"/>
                        <a:pt x="-68175" y="757201"/>
                        <a:pt x="31691" y="893335"/>
                      </a:cubicBezTo>
                      <a:cubicBezTo>
                        <a:pt x="32790" y="896999"/>
                        <a:pt x="34549" y="900515"/>
                        <a:pt x="37113" y="903666"/>
                      </a:cubicBezTo>
                      <a:lnTo>
                        <a:pt x="128040" y="1016354"/>
                      </a:lnTo>
                      <a:cubicBezTo>
                        <a:pt x="130825" y="1019798"/>
                        <a:pt x="134122" y="1022362"/>
                        <a:pt x="137785" y="1024267"/>
                      </a:cubicBezTo>
                      <a:cubicBezTo>
                        <a:pt x="251426" y="1147506"/>
                        <a:pt x="563406" y="1068009"/>
                        <a:pt x="843148" y="842267"/>
                      </a:cubicBezTo>
                      <a:cubicBezTo>
                        <a:pt x="1122377" y="616964"/>
                        <a:pt x="1265985" y="329602"/>
                        <a:pt x="1170662" y="192149"/>
                      </a:cubicBezTo>
                      <a:cubicBezTo>
                        <a:pt x="1169856" y="187679"/>
                        <a:pt x="1167951" y="183430"/>
                        <a:pt x="1164946" y="179693"/>
                      </a:cubicBezTo>
                      <a:close/>
                    </a:path>
                  </a:pathLst>
                </a:custGeom>
                <a:solidFill>
                  <a:srgbClr val="FBBA0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grpSp>
              <p:nvGrpSpPr>
                <p:cNvPr id="84" name="그룹 174">
                  <a:extLst>
                    <a:ext uri="{FF2B5EF4-FFF2-40B4-BE49-F238E27FC236}">
                      <a16:creationId xmlns:a16="http://schemas.microsoft.com/office/drawing/2014/main" id="{906C610B-2837-BC90-DFD5-B157D1A3D44D}"/>
                    </a:ext>
                  </a:extLst>
                </p:cNvPr>
                <p:cNvGrpSpPr/>
                <p:nvPr/>
              </p:nvGrpSpPr>
              <p:grpSpPr>
                <a:xfrm rot="3133259">
                  <a:off x="9254161" y="2813792"/>
                  <a:ext cx="333205" cy="657529"/>
                  <a:chOff x="5784686" y="1323855"/>
                  <a:chExt cx="1307251" cy="1307251"/>
                </a:xfrm>
              </p:grpSpPr>
              <p:sp>
                <p:nvSpPr>
                  <p:cNvPr id="85" name="자유형: 도형 175">
                    <a:extLst>
                      <a:ext uri="{FF2B5EF4-FFF2-40B4-BE49-F238E27FC236}">
                        <a16:creationId xmlns:a16="http://schemas.microsoft.com/office/drawing/2014/main" id="{2E6A3158-B652-71C0-038F-132D2743B179}"/>
                      </a:ext>
                    </a:extLst>
                  </p:cNvPr>
                  <p:cNvSpPr/>
                  <p:nvPr/>
                </p:nvSpPr>
                <p:spPr>
                  <a:xfrm>
                    <a:off x="5784686" y="1323855"/>
                    <a:ext cx="1307251" cy="1307251"/>
                  </a:xfrm>
                  <a:custGeom>
                    <a:avLst/>
                    <a:gdLst>
                      <a:gd name="connsiteX0" fmla="*/ 1819275 w 1819275"/>
                      <a:gd name="connsiteY0" fmla="*/ 909638 h 1819275"/>
                      <a:gd name="connsiteX1" fmla="*/ 909638 w 1819275"/>
                      <a:gd name="connsiteY1" fmla="*/ 1819275 h 1819275"/>
                      <a:gd name="connsiteX2" fmla="*/ 0 w 1819275"/>
                      <a:gd name="connsiteY2" fmla="*/ 909637 h 1819275"/>
                      <a:gd name="connsiteX3" fmla="*/ 909638 w 1819275"/>
                      <a:gd name="connsiteY3" fmla="*/ 0 h 1819275"/>
                      <a:gd name="connsiteX4" fmla="*/ 1819275 w 1819275"/>
                      <a:gd name="connsiteY4" fmla="*/ 909638 h 1819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19275" h="1819275">
                        <a:moveTo>
                          <a:pt x="1819275" y="909638"/>
                        </a:moveTo>
                        <a:cubicBezTo>
                          <a:pt x="1819275" y="1412016"/>
                          <a:pt x="1412016" y="1819275"/>
                          <a:pt x="909638" y="1819275"/>
                        </a:cubicBezTo>
                        <a:cubicBezTo>
                          <a:pt x="407259" y="1819275"/>
                          <a:pt x="0" y="1412016"/>
                          <a:pt x="0" y="909637"/>
                        </a:cubicBezTo>
                        <a:cubicBezTo>
                          <a:pt x="0" y="407258"/>
                          <a:pt x="407259" y="0"/>
                          <a:pt x="909638" y="0"/>
                        </a:cubicBezTo>
                        <a:cubicBezTo>
                          <a:pt x="1412016" y="0"/>
                          <a:pt x="1819275" y="407258"/>
                          <a:pt x="1819275" y="909638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86" name="자유형: 도형 176">
                    <a:extLst>
                      <a:ext uri="{FF2B5EF4-FFF2-40B4-BE49-F238E27FC236}">
                        <a16:creationId xmlns:a16="http://schemas.microsoft.com/office/drawing/2014/main" id="{34FAED45-C3E4-DA4C-C91E-55538AE81B87}"/>
                      </a:ext>
                    </a:extLst>
                  </p:cNvPr>
                  <p:cNvSpPr/>
                  <p:nvPr/>
                </p:nvSpPr>
                <p:spPr>
                  <a:xfrm>
                    <a:off x="5825751" y="1364920"/>
                    <a:ext cx="1225120" cy="1225120"/>
                  </a:xfrm>
                  <a:custGeom>
                    <a:avLst/>
                    <a:gdLst>
                      <a:gd name="connsiteX0" fmla="*/ 1704975 w 1704975"/>
                      <a:gd name="connsiteY0" fmla="*/ 852488 h 1704975"/>
                      <a:gd name="connsiteX1" fmla="*/ 852488 w 1704975"/>
                      <a:gd name="connsiteY1" fmla="*/ 1704975 h 1704975"/>
                      <a:gd name="connsiteX2" fmla="*/ 0 w 1704975"/>
                      <a:gd name="connsiteY2" fmla="*/ 852487 h 1704975"/>
                      <a:gd name="connsiteX3" fmla="*/ 852488 w 1704975"/>
                      <a:gd name="connsiteY3" fmla="*/ 0 h 1704975"/>
                      <a:gd name="connsiteX4" fmla="*/ 1704975 w 1704975"/>
                      <a:gd name="connsiteY4" fmla="*/ 852488 h 170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04975" h="1704975">
                        <a:moveTo>
                          <a:pt x="1704975" y="852488"/>
                        </a:moveTo>
                        <a:cubicBezTo>
                          <a:pt x="1704975" y="1323303"/>
                          <a:pt x="1323304" y="1704975"/>
                          <a:pt x="852488" y="1704975"/>
                        </a:cubicBezTo>
                        <a:cubicBezTo>
                          <a:pt x="381672" y="1704975"/>
                          <a:pt x="0" y="1323303"/>
                          <a:pt x="0" y="852487"/>
                        </a:cubicBezTo>
                        <a:cubicBezTo>
                          <a:pt x="0" y="381672"/>
                          <a:pt x="381672" y="0"/>
                          <a:pt x="852488" y="0"/>
                        </a:cubicBezTo>
                        <a:cubicBezTo>
                          <a:pt x="1323304" y="0"/>
                          <a:pt x="1704975" y="381672"/>
                          <a:pt x="1704975" y="852488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87" name="자유형: 도형 177">
                    <a:extLst>
                      <a:ext uri="{FF2B5EF4-FFF2-40B4-BE49-F238E27FC236}">
                        <a16:creationId xmlns:a16="http://schemas.microsoft.com/office/drawing/2014/main" id="{860A2BFC-C480-4B47-EA43-102BACBDCDCC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59576"/>
                    <a:ext cx="1035671" cy="1035671"/>
                  </a:xfrm>
                  <a:custGeom>
                    <a:avLst/>
                    <a:gdLst>
                      <a:gd name="connsiteX0" fmla="*/ 1441323 w 1441322"/>
                      <a:gd name="connsiteY0" fmla="*/ 720661 h 1441323"/>
                      <a:gd name="connsiteX1" fmla="*/ 720661 w 1441322"/>
                      <a:gd name="connsiteY1" fmla="*/ 1441323 h 1441323"/>
                      <a:gd name="connsiteX2" fmla="*/ 0 w 1441322"/>
                      <a:gd name="connsiteY2" fmla="*/ 720661 h 1441323"/>
                      <a:gd name="connsiteX3" fmla="*/ 720661 w 1441322"/>
                      <a:gd name="connsiteY3" fmla="*/ 0 h 1441323"/>
                      <a:gd name="connsiteX4" fmla="*/ 1441323 w 1441322"/>
                      <a:gd name="connsiteY4" fmla="*/ 720661 h 1441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41322" h="1441323">
                        <a:moveTo>
                          <a:pt x="1441323" y="720661"/>
                        </a:moveTo>
                        <a:cubicBezTo>
                          <a:pt x="1441323" y="1118672"/>
                          <a:pt x="1118672" y="1441323"/>
                          <a:pt x="720661" y="1441323"/>
                        </a:cubicBezTo>
                        <a:cubicBezTo>
                          <a:pt x="322651" y="1441323"/>
                          <a:pt x="0" y="1118672"/>
                          <a:pt x="0" y="720661"/>
                        </a:cubicBezTo>
                        <a:cubicBezTo>
                          <a:pt x="0" y="322651"/>
                          <a:pt x="322651" y="0"/>
                          <a:pt x="720661" y="0"/>
                        </a:cubicBezTo>
                        <a:cubicBezTo>
                          <a:pt x="1118672" y="0"/>
                          <a:pt x="1441323" y="322651"/>
                          <a:pt x="1441323" y="720661"/>
                        </a:cubicBezTo>
                        <a:close/>
                      </a:path>
                    </a:pathLst>
                  </a:custGeom>
                  <a:solidFill>
                    <a:srgbClr val="FD980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88" name="자유형: 도형 178">
                    <a:extLst>
                      <a:ext uri="{FF2B5EF4-FFF2-40B4-BE49-F238E27FC236}">
                        <a16:creationId xmlns:a16="http://schemas.microsoft.com/office/drawing/2014/main" id="{963E4EFE-7CDA-92C0-00AF-92EBE229407E}"/>
                      </a:ext>
                    </a:extLst>
                  </p:cNvPr>
                  <p:cNvSpPr/>
                  <p:nvPr/>
                </p:nvSpPr>
                <p:spPr>
                  <a:xfrm>
                    <a:off x="6258993" y="1604656"/>
                    <a:ext cx="417850" cy="746040"/>
                  </a:xfrm>
                  <a:custGeom>
                    <a:avLst/>
                    <a:gdLst>
                      <a:gd name="connsiteX0" fmla="*/ 397953 w 581514"/>
                      <a:gd name="connsiteY0" fmla="*/ 964526 h 1038249"/>
                      <a:gd name="connsiteX1" fmla="*/ 440815 w 581514"/>
                      <a:gd name="connsiteY1" fmla="*/ 891564 h 1038249"/>
                      <a:gd name="connsiteX2" fmla="*/ 570069 w 581514"/>
                      <a:gd name="connsiteY2" fmla="*/ 607433 h 1038249"/>
                      <a:gd name="connsiteX3" fmla="*/ 413193 w 581514"/>
                      <a:gd name="connsiteY3" fmla="*/ 467892 h 1038249"/>
                      <a:gd name="connsiteX4" fmla="*/ 236695 w 581514"/>
                      <a:gd name="connsiteY4" fmla="*/ 414457 h 1038249"/>
                      <a:gd name="connsiteX5" fmla="*/ 169639 w 581514"/>
                      <a:gd name="connsiteY5" fmla="*/ 342257 h 1038249"/>
                      <a:gd name="connsiteX6" fmla="*/ 236314 w 581514"/>
                      <a:gd name="connsiteY6" fmla="*/ 266057 h 1038249"/>
                      <a:gd name="connsiteX7" fmla="*/ 355186 w 581514"/>
                      <a:gd name="connsiteY7" fmla="*/ 294442 h 1038249"/>
                      <a:gd name="connsiteX8" fmla="*/ 464438 w 581514"/>
                      <a:gd name="connsiteY8" fmla="*/ 295585 h 1038249"/>
                      <a:gd name="connsiteX9" fmla="*/ 473486 w 581514"/>
                      <a:gd name="connsiteY9" fmla="*/ 167664 h 1038249"/>
                      <a:gd name="connsiteX10" fmla="*/ 375379 w 581514"/>
                      <a:gd name="connsiteY10" fmla="*/ 121849 h 1038249"/>
                      <a:gd name="connsiteX11" fmla="*/ 340327 w 581514"/>
                      <a:gd name="connsiteY11" fmla="*/ 75938 h 1038249"/>
                      <a:gd name="connsiteX12" fmla="*/ 302227 w 581514"/>
                      <a:gd name="connsiteY12" fmla="*/ 119 h 1038249"/>
                      <a:gd name="connsiteX13" fmla="*/ 302227 w 581514"/>
                      <a:gd name="connsiteY13" fmla="*/ 119 h 1038249"/>
                      <a:gd name="connsiteX14" fmla="*/ 259364 w 581514"/>
                      <a:gd name="connsiteY14" fmla="*/ 24 h 1038249"/>
                      <a:gd name="connsiteX15" fmla="*/ 169924 w 581514"/>
                      <a:gd name="connsiteY15" fmla="*/ 88511 h 1038249"/>
                      <a:gd name="connsiteX16" fmla="*/ 133634 w 581514"/>
                      <a:gd name="connsiteY16" fmla="*/ 152138 h 1038249"/>
                      <a:gd name="connsiteX17" fmla="*/ 87247 w 581514"/>
                      <a:gd name="connsiteY17" fmla="*/ 184619 h 1038249"/>
                      <a:gd name="connsiteX18" fmla="*/ 79532 w 581514"/>
                      <a:gd name="connsiteY18" fmla="*/ 522280 h 1038249"/>
                      <a:gd name="connsiteX19" fmla="*/ 264889 w 581514"/>
                      <a:gd name="connsiteY19" fmla="*/ 589812 h 1038249"/>
                      <a:gd name="connsiteX20" fmla="*/ 398239 w 581514"/>
                      <a:gd name="connsiteY20" fmla="*/ 713637 h 1038249"/>
                      <a:gd name="connsiteX21" fmla="*/ 331564 w 581514"/>
                      <a:gd name="connsiteY21" fmla="*/ 770787 h 1038249"/>
                      <a:gd name="connsiteX22" fmla="*/ 208024 w 581514"/>
                      <a:gd name="connsiteY22" fmla="*/ 732782 h 1038249"/>
                      <a:gd name="connsiteX23" fmla="*/ 208024 w 581514"/>
                      <a:gd name="connsiteY23" fmla="*/ 732782 h 1038249"/>
                      <a:gd name="connsiteX24" fmla="*/ 78008 w 581514"/>
                      <a:gd name="connsiteY24" fmla="*/ 774026 h 1038249"/>
                      <a:gd name="connsiteX25" fmla="*/ 88009 w 581514"/>
                      <a:gd name="connsiteY25" fmla="*/ 853559 h 1038249"/>
                      <a:gd name="connsiteX26" fmla="*/ 171829 w 581514"/>
                      <a:gd name="connsiteY26" fmla="*/ 904709 h 1038249"/>
                      <a:gd name="connsiteX27" fmla="*/ 235838 w 581514"/>
                      <a:gd name="connsiteY27" fmla="*/ 987005 h 1038249"/>
                      <a:gd name="connsiteX28" fmla="*/ 264889 w 581514"/>
                      <a:gd name="connsiteY28" fmla="*/ 1037487 h 1038249"/>
                      <a:gd name="connsiteX29" fmla="*/ 360139 w 581514"/>
                      <a:gd name="connsiteY29" fmla="*/ 1037487 h 1038249"/>
                      <a:gd name="connsiteX30" fmla="*/ 397953 w 581514"/>
                      <a:gd name="connsiteY30" fmla="*/ 964526 h 1038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249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69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4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6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8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0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4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4" y="732782"/>
                        </a:cubicBezTo>
                        <a:cubicBezTo>
                          <a:pt x="208024" y="732782"/>
                          <a:pt x="208024" y="732782"/>
                          <a:pt x="208024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412"/>
                          <a:pt x="55339" y="827937"/>
                          <a:pt x="88009" y="853559"/>
                        </a:cubicBezTo>
                        <a:cubicBezTo>
                          <a:pt x="119442" y="878229"/>
                          <a:pt x="141064" y="894612"/>
                          <a:pt x="171829" y="904709"/>
                        </a:cubicBezTo>
                        <a:cubicBezTo>
                          <a:pt x="235552" y="925664"/>
                          <a:pt x="236314" y="923187"/>
                          <a:pt x="235838" y="987005"/>
                        </a:cubicBezTo>
                        <a:cubicBezTo>
                          <a:pt x="235647" y="1016246"/>
                          <a:pt x="235456" y="1035773"/>
                          <a:pt x="264889" y="1037487"/>
                        </a:cubicBezTo>
                        <a:cubicBezTo>
                          <a:pt x="294416" y="1039202"/>
                          <a:pt x="328516" y="1037487"/>
                          <a:pt x="360139" y="1037487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DA7C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" name="자유형: 도형 179">
                    <a:extLst>
                      <a:ext uri="{FF2B5EF4-FFF2-40B4-BE49-F238E27FC236}">
                        <a16:creationId xmlns:a16="http://schemas.microsoft.com/office/drawing/2014/main" id="{2D8DF9F7-9520-3260-E859-F5816F3D942A}"/>
                      </a:ext>
                    </a:extLst>
                  </p:cNvPr>
                  <p:cNvSpPr/>
                  <p:nvPr/>
                </p:nvSpPr>
                <p:spPr>
                  <a:xfrm>
                    <a:off x="5920475" y="1492223"/>
                    <a:ext cx="336668" cy="970377"/>
                  </a:xfrm>
                  <a:custGeom>
                    <a:avLst/>
                    <a:gdLst>
                      <a:gd name="connsiteX0" fmla="*/ 468535 w 468534"/>
                      <a:gd name="connsiteY0" fmla="*/ 0 h 1350454"/>
                      <a:gd name="connsiteX1" fmla="*/ 0 w 468534"/>
                      <a:gd name="connsiteY1" fmla="*/ 675227 h 1350454"/>
                      <a:gd name="connsiteX2" fmla="*/ 468535 w 468534"/>
                      <a:gd name="connsiteY2" fmla="*/ 1350455 h 1350454"/>
                      <a:gd name="connsiteX3" fmla="*/ 200025 w 468534"/>
                      <a:gd name="connsiteY3" fmla="*/ 675227 h 1350454"/>
                      <a:gd name="connsiteX4" fmla="*/ 468535 w 468534"/>
                      <a:gd name="connsiteY4" fmla="*/ 0 h 13504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68534" h="1350454">
                        <a:moveTo>
                          <a:pt x="468535" y="0"/>
                        </a:moveTo>
                        <a:cubicBezTo>
                          <a:pt x="194881" y="102203"/>
                          <a:pt x="0" y="365951"/>
                          <a:pt x="0" y="675227"/>
                        </a:cubicBezTo>
                        <a:cubicBezTo>
                          <a:pt x="0" y="984504"/>
                          <a:pt x="194881" y="1248251"/>
                          <a:pt x="468535" y="1350455"/>
                        </a:cubicBezTo>
                        <a:cubicBezTo>
                          <a:pt x="302133" y="1174337"/>
                          <a:pt x="200025" y="936688"/>
                          <a:pt x="200025" y="675227"/>
                        </a:cubicBezTo>
                        <a:cubicBezTo>
                          <a:pt x="200025" y="413766"/>
                          <a:pt x="302133" y="176117"/>
                          <a:pt x="468535" y="0"/>
                        </a:cubicBezTo>
                        <a:close/>
                      </a:path>
                    </a:pathLst>
                  </a:custGeom>
                  <a:solidFill>
                    <a:srgbClr val="DA7D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" name="자유형: 도형 180">
                    <a:extLst>
                      <a:ext uri="{FF2B5EF4-FFF2-40B4-BE49-F238E27FC236}">
                        <a16:creationId xmlns:a16="http://schemas.microsoft.com/office/drawing/2014/main" id="{99771710-2BBB-A289-33AC-B12E2761359E}"/>
                      </a:ext>
                    </a:extLst>
                  </p:cNvPr>
                  <p:cNvSpPr/>
                  <p:nvPr/>
                </p:nvSpPr>
                <p:spPr>
                  <a:xfrm>
                    <a:off x="6199859" y="1604862"/>
                    <a:ext cx="417850" cy="745971"/>
                  </a:xfrm>
                  <a:custGeom>
                    <a:avLst/>
                    <a:gdLst>
                      <a:gd name="connsiteX0" fmla="*/ 397953 w 581514"/>
                      <a:gd name="connsiteY0" fmla="*/ 964526 h 1038153"/>
                      <a:gd name="connsiteX1" fmla="*/ 440815 w 581514"/>
                      <a:gd name="connsiteY1" fmla="*/ 891564 h 1038153"/>
                      <a:gd name="connsiteX2" fmla="*/ 570070 w 581514"/>
                      <a:gd name="connsiteY2" fmla="*/ 607433 h 1038153"/>
                      <a:gd name="connsiteX3" fmla="*/ 413193 w 581514"/>
                      <a:gd name="connsiteY3" fmla="*/ 467892 h 1038153"/>
                      <a:gd name="connsiteX4" fmla="*/ 236695 w 581514"/>
                      <a:gd name="connsiteY4" fmla="*/ 414457 h 1038153"/>
                      <a:gd name="connsiteX5" fmla="*/ 169639 w 581514"/>
                      <a:gd name="connsiteY5" fmla="*/ 342257 h 1038153"/>
                      <a:gd name="connsiteX6" fmla="*/ 236314 w 581514"/>
                      <a:gd name="connsiteY6" fmla="*/ 266057 h 1038153"/>
                      <a:gd name="connsiteX7" fmla="*/ 355186 w 581514"/>
                      <a:gd name="connsiteY7" fmla="*/ 294442 h 1038153"/>
                      <a:gd name="connsiteX8" fmla="*/ 464437 w 581514"/>
                      <a:gd name="connsiteY8" fmla="*/ 295585 h 1038153"/>
                      <a:gd name="connsiteX9" fmla="*/ 473486 w 581514"/>
                      <a:gd name="connsiteY9" fmla="*/ 167664 h 1038153"/>
                      <a:gd name="connsiteX10" fmla="*/ 375379 w 581514"/>
                      <a:gd name="connsiteY10" fmla="*/ 121849 h 1038153"/>
                      <a:gd name="connsiteX11" fmla="*/ 340327 w 581514"/>
                      <a:gd name="connsiteY11" fmla="*/ 75938 h 1038153"/>
                      <a:gd name="connsiteX12" fmla="*/ 302227 w 581514"/>
                      <a:gd name="connsiteY12" fmla="*/ 119 h 1038153"/>
                      <a:gd name="connsiteX13" fmla="*/ 302227 w 581514"/>
                      <a:gd name="connsiteY13" fmla="*/ 119 h 1038153"/>
                      <a:gd name="connsiteX14" fmla="*/ 259364 w 581514"/>
                      <a:gd name="connsiteY14" fmla="*/ 24 h 1038153"/>
                      <a:gd name="connsiteX15" fmla="*/ 169925 w 581514"/>
                      <a:gd name="connsiteY15" fmla="*/ 88511 h 1038153"/>
                      <a:gd name="connsiteX16" fmla="*/ 133634 w 581514"/>
                      <a:gd name="connsiteY16" fmla="*/ 152138 h 1038153"/>
                      <a:gd name="connsiteX17" fmla="*/ 87247 w 581514"/>
                      <a:gd name="connsiteY17" fmla="*/ 184619 h 1038153"/>
                      <a:gd name="connsiteX18" fmla="*/ 79532 w 581514"/>
                      <a:gd name="connsiteY18" fmla="*/ 522280 h 1038153"/>
                      <a:gd name="connsiteX19" fmla="*/ 264889 w 581514"/>
                      <a:gd name="connsiteY19" fmla="*/ 589812 h 1038153"/>
                      <a:gd name="connsiteX20" fmla="*/ 398239 w 581514"/>
                      <a:gd name="connsiteY20" fmla="*/ 713637 h 1038153"/>
                      <a:gd name="connsiteX21" fmla="*/ 331564 w 581514"/>
                      <a:gd name="connsiteY21" fmla="*/ 770787 h 1038153"/>
                      <a:gd name="connsiteX22" fmla="*/ 208025 w 581514"/>
                      <a:gd name="connsiteY22" fmla="*/ 732782 h 1038153"/>
                      <a:gd name="connsiteX23" fmla="*/ 208025 w 581514"/>
                      <a:gd name="connsiteY23" fmla="*/ 732782 h 1038153"/>
                      <a:gd name="connsiteX24" fmla="*/ 78008 w 581514"/>
                      <a:gd name="connsiteY24" fmla="*/ 774026 h 1038153"/>
                      <a:gd name="connsiteX25" fmla="*/ 88009 w 581514"/>
                      <a:gd name="connsiteY25" fmla="*/ 853464 h 1038153"/>
                      <a:gd name="connsiteX26" fmla="*/ 171829 w 581514"/>
                      <a:gd name="connsiteY26" fmla="*/ 904613 h 1038153"/>
                      <a:gd name="connsiteX27" fmla="*/ 235837 w 581514"/>
                      <a:gd name="connsiteY27" fmla="*/ 986909 h 1038153"/>
                      <a:gd name="connsiteX28" fmla="*/ 264889 w 581514"/>
                      <a:gd name="connsiteY28" fmla="*/ 1037392 h 1038153"/>
                      <a:gd name="connsiteX29" fmla="*/ 360139 w 581514"/>
                      <a:gd name="connsiteY29" fmla="*/ 1037392 h 1038153"/>
                      <a:gd name="connsiteX30" fmla="*/ 397953 w 581514"/>
                      <a:gd name="connsiteY30" fmla="*/ 964526 h 10381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81514" h="1038153">
                        <a:moveTo>
                          <a:pt x="397953" y="964526"/>
                        </a:moveTo>
                        <a:cubicBezTo>
                          <a:pt x="398239" y="913662"/>
                          <a:pt x="398239" y="913662"/>
                          <a:pt x="440815" y="891564"/>
                        </a:cubicBezTo>
                        <a:cubicBezTo>
                          <a:pt x="553782" y="835081"/>
                          <a:pt x="606550" y="714875"/>
                          <a:pt x="570070" y="607433"/>
                        </a:cubicBezTo>
                        <a:cubicBezTo>
                          <a:pt x="544257" y="531233"/>
                          <a:pt x="483106" y="493133"/>
                          <a:pt x="413193" y="467892"/>
                        </a:cubicBezTo>
                        <a:cubicBezTo>
                          <a:pt x="355471" y="447032"/>
                          <a:pt x="295083" y="433602"/>
                          <a:pt x="236695" y="414457"/>
                        </a:cubicBezTo>
                        <a:cubicBezTo>
                          <a:pt x="208025" y="405027"/>
                          <a:pt x="167638" y="373499"/>
                          <a:pt x="169639" y="342257"/>
                        </a:cubicBezTo>
                        <a:cubicBezTo>
                          <a:pt x="172020" y="302919"/>
                          <a:pt x="201167" y="279392"/>
                          <a:pt x="236314" y="266057"/>
                        </a:cubicBezTo>
                        <a:cubicBezTo>
                          <a:pt x="292702" y="244626"/>
                          <a:pt x="331564" y="275582"/>
                          <a:pt x="355186" y="294442"/>
                        </a:cubicBezTo>
                        <a:cubicBezTo>
                          <a:pt x="400239" y="330446"/>
                          <a:pt x="426814" y="332732"/>
                          <a:pt x="464437" y="295585"/>
                        </a:cubicBezTo>
                        <a:cubicBezTo>
                          <a:pt x="531589" y="227957"/>
                          <a:pt x="537875" y="216051"/>
                          <a:pt x="473486" y="167664"/>
                        </a:cubicBezTo>
                        <a:cubicBezTo>
                          <a:pt x="444054" y="145566"/>
                          <a:pt x="411383" y="129945"/>
                          <a:pt x="375379" y="121849"/>
                        </a:cubicBezTo>
                        <a:cubicBezTo>
                          <a:pt x="350518" y="116324"/>
                          <a:pt x="339851" y="104513"/>
                          <a:pt x="340327" y="75938"/>
                        </a:cubicBezTo>
                        <a:cubicBezTo>
                          <a:pt x="341089" y="27932"/>
                          <a:pt x="341089" y="-643"/>
                          <a:pt x="302227" y="119"/>
                        </a:cubicBezTo>
                        <a:cubicBezTo>
                          <a:pt x="302227" y="119"/>
                          <a:pt x="302227" y="119"/>
                          <a:pt x="302227" y="119"/>
                        </a:cubicBezTo>
                        <a:cubicBezTo>
                          <a:pt x="287939" y="119"/>
                          <a:pt x="273652" y="119"/>
                          <a:pt x="259364" y="24"/>
                        </a:cubicBezTo>
                        <a:cubicBezTo>
                          <a:pt x="169639" y="-738"/>
                          <a:pt x="168591" y="16312"/>
                          <a:pt x="169925" y="88511"/>
                        </a:cubicBezTo>
                        <a:cubicBezTo>
                          <a:pt x="170496" y="118896"/>
                          <a:pt x="164019" y="139756"/>
                          <a:pt x="133634" y="152138"/>
                        </a:cubicBezTo>
                        <a:cubicBezTo>
                          <a:pt x="116584" y="159092"/>
                          <a:pt x="100963" y="171760"/>
                          <a:pt x="87247" y="184619"/>
                        </a:cubicBezTo>
                        <a:cubicBezTo>
                          <a:pt x="-13337" y="278821"/>
                          <a:pt x="-40864" y="425411"/>
                          <a:pt x="79532" y="522280"/>
                        </a:cubicBezTo>
                        <a:cubicBezTo>
                          <a:pt x="131348" y="563904"/>
                          <a:pt x="197547" y="585050"/>
                          <a:pt x="264889" y="589812"/>
                        </a:cubicBezTo>
                        <a:cubicBezTo>
                          <a:pt x="391952" y="598766"/>
                          <a:pt x="410050" y="666488"/>
                          <a:pt x="398239" y="713637"/>
                        </a:cubicBezTo>
                        <a:cubicBezTo>
                          <a:pt x="388714" y="751737"/>
                          <a:pt x="360139" y="761262"/>
                          <a:pt x="331564" y="770787"/>
                        </a:cubicBezTo>
                        <a:cubicBezTo>
                          <a:pt x="264889" y="780312"/>
                          <a:pt x="246791" y="753547"/>
                          <a:pt x="208025" y="732782"/>
                        </a:cubicBezTo>
                        <a:cubicBezTo>
                          <a:pt x="208025" y="732782"/>
                          <a:pt x="208025" y="732782"/>
                          <a:pt x="208025" y="732782"/>
                        </a:cubicBezTo>
                        <a:cubicBezTo>
                          <a:pt x="169639" y="713637"/>
                          <a:pt x="127538" y="676871"/>
                          <a:pt x="78008" y="774026"/>
                        </a:cubicBezTo>
                        <a:cubicBezTo>
                          <a:pt x="55339" y="818317"/>
                          <a:pt x="55339" y="827842"/>
                          <a:pt x="88009" y="853464"/>
                        </a:cubicBezTo>
                        <a:cubicBezTo>
                          <a:pt x="119442" y="878134"/>
                          <a:pt x="141064" y="894517"/>
                          <a:pt x="171829" y="904613"/>
                        </a:cubicBezTo>
                        <a:cubicBezTo>
                          <a:pt x="235552" y="925568"/>
                          <a:pt x="236314" y="923092"/>
                          <a:pt x="235837" y="986909"/>
                        </a:cubicBezTo>
                        <a:cubicBezTo>
                          <a:pt x="235647" y="1016151"/>
                          <a:pt x="235456" y="1035677"/>
                          <a:pt x="264889" y="1037392"/>
                        </a:cubicBezTo>
                        <a:cubicBezTo>
                          <a:pt x="294416" y="1039106"/>
                          <a:pt x="328516" y="1037392"/>
                          <a:pt x="360139" y="1037392"/>
                        </a:cubicBezTo>
                        <a:cubicBezTo>
                          <a:pt x="398239" y="1037487"/>
                          <a:pt x="398239" y="1008912"/>
                          <a:pt x="397953" y="964526"/>
                        </a:cubicBezTo>
                        <a:close/>
                      </a:path>
                    </a:pathLst>
                  </a:custGeom>
                  <a:solidFill>
                    <a:srgbClr val="FBBA0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ko-KR" alt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42197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F43F-A616-3F40-FF90-38E89307A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7DE0CF7-69CF-618B-577D-BE6CFA660D3A}"/>
              </a:ext>
            </a:extLst>
          </p:cNvPr>
          <p:cNvSpPr txBox="1"/>
          <p:nvPr/>
        </p:nvSpPr>
        <p:spPr>
          <a:xfrm>
            <a:off x="1" y="4959383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192889-A199-C62F-791C-F9CD25DB9203}"/>
              </a:ext>
            </a:extLst>
          </p:cNvPr>
          <p:cNvSpPr txBox="1"/>
          <p:nvPr/>
        </p:nvSpPr>
        <p:spPr>
          <a:xfrm>
            <a:off x="51" y="5898714"/>
            <a:ext cx="12191852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Insert the Subtitle of Your Presentation</a:t>
            </a:r>
            <a:endParaRPr lang="ko-KR" altLang="en-US" sz="1867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14196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95FB2"/>
      </a:accent1>
      <a:accent2>
        <a:srgbClr val="3293CF"/>
      </a:accent2>
      <a:accent3>
        <a:srgbClr val="3CAFA4"/>
      </a:accent3>
      <a:accent4>
        <a:srgbClr val="F3C040"/>
      </a:accent4>
      <a:accent5>
        <a:srgbClr val="E54E46"/>
      </a:accent5>
      <a:accent6>
        <a:srgbClr val="595959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95FB2"/>
      </a:accent1>
      <a:accent2>
        <a:srgbClr val="3293CF"/>
      </a:accent2>
      <a:accent3>
        <a:srgbClr val="3CAFA4"/>
      </a:accent3>
      <a:accent4>
        <a:srgbClr val="F3C040"/>
      </a:accent4>
      <a:accent5>
        <a:srgbClr val="E54E46"/>
      </a:accent5>
      <a:accent6>
        <a:srgbClr val="595959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 1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95FB2"/>
      </a:accent1>
      <a:accent2>
        <a:srgbClr val="3293CF"/>
      </a:accent2>
      <a:accent3>
        <a:srgbClr val="3CAFA4"/>
      </a:accent3>
      <a:accent4>
        <a:srgbClr val="F3C040"/>
      </a:accent4>
      <a:accent5>
        <a:srgbClr val="E54E46"/>
      </a:accent5>
      <a:accent6>
        <a:srgbClr val="595959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7112</TotalTime>
  <Words>428</Words>
  <Application>Microsoft Office PowerPoint</Application>
  <PresentationFormat>Widescreen</PresentationFormat>
  <Paragraphs>97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Graveo Wicaksana</cp:lastModifiedBy>
  <cp:revision>86</cp:revision>
  <dcterms:created xsi:type="dcterms:W3CDTF">2020-01-20T05:08:25Z</dcterms:created>
  <dcterms:modified xsi:type="dcterms:W3CDTF">2026-04-26T06:47:23Z</dcterms:modified>
</cp:coreProperties>
</file>